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56" r:id="rId1"/>
    <p:sldMasterId id="2147483762" r:id="rId2"/>
    <p:sldMasterId id="2147483751" r:id="rId3"/>
    <p:sldMasterId id="2147483648" r:id="rId4"/>
    <p:sldMasterId id="2147483683" r:id="rId5"/>
    <p:sldMasterId id="2147483688" r:id="rId6"/>
  </p:sldMasterIdLst>
  <p:notesMasterIdLst>
    <p:notesMasterId r:id="rId19"/>
  </p:notesMasterIdLst>
  <p:handoutMasterIdLst>
    <p:handoutMasterId r:id="rId20"/>
  </p:handoutMasterIdLst>
  <p:sldIdLst>
    <p:sldId id="280" r:id="rId7"/>
    <p:sldId id="331" r:id="rId8"/>
    <p:sldId id="297" r:id="rId9"/>
    <p:sldId id="307" r:id="rId10"/>
    <p:sldId id="353" r:id="rId11"/>
    <p:sldId id="351" r:id="rId12"/>
    <p:sldId id="371" r:id="rId13"/>
    <p:sldId id="375" r:id="rId14"/>
    <p:sldId id="359" r:id="rId15"/>
    <p:sldId id="360" r:id="rId16"/>
    <p:sldId id="356" r:id="rId17"/>
    <p:sldId id="361" r:id="rId18"/>
  </p:sldIdLst>
  <p:sldSz cx="12192000" cy="6858000"/>
  <p:notesSz cx="6858000" cy="9144000"/>
  <p:embeddedFontLst>
    <p:embeddedFont>
      <p:font typeface="Yes Sans Display" panose="020B0504030101010103"/>
      <p:regular r:id="rId21"/>
      <p:bold r:id="rId22"/>
      <p:italic r:id="rId23"/>
      <p:boldItalic r:id="rId24"/>
    </p:embeddedFont>
    <p:embeddedFont>
      <p:font typeface="Yes Sans Display Medium" panose="020B0604030101010103"/>
      <p:regular r:id="rId25"/>
      <p:italic r:id="rId26"/>
    </p:embeddedFont>
    <p:embeddedFont>
      <p:font typeface="Yes Sans Text" panose="020B0504030101010103"/>
      <p:regular r:id="rId27"/>
      <p:bold r:id="rId28"/>
      <p:italic r:id="rId29"/>
      <p:boldItalic r:id="rId30"/>
    </p:embeddedFont>
    <p:embeddedFont>
      <p:font typeface="Yes Sans Text Light" panose="020B0304030101010103" pitchFamily="34" charset="77"/>
      <p:regular r:id="rId31"/>
      <p:italic r:id="rId32"/>
    </p:embeddedFont>
    <p:embeddedFont>
      <p:font typeface="Yes Sans Text Medium" panose="020B0604030101010103" pitchFamily="34" charset="77"/>
      <p:regular r:id="rId33"/>
      <p:italic r:id="rId34"/>
    </p:embeddedFont>
  </p:embeddedFontLst>
  <p:defaultTextStyle>
    <a:defPPr>
      <a:defRPr lang="en-US"/>
    </a:defPPr>
    <a:lvl1pPr marL="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18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2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0752" autoAdjust="0"/>
    <p:restoredTop sz="96327"/>
  </p:normalViewPr>
  <p:slideViewPr>
    <p:cSldViewPr snapToGrid="0">
      <p:cViewPr varScale="1">
        <p:scale>
          <a:sx n="128" d="100"/>
          <a:sy n="128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5" d="100"/>
        <a:sy n="65" d="100"/>
      </p:scale>
      <p:origin x="0" y="0"/>
    </p:cViewPr>
  </p:sorterViewPr>
  <p:notesViewPr>
    <p:cSldViewPr snapToGrid="0">
      <p:cViewPr varScale="1">
        <p:scale>
          <a:sx n="149" d="100"/>
          <a:sy n="149" d="100"/>
        </p:scale>
        <p:origin x="227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8DCEF1-4CAA-78E7-A534-FE53FED3D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C24FED-6DDC-9E89-7214-5E93FFDA8D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CA6C2-FD7B-AC4A-92CD-05B90123FFB7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40255-61FF-C4F0-775C-0D0C0A4D62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60D48-3B7C-CDD1-DAD2-BB236DF100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81275-8353-824A-9856-AACEFB489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50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AC515-7256-F740-9B8B-68DF7AA2C9FF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8053F-07A3-E04F-9E92-4519CEC3C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4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D86736D-AB65-D083-239A-D8ABF730F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9B5C8AC-BEE3-EC60-C2E4-656DFC578C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78988BE4-5428-70D2-FF40-C0A66DC59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E4B639A-0FC7-AE03-7A19-8367095B0D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85569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5DBD73-8004-80B3-51F1-16BF45C459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484C896-9BD0-95E3-5FFB-9F1D0E737E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185281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3767C71-0327-DF5A-4503-03D2EA5E5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3869C538-A96E-66AE-6DB6-3B41B27379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D75690A-899B-B10F-63AE-5F8F88F4D8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AF24290-5750-8EDD-BCA1-ED41943DFC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66674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4316CB5-6586-B16D-4CDE-F98552529B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144EB29-4ACC-0C7E-4B6B-29D62C3E02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965ADF69-7BCF-78EF-CE85-D4207C9236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F8F9BA2-C438-C718-E119-3619A95DFD4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55389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B373668-BFB5-AAE7-780F-6908B4DE5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46971217-75D3-861C-5C32-4529396B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543A9D8A-BBB6-AA12-BD30-DF988B6C5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10A6AB6-A66B-D5AD-428D-4FE1C2FB1F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45222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13C3F76-6361-A49C-6395-0F1C4EB8C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E0EE5442-7815-5B13-28B1-B3544EB804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9B8E634F-0887-482D-367D-0C83EF939E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192944F-E440-5577-9DD7-ED1CBB5566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379534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4F8FC14F-9652-5E69-0C29-E672CE0F15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5F354E82-0927-1DDF-10B8-F98450D7A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988FC69E-EB31-7826-F761-D41070B2E6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8265EF0-14BE-9721-1C0B-3CD4F4FEC1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79865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EF3BD-58B4-B683-22E4-B481E129CD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D2F1FA80-CFA0-F9E4-FE39-A955D78885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4342DB15-A355-9CB9-1BC4-C322DC4093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9FDB473-1A4A-FC5D-5E18-EDD3447AA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27233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44D06-9488-8D10-ED81-A196E6FA4C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B06C97E1-5FB6-6E60-68DB-8FAE19FD16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CC672A0B-2FD0-2683-BD57-13FBA880CF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6B147B6-0B40-324D-CE68-B95330ED18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00530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CC1E7-E083-8232-462F-D94A49886C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3935CF2B-5069-6FA4-E3FE-6A8A7F31E4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F6238FBC-88A6-3898-9AE8-877B5ED6FD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0FF580B-93D6-522C-99BE-7410E29D9E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20591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0DF9E46-3AA1-718D-1C4A-18AC1E8126B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 dirty="0"/>
              <a:t>Click icon to add </a:t>
            </a:r>
            <a:r>
              <a:rPr lang="en-US" dirty="0" err="1"/>
              <a:t>pictur</a:t>
            </a: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9465DD8-A30E-E726-9279-03EB67D9A8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5DBD73-8004-80B3-51F1-16BF45C459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DC5EA05-8734-73C4-70E3-E0FC1AEBD6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3D93771-2B08-EC19-4730-32E5AF08582B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12A97E4-0F9D-7125-381D-F57858948815}"/>
              </a:ext>
            </a:extLst>
          </p:cNvPr>
          <p:cNvSpPr/>
          <p:nvPr userDrawn="1"/>
        </p:nvSpPr>
        <p:spPr>
          <a:xfrm>
            <a:off x="374650" y="5829300"/>
            <a:ext cx="11456794" cy="6540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2A87A0D-ECE6-79F2-BAA6-B46F107A8A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320" y="5923972"/>
            <a:ext cx="553430" cy="404949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077D43C-331A-BBAF-A80B-6E3BBF9741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7996" y="6041547"/>
            <a:ext cx="1108015" cy="22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59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6C3A665F-FCC1-D504-987E-31DB16CC75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4A128FC-B833-4BEF-4468-65A63798CD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74091E-3C87-6BE4-7A78-1933C7D40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C70E6C7F-D1B4-3EFF-7E4D-8F9C527484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D7ECC8B-893B-868C-38F7-19465B0056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42BD00A-2815-B61A-E734-EF08A070F1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DD3A1-5F36-62B5-F7B9-B45EB290E89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FC0615F-FB21-CFBB-0573-899B2FFB2B61}"/>
              </a:ext>
            </a:extLst>
          </p:cNvPr>
          <p:cNvSpPr/>
          <p:nvPr userDrawn="1"/>
        </p:nvSpPr>
        <p:spPr>
          <a:xfrm>
            <a:off x="374650" y="5829300"/>
            <a:ext cx="11456794" cy="6540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823330F-BFD0-8905-4AF2-EA564BACBF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320" y="5923972"/>
            <a:ext cx="553430" cy="40494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CF3DCC7-83C5-77E5-4284-4634D0B157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7996" y="6041547"/>
            <a:ext cx="1108015" cy="22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68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C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A4722FA-DD3C-5580-E1D3-C079D53CC39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BE2E8F4-67F4-AE87-CE9B-191E10C647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5"/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4A8A1-87FC-C08E-95CB-1528E5780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94F314-01AC-E3E0-6639-7C158156C8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A3BD92A-04B9-2CEC-6D00-CC36B285DC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DB5654-0611-6B4F-2AF0-FF3CD9A820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98379-9516-5EA3-0132-4BD8F107EC64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A6990FA-5B70-2A2F-56A9-6B9379B790B4}"/>
              </a:ext>
            </a:extLst>
          </p:cNvPr>
          <p:cNvSpPr/>
          <p:nvPr userDrawn="1"/>
        </p:nvSpPr>
        <p:spPr>
          <a:xfrm>
            <a:off x="374650" y="5829300"/>
            <a:ext cx="11456794" cy="6540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7EB9465-5B58-B45F-F164-5A078579B7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320" y="5923972"/>
            <a:ext cx="553430" cy="40494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D43EFC6-C0FD-75A0-541E-5E017C1C19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7996" y="6041547"/>
            <a:ext cx="1108015" cy="22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65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DE77D669-6451-6A38-D645-8C694A46DA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6C62F5A-A8C1-5E6C-A7ED-D1A3A3E8273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BD451-E046-B471-0BD4-F7C1B2439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E9565A98-10A0-EAA5-89FD-FA4639C238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D8BFE1-7A32-3210-C558-44C660CEAA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A17CD5A-BE3A-2B8F-C284-BB7CA0B701D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00C59-F338-5515-1101-72BB19A92E94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B5F63D5-64A4-B29E-7104-5F14F6186472}"/>
              </a:ext>
            </a:extLst>
          </p:cNvPr>
          <p:cNvSpPr/>
          <p:nvPr userDrawn="1"/>
        </p:nvSpPr>
        <p:spPr>
          <a:xfrm>
            <a:off x="374650" y="5829300"/>
            <a:ext cx="11456794" cy="6540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91FE8AC-801F-E478-3E99-9E01A3B90E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320" y="5923972"/>
            <a:ext cx="553430" cy="40494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17DFB04-B430-A36A-8209-7CCBA9F50F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7996" y="6041547"/>
            <a:ext cx="1108015" cy="22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97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25061745-767B-58D1-1B95-E5CC6AE7829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8E880682-4BE1-0769-0DF9-362003C21C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2DA0285-3394-7237-4372-26D40BBD0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87B14E98-5996-38F5-F365-A3E67FD29C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EDF3259-02FE-ABA0-4A90-3989C2686D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CF251C6-016B-5851-2CFA-AA58B1E70D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FFE199A-F6CD-8C7B-DED4-3319AEF6605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35A6A5-BE1E-94D7-AD9F-D907EBE15744}"/>
              </a:ext>
            </a:extLst>
          </p:cNvPr>
          <p:cNvSpPr/>
          <p:nvPr userDrawn="1"/>
        </p:nvSpPr>
        <p:spPr>
          <a:xfrm>
            <a:off x="374650" y="5829300"/>
            <a:ext cx="11456794" cy="6540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98721C3-0F88-E583-8432-509CA69477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320" y="5923972"/>
            <a:ext cx="553430" cy="40494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CE12EF5-7194-49B9-690E-E7586759E8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7996" y="6041547"/>
            <a:ext cx="1108015" cy="22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90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39AE6006-1F4A-E7EF-C163-3C60178693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491601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87AE645-F499-DA93-1881-CAF413B48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043332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3FF5FD65-2054-A921-0572-CE5C6D377B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2389546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F22A9B69-DE2D-D769-8312-859BF85CAD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9591618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63C7D646-8D00-20C5-C666-8F5CC6BBBC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24469181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94BD30A1-160D-79D9-28CD-21B006678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6062579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B91E71-C28C-DF12-CE68-851FE545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309" r="5136"/>
          <a:stretch/>
        </p:blipFill>
        <p:spPr>
          <a:xfrm rot="16200000">
            <a:off x="2667237" y="-2666763"/>
            <a:ext cx="6858000" cy="12191526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FB28A2-5800-FAE8-C9A4-0BFE0530055D}"/>
              </a:ext>
            </a:extLst>
          </p:cNvPr>
          <p:cNvSpPr/>
          <p:nvPr userDrawn="1"/>
        </p:nvSpPr>
        <p:spPr>
          <a:xfrm>
            <a:off x="390295" y="384424"/>
            <a:ext cx="5027095" cy="6084862"/>
          </a:xfrm>
          <a:prstGeom prst="roundRect">
            <a:avLst>
              <a:gd name="adj" fmla="val 45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26FA9-1DAA-7659-465F-30006B79983D}"/>
              </a:ext>
            </a:extLst>
          </p:cNvPr>
          <p:cNvSpPr txBox="1"/>
          <p:nvPr userDrawn="1"/>
        </p:nvSpPr>
        <p:spPr>
          <a:xfrm>
            <a:off x="667199" y="1587831"/>
            <a:ext cx="4612725" cy="322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Optus acknowledges the Traditional Custodians </a:t>
            </a:r>
            <a:br>
              <a:rPr lang="en-GB" sz="1600" b="0" i="0" dirty="0">
                <a:latin typeface="Yes Sans Text Light" panose="020B0304030101010103" pitchFamily="34" charset="77"/>
              </a:rPr>
            </a:br>
            <a:r>
              <a:rPr lang="en-GB" sz="1600" b="0" i="0" dirty="0">
                <a:latin typeface="Yes Sans Text Light" panose="020B0304030101010103" pitchFamily="34" charset="77"/>
              </a:rPr>
              <a:t>of the lands, waters and skies across Australia.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pay our respects to Elders past and present and honour the strength and continuity of the world’s oldest living cultures.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recognise that connection and communication have always been central to First Nations communities.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are committed to learning from this legacy </a:t>
            </a:r>
            <a:br>
              <a:rPr lang="en-GB" sz="1600" b="0" i="0" dirty="0">
                <a:latin typeface="Yes Sans Text Light" panose="020B0304030101010103" pitchFamily="34" charset="77"/>
              </a:rPr>
            </a:br>
            <a:r>
              <a:rPr lang="en-GB" sz="1600" b="0" i="0" dirty="0">
                <a:latin typeface="Yes Sans Text Light" panose="020B0304030101010103" pitchFamily="34" charset="77"/>
              </a:rPr>
              <a:t>and to supporting a future where connection is accessible, safe and inclusive for all.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0D700-5D4E-7F69-1D15-840B381F4823}"/>
              </a:ext>
            </a:extLst>
          </p:cNvPr>
          <p:cNvSpPr txBox="1"/>
          <p:nvPr userDrawn="1"/>
        </p:nvSpPr>
        <p:spPr>
          <a:xfrm>
            <a:off x="667199" y="5616837"/>
            <a:ext cx="4473290" cy="55399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lvl="0">
              <a:lnSpc>
                <a:spcPts val="1200"/>
              </a:lnSpc>
            </a:pPr>
            <a:r>
              <a:rPr lang="en-GB" sz="1100" b="0" i="0" dirty="0">
                <a:latin typeface="Yes Sans Text Medium" panose="020B0504030101010103" pitchFamily="34" charset="77"/>
              </a:rPr>
              <a:t>Artwork: </a:t>
            </a:r>
            <a:r>
              <a:rPr lang="en-GB" sz="1100" b="0" i="0" dirty="0">
                <a:latin typeface="Yes Sans Text" panose="020B0504030101010103" pitchFamily="34" charset="77"/>
              </a:rPr>
              <a:t>‘Community and the Ocean’. This collaborative work is by five proud </a:t>
            </a:r>
            <a:r>
              <a:rPr lang="en-GB" sz="1100" b="0" i="0" dirty="0" err="1">
                <a:latin typeface="Yes Sans Text" panose="020B0504030101010103" pitchFamily="34" charset="77"/>
              </a:rPr>
              <a:t>Gunggandji</a:t>
            </a:r>
            <a:r>
              <a:rPr lang="en-GB" sz="1100" b="0" i="0" dirty="0">
                <a:latin typeface="Yes Sans Text" panose="020B0504030101010103" pitchFamily="34" charset="77"/>
              </a:rPr>
              <a:t> artists and reflects the intertwined nature of people and place in </a:t>
            </a:r>
            <a:r>
              <a:rPr lang="en-GB" sz="1100" b="0" i="0" dirty="0" err="1">
                <a:latin typeface="Yes Sans Text" panose="020B0504030101010103" pitchFamily="34" charset="77"/>
              </a:rPr>
              <a:t>Yarrabah</a:t>
            </a:r>
            <a:r>
              <a:rPr lang="en-GB" sz="1100" b="0" i="0" dirty="0">
                <a:latin typeface="Yes Sans Text" panose="020B0504030101010103" pitchFamily="34" charset="7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B702D-BDF1-7A1C-8439-0FEF6FCF293A}"/>
              </a:ext>
            </a:extLst>
          </p:cNvPr>
          <p:cNvSpPr txBox="1"/>
          <p:nvPr userDrawn="1"/>
        </p:nvSpPr>
        <p:spPr>
          <a:xfrm>
            <a:off x="681946" y="658665"/>
            <a:ext cx="4473290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66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0" i="0" dirty="0">
                <a:latin typeface="Yes Sans Display Medium" panose="020B0504030101010103" pitchFamily="34" charset="77"/>
              </a:rPr>
              <a:t>Acknowledgement </a:t>
            </a:r>
            <a:br>
              <a:rPr lang="en-GB" sz="2800" b="0" i="0" dirty="0">
                <a:latin typeface="Yes Sans Display Medium" panose="020B0504030101010103" pitchFamily="34" charset="77"/>
              </a:rPr>
            </a:br>
            <a:r>
              <a:rPr lang="en-GB" sz="2800" b="0" i="0" dirty="0">
                <a:latin typeface="Yes Sans Display Medium" panose="020B0504030101010103" pitchFamily="34" charset="77"/>
              </a:rPr>
              <a:t>of Country</a:t>
            </a:r>
            <a:endParaRPr lang="en-US" sz="2800" b="0" i="0" dirty="0">
              <a:latin typeface="Yes Sans Display Medium" panose="020B05040301010101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10977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C7C8CB-FD04-BF9C-EA54-1F49A45FB2C8}"/>
              </a:ext>
            </a:extLst>
          </p:cNvPr>
          <p:cNvSpPr/>
          <p:nvPr userDrawn="1"/>
        </p:nvSpPr>
        <p:spPr>
          <a:xfrm>
            <a:off x="5709922" y="379140"/>
            <a:ext cx="6101945" cy="6110870"/>
          </a:xfrm>
          <a:prstGeom prst="roundRect">
            <a:avLst>
              <a:gd name="adj" fmla="val 45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523CA54-531E-4D93-5DAD-6B439F751859}"/>
              </a:ext>
            </a:extLst>
          </p:cNvPr>
          <p:cNvSpPr/>
          <p:nvPr userDrawn="1"/>
        </p:nvSpPr>
        <p:spPr>
          <a:xfrm>
            <a:off x="390295" y="379140"/>
            <a:ext cx="5118407" cy="6110870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EF362-A70A-4C0A-5DDB-DE1C702E0A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215" y="903923"/>
            <a:ext cx="4596161" cy="5122804"/>
          </a:xfrm>
        </p:spPr>
        <p:txBody>
          <a:bodyPr anchor="ctr" anchorCtr="0">
            <a:noAutofit/>
          </a:bodyPr>
          <a:lstStyle>
            <a:lvl1pPr algn="l">
              <a:lnSpc>
                <a:spcPts val="4900"/>
              </a:lnSpc>
              <a:defRPr sz="4900"/>
            </a:lvl1pPr>
          </a:lstStyle>
          <a:p>
            <a:r>
              <a:rPr lang="en-GB" dirty="0"/>
              <a:t>Agenda headline </a:t>
            </a:r>
            <a:br>
              <a:rPr lang="en-GB" dirty="0"/>
            </a:br>
            <a:r>
              <a:rPr lang="en-GB" dirty="0"/>
              <a:t>goes here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C80964-49FB-344F-BD25-EAC1AFD9B5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1274" y="864283"/>
            <a:ext cx="5465762" cy="5313362"/>
          </a:xfrm>
        </p:spPr>
        <p:txBody>
          <a:bodyPr>
            <a:normAutofit/>
          </a:bodyPr>
          <a:lstStyle>
            <a:lvl1pPr marL="401638" indent="-401638">
              <a:lnSpc>
                <a:spcPct val="100000"/>
              </a:lnSpc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  <a:tabLst/>
              <a:defRPr sz="2100" b="0" i="0">
                <a:latin typeface="Yes Sans Text Medium" panose="020B0504030101010103" pitchFamily="34" charset="77"/>
              </a:defRPr>
            </a:lvl1pPr>
            <a:lvl2pPr marL="395985" indent="-431984">
              <a:buClr>
                <a:schemeClr val="accent1"/>
              </a:buClr>
              <a:buFont typeface="+mj-lt"/>
              <a:buAutoNum type="arabicPeriod"/>
              <a:defRPr/>
            </a:lvl2pPr>
            <a:lvl3pPr marL="395985" indent="-431984">
              <a:buClr>
                <a:schemeClr val="accent1"/>
              </a:buClr>
              <a:buFont typeface="+mj-lt"/>
              <a:buAutoNum type="arabicPeriod"/>
              <a:defRPr/>
            </a:lvl3pPr>
            <a:lvl4pPr marL="395985" indent="-431984">
              <a:buClr>
                <a:schemeClr val="accent1"/>
              </a:buClr>
              <a:buFont typeface="+mj-lt"/>
              <a:buAutoNum type="arabicPeriod"/>
              <a:defRPr/>
            </a:lvl4pPr>
            <a:lvl5pPr marL="395985" indent="-431984">
              <a:buClr>
                <a:schemeClr val="accent1"/>
              </a:buClr>
              <a:buFont typeface="+mj-lt"/>
              <a:buAutoNum type="arabicPeriod"/>
              <a:defRPr/>
            </a:lvl5pPr>
          </a:lstStyle>
          <a:p>
            <a:pPr lvl="0"/>
            <a:r>
              <a:rPr lang="en-GB" dirty="0"/>
              <a:t>​Lorem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7370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peaker Intr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7DED1-C05F-CD64-392A-230F56A0B7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374650"/>
            <a:ext cx="5608638" cy="5257800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ctr" anchorCtr="0"/>
          <a:lstStyle>
            <a:lvl1pPr>
              <a:lnSpc>
                <a:spcPts val="4900"/>
              </a:lnSpc>
              <a:spcAft>
                <a:spcPts val="0"/>
              </a:spcAft>
              <a:defRPr sz="49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Welcome,</a:t>
            </a:r>
            <a:br>
              <a:rPr lang="en-GB" dirty="0"/>
            </a:br>
            <a:r>
              <a:rPr lang="en-GB" dirty="0"/>
              <a:t>Speaker Name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9E2A78B-75B4-0C43-A33E-5273386918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2984" y="374649"/>
            <a:ext cx="5608723" cy="5258335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B931703-5E00-00EA-733B-E27B40E3B2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438" y="3703463"/>
            <a:ext cx="5054636" cy="61100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Subheading or Position/Company Name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075B7AAB-1F57-A342-3F44-399E519F89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3360" y="1825067"/>
            <a:ext cx="5054636" cy="2830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205"/>
              </a:lnSpc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FA811AD-7D71-D827-B465-BD93B3A83D1B}"/>
              </a:ext>
            </a:extLst>
          </p:cNvPr>
          <p:cNvSpPr/>
          <p:nvPr userDrawn="1"/>
        </p:nvSpPr>
        <p:spPr>
          <a:xfrm>
            <a:off x="374650" y="5829300"/>
            <a:ext cx="11456794" cy="6540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DF3E2F5-3008-A78F-9844-4F10398049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320" y="5923972"/>
            <a:ext cx="553430" cy="40494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EDAAA3-58B1-1A4E-6CBB-0AC6832D29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7996" y="6041547"/>
            <a:ext cx="1108015" cy="22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078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peaker Intro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60B30-F378-5CF2-E54D-CB34AF943E2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054" y="1100543"/>
            <a:ext cx="10843227" cy="246888"/>
          </a:xfrm>
        </p:spPr>
        <p:txBody>
          <a:bodyPr>
            <a:noAutofit/>
          </a:bodyPr>
          <a:lstStyle>
            <a:lvl1pPr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12240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6A1902AB-B3AB-82FF-3513-B1E9D698F9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86293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20">
            <a:extLst>
              <a:ext uri="{FF2B5EF4-FFF2-40B4-BE49-F238E27FC236}">
                <a16:creationId xmlns:a16="http://schemas.microsoft.com/office/drawing/2014/main" id="{DDE0324A-B185-82E5-F1E4-B0F2036A84F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0346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02FA5ABB-2AB7-CE80-E62D-62A7C0A3E0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34400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00175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00175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D547C0F-3D15-EE0A-6EFC-6C11227F34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87325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CA56D12-9334-A55D-A586-260B45B29B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87325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3189DA2-58AC-8C80-54F0-D705BF0482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0346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5EA7525-4913-3081-4C68-4C0C389854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0346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1C48732-6849-23B9-4E15-322D774F2CD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33367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0710613F-7B1D-C10D-7667-C37FF21CF4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33367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095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s x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338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8337" y="3195296"/>
            <a:ext cx="5427662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8337" y="3481388"/>
            <a:ext cx="5427662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Executive Bios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7500E4D-64E3-D2B0-B441-39EFD5310E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8338" y="3816396"/>
            <a:ext cx="5427662" cy="1738313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7" name="Picture Placeholder 20">
            <a:extLst>
              <a:ext uri="{FF2B5EF4-FFF2-40B4-BE49-F238E27FC236}">
                <a16:creationId xmlns:a16="http://schemas.microsoft.com/office/drawing/2014/main" id="{559863F3-8130-4740-BEB2-0161AD89F23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88654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2A559734-3D65-FF5E-D1F2-D08BFB9418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8653" y="3195296"/>
            <a:ext cx="5427662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2AEF31F4-7568-E76D-13E3-8DE60E83FA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88653" y="3481388"/>
            <a:ext cx="5427662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F7BF9DF3-A0E4-351E-1F13-DB1780D528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8654" y="3816396"/>
            <a:ext cx="5427662" cy="1738313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3626C1A-A05A-9BFA-1A7C-8239A790B116}"/>
              </a:ext>
            </a:extLst>
          </p:cNvPr>
          <p:cNvSpPr/>
          <p:nvPr userDrawn="1"/>
        </p:nvSpPr>
        <p:spPr>
          <a:xfrm>
            <a:off x="374650" y="5829300"/>
            <a:ext cx="11456794" cy="6540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05E7F5-7AD7-4CC8-F239-4F1A77848D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320" y="5923972"/>
            <a:ext cx="553430" cy="40494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AAA6BE8-0C33-C09B-905B-F780D9352C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7996" y="6041547"/>
            <a:ext cx="1108015" cy="22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0353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s x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338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27016" y="1622022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27016" y="1908114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Executive Bios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7500E4D-64E3-D2B0-B441-39EFD5310E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27017" y="2243122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BA1DD4B7-FC07-9BAF-384F-342EB8BAE37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88654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DC96BE7-1C5E-2E51-73BD-43ABD5E5FA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47332" y="1622022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12A5C80B-304C-A52F-2EDD-73052ED09A2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47332" y="1908114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BEA8EF52-F119-8416-14F4-7269E00FDB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47333" y="2243122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6A108222-EB2E-C9A7-994A-5FE104209FC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68338" y="3720195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9B7FE2B-DCB9-655B-6743-0F9F91C472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27016" y="3727269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28C55D8-1B90-B179-D715-F7A1DCA20C1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327016" y="4013361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6A2338C9-E894-F6F0-A9DF-7B7DC75F64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27017" y="4348369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8" name="Picture Placeholder 20">
            <a:extLst>
              <a:ext uri="{FF2B5EF4-FFF2-40B4-BE49-F238E27FC236}">
                <a16:creationId xmlns:a16="http://schemas.microsoft.com/office/drawing/2014/main" id="{563F81AF-80F6-A88E-06DD-1FF5FD673CD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88654" y="3720195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A586FB84-E27C-97B1-5340-D613E16A7E5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47332" y="3727269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19A232B-7328-CDFF-6074-2FF59FE0442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47332" y="4013361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6A8C5820-8B06-3369-B5CE-5FDA7DF018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47333" y="4348369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B8C78FF-EED7-0FFC-28CE-3C2363650444}"/>
              </a:ext>
            </a:extLst>
          </p:cNvPr>
          <p:cNvSpPr/>
          <p:nvPr userDrawn="1"/>
        </p:nvSpPr>
        <p:spPr>
          <a:xfrm>
            <a:off x="374650" y="5829300"/>
            <a:ext cx="11456794" cy="6540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4B5ED9BA-6B16-BC74-DE8C-ED6CFD2DB7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320" y="5923972"/>
            <a:ext cx="553430" cy="404949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B86D6B0C-0A04-59AC-0B00-F1F342C1C5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7996" y="6041547"/>
            <a:ext cx="1108015" cy="22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53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6A91CEF-1EE6-FB43-E1BB-7DC6764802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0452" y="1816100"/>
            <a:ext cx="11422741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9A6AF-023E-529D-E7FE-9CAB2417AE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780044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4135811-35A7-C167-7772-E308281D6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780044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921C42F-74F1-30E2-DDF5-E1FC8127E3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4207" y="2026724"/>
            <a:ext cx="4720745" cy="4246985"/>
          </a:xfrm>
          <a:prstGeom prst="roundRect">
            <a:avLst>
              <a:gd name="adj" fmla="val 2932"/>
            </a:avLst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5D0828-2F7B-03D2-5F6B-53B56F129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tx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4476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25C95-DBCE-181A-ACA2-3DC83D4AE4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0452" y="1816100"/>
            <a:ext cx="11422741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9A6AF-023E-529D-E7FE-9CAB2417AE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780044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921C42F-74F1-30E2-DDF5-E1FC8127E3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4207" y="2026724"/>
            <a:ext cx="4720745" cy="4246985"/>
          </a:xfrm>
          <a:prstGeom prst="roundRect">
            <a:avLst>
              <a:gd name="adj" fmla="val 2932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4E7659D-4347-634D-33D2-39376D07D7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780044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653E7C-C013-6057-7EBE-1CA8B0A12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accent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334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EAC1B56-0DBB-B5C4-382E-2DC620649D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2"/>
            <a:ext cx="6096000" cy="685799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EAE0C4D-8512-4B28-B6C9-469435575E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33097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AB003B4-FB7C-0AC9-D52F-0FAE5F5263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8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12897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2814" y="693174"/>
            <a:ext cx="5147186" cy="5397910"/>
          </a:xfrm>
          <a:prstGeom prst="roundRect">
            <a:avLst>
              <a:gd name="adj" fmla="val 5224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159EEB7-DF93-BFF6-1698-DE2377E1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33095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D48B4A6-2D16-A947-E33E-C1D759A9C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7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3B85668-4601-FE3B-35D8-FEAA94896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6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751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9E3DE-23B3-30E8-D3CC-A87A28A725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74AD072-526C-F589-7592-876C6D7E6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45308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25965CA-BC08-D8F9-8491-42C0AF04CF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7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E755D14-AB3A-0405-C62F-FC6174A89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18D34A-C0F5-5F7F-8282-2EDBC28DC52F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2643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2814" y="693174"/>
            <a:ext cx="5147186" cy="5397910"/>
          </a:xfrm>
          <a:prstGeom prst="roundRect">
            <a:avLst>
              <a:gd name="adj" fmla="val 5224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97FCEC-AE26-0B9F-83C9-ACC9F0AFB2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40005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E5EC97-C25B-46D1-AD70-1AD9F941CD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52234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7003C83-A255-4B4C-F283-9C73DCC7E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777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84B36E1-2C3A-9A1B-62F6-C09B82095D69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2682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1C330E8-9D5A-CA10-6FD8-5D723AC289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2435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9CC5D2-A144-9395-46F5-6694EF1DB7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453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2E0149DC-0731-CDE7-F364-44A0CE9CB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AEE1E8D-3F56-2722-8EE6-1DE9A0F6D3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B871735-E27F-DBB1-A46B-A1E482F032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9931974D-58CD-D325-EE5E-6C56C03678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641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37276AD3-8A65-CFC8-BC01-71C3AF93B9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641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37C1CFE-D903-4EC8-DF37-5926B440B3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41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B48DE-1F3C-F2E5-8C1A-E92E0CD45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tx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651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FD9F04A-7A6B-076D-292E-94B0BD1914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2435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C4004F-1C5C-87B2-BCC9-EB119115B7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453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A66CC2C-2A65-75A3-DDFF-7F640A4E23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46B296E9-B1C2-1F95-4A4E-FA1E18C25F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E691486-2CA4-34DF-7040-D8759E9A9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641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0B661B2B-1575-694D-718E-A3C9EEF5E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41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2AB550B-036E-9055-2FB9-B849D61309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9821B01-C00F-172E-CB7B-5D23C6595C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641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9DA8057-C523-FDC7-71B4-2B2E3C5E8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accent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3932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6D29856-03FA-3EBD-9867-1F19219AA2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8F82C6F-0615-76AA-EBF6-8FCB0288B7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88BB74B-22B6-1BF1-0BA2-F0F41082B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63FABC4-E580-39BB-A7D7-C40FC84D1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417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138BFA00-C200-0702-2561-14EEE74AB4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417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EB5BE75-6579-2899-4916-D50D8DA131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4172" y="593725"/>
            <a:ext cx="5177733" cy="811024"/>
          </a:xfrm>
        </p:spPr>
        <p:txBody>
          <a:bodyPr/>
          <a:lstStyle>
            <a:lvl1pPr>
              <a:lnSpc>
                <a:spcPts val="31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5358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uble Column 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EDA873F0-D9D3-82A0-9E90-CDF44D3C0D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7F8E651-4044-D3B8-9FC0-022FAB3F25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35C0543-1459-EF24-64E8-54D9A86897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6A37A635-6680-2C8B-9614-9FD8E9C879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417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4406C23E-FF9C-D860-4AE3-05494DA999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417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8455B53D-E9CD-BC01-02E8-24F35CC448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4172" y="593725"/>
            <a:ext cx="5177733" cy="811024"/>
          </a:xfrm>
        </p:spPr>
        <p:txBody>
          <a:bodyPr/>
          <a:lstStyle>
            <a:lvl1pPr>
              <a:lnSpc>
                <a:spcPts val="3100"/>
              </a:lnSpc>
              <a:spcAft>
                <a:spcPts val="0"/>
              </a:spcAft>
              <a:defRPr sz="2800" b="0" i="0">
                <a:solidFill>
                  <a:schemeClr val="accent2"/>
                </a:solidFill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C225F28-4E95-765B-0237-6F76CD89EA55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0622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_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7669FF5-49A4-613D-488E-24CBEF15DA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05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8B6F130-487C-9CBC-3925-A2E3623C4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0DB6402-F9EE-2070-E130-FE727BFF5D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B51BDA8-EB10-4B32-C4EB-7098C496B4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0797" y="1619250"/>
            <a:ext cx="10912064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B58CF3B-8411-DF7B-607B-14E92E52EBE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420539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4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EF31B06-211A-EBA7-E2E6-804BE74149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70883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9250D-E234-E280-13EA-68AB7D012C4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921227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4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4509DBF7-4647-DEBB-BD6D-FF6817F6D86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866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18A967-C800-697C-EF6F-F86187A116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3867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74D2875-22B0-689B-3E90-142D080E9DB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25641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5694E1E-137D-10CF-E94A-D917885BCC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625642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2BE20642-6FD6-108D-429F-60D9CFC9C24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54554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7967C227-2349-AE79-A8C3-041DC71FB7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354555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9A536B-44A8-B6D9-FD9C-6476CD783D4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04897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B24241E-3865-95FC-1451-4E129809234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04898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16283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_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4F949F4-A527-92FB-E1F2-D3020003E9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23001" y="2465903"/>
            <a:ext cx="2651634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F6B5284-3D25-B7BB-70BC-DF10F7D740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8053" y="4324348"/>
            <a:ext cx="5406582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AFE1CB0-BDC7-8D19-9C60-0E37718274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3638" y="1619250"/>
            <a:ext cx="5465038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7669FF5-49A4-613D-488E-24CBEF15DA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05" y="2455306"/>
            <a:ext cx="2651634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8B6F130-487C-9CBC-3925-A2E3623C4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0DB6402-F9EE-2070-E130-FE727BFF5D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B51BDA8-EB10-4B32-C4EB-7098C496B4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0797" y="1619250"/>
            <a:ext cx="5465038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AF9DF5BD-17C9-1D10-78B8-32206F11EC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53866" y="2654815"/>
            <a:ext cx="228491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3EFB542-9065-47CA-1BE8-270B3D12B5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1354" y="2654815"/>
            <a:ext cx="228491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GB" dirty="0"/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6F55C5A6-546D-5BAE-79F8-4BA2021363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3867" y="3290648"/>
            <a:ext cx="228491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5C275F34-2446-CA18-D349-8CC56CCF42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4211" y="3290648"/>
            <a:ext cx="228491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3" name="Text Placeholder 30">
            <a:extLst>
              <a:ext uri="{FF2B5EF4-FFF2-40B4-BE49-F238E27FC236}">
                <a16:creationId xmlns:a16="http://schemas.microsoft.com/office/drawing/2014/main" id="{45168949-9A85-705A-E63E-93FA3D829FE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53865" y="4519334"/>
            <a:ext cx="5035257" cy="302697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64E06F25-837B-DA5B-6D0D-E7851AE83E0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866" y="4908825"/>
            <a:ext cx="5035257" cy="106335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A745A43-00E6-688D-4246-43A1A2DB170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3129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6" name="Text Placeholder 30">
            <a:extLst>
              <a:ext uri="{FF2B5EF4-FFF2-40B4-BE49-F238E27FC236}">
                <a16:creationId xmlns:a16="http://schemas.microsoft.com/office/drawing/2014/main" id="{568EF123-7ED5-3E8B-C9F1-90370A8B130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831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8BFF0D4F-F8EF-F152-35F7-D773C06CD8C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4831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C6024AD0-4BA1-F5B9-E41A-ED8DFCA1AC0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1417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1" name="Text Placeholder 30">
            <a:extLst>
              <a:ext uri="{FF2B5EF4-FFF2-40B4-BE49-F238E27FC236}">
                <a16:creationId xmlns:a16="http://schemas.microsoft.com/office/drawing/2014/main" id="{85E88BEC-7F26-64C6-9187-1A5B832282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19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0C2AADA2-E6E4-0988-81E6-1DF36436D4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19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863C331C-3DE6-5D66-75BE-209FEB6C1DB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9705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C49F2D6F-EC14-2EC6-2CE0-B106D10B522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407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A7C40F0F-1AA8-BBC9-FC4C-BB47252B90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1407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F73ED0F8-E2E6-D253-2F07-20455350F48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3129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7" name="Text Placeholder 30">
            <a:extLst>
              <a:ext uri="{FF2B5EF4-FFF2-40B4-BE49-F238E27FC236}">
                <a16:creationId xmlns:a16="http://schemas.microsoft.com/office/drawing/2014/main" id="{E1FA8C86-2A5C-1189-A209-1B4A7A6AFDE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4831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C92D00CD-4D5D-FEC9-59B5-04F5B54F54A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4831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C2755A8F-0B06-BE02-73AB-D4538F0E41BE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81417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0" name="Text Placeholder 30">
            <a:extLst>
              <a:ext uri="{FF2B5EF4-FFF2-40B4-BE49-F238E27FC236}">
                <a16:creationId xmlns:a16="http://schemas.microsoft.com/office/drawing/2014/main" id="{7DCBF96F-5EF4-7F6A-4D99-C2B07C1E0F3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19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EB6EA04B-9EF8-970E-FBF5-C35DF3FB4E0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119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72" name="Text Placeholder 3">
            <a:extLst>
              <a:ext uri="{FF2B5EF4-FFF2-40B4-BE49-F238E27FC236}">
                <a16:creationId xmlns:a16="http://schemas.microsoft.com/office/drawing/2014/main" id="{1472FD2F-BBA3-18B8-E53B-C10E83DAE16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99705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3" name="Text Placeholder 30">
            <a:extLst>
              <a:ext uri="{FF2B5EF4-FFF2-40B4-BE49-F238E27FC236}">
                <a16:creationId xmlns:a16="http://schemas.microsoft.com/office/drawing/2014/main" id="{15F23CFD-CF84-E203-8FC8-9AA20925DBA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407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D4CED91C-1BFE-0AA2-931D-61599828614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1407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20436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15722C-C4CA-D046-EF97-D86E815E52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8338" y="1520824"/>
            <a:ext cx="10842625" cy="48799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5248948-439B-55A7-DFBA-5B24977008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4B36B5F-D517-45F6-C44F-06A86A2BEB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24808227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Subhead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C0B5-975A-688B-EF57-FCD7734649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9515B25-15E9-8C73-DBC1-DF620E04BD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26544570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head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57F9CD-7EA9-E74A-A1C6-DFB3BC7919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5"/>
            <a:ext cx="10843227" cy="723015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here: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603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Subheading with 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BCB50CA8-D630-EFFD-0E72-2890223EAAF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56920" y="1758950"/>
            <a:ext cx="10678160" cy="446563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E18F70-3B30-061F-55A6-9B0B28AB0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A6E3F7B-52CC-C5DD-EF39-A78848638E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9347984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0357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661F151-217E-F53A-D3C8-546E7472256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036BB09-5FC3-84B7-252A-7BE7C60EE1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858" y="4944234"/>
            <a:ext cx="11426284" cy="1544860"/>
          </a:xfrm>
          <a:prstGeom prst="roundRect">
            <a:avLst>
              <a:gd name="adj" fmla="val 11630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372167-38BF-8568-AD2E-E94D471D87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4395" y="5230798"/>
            <a:ext cx="10850846" cy="370881"/>
          </a:xfrm>
        </p:spPr>
        <p:txBody>
          <a:bodyPr anchor="t" anchorCtr="0">
            <a:noAutofit/>
          </a:bodyPr>
          <a:lstStyle>
            <a:lvl1pPr>
              <a:lnSpc>
                <a:spcPts val="2500"/>
              </a:lnSpc>
              <a:defRPr sz="2800" b="0" i="0" spc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77545BD-573C-B2F4-D38A-A9FC320601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4395" y="5641363"/>
            <a:ext cx="10850846" cy="297804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nunc</a:t>
            </a:r>
            <a:r>
              <a:rPr lang="en-GB" dirty="0"/>
              <a:t> </a:t>
            </a:r>
            <a:r>
              <a:rPr lang="en-GB" dirty="0" err="1"/>
              <a:t>vulputate</a:t>
            </a:r>
            <a:r>
              <a:rPr lang="en-GB" dirty="0"/>
              <a:t> libero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26179BB-C940-8517-34BD-E3F95C626C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395" y="5985883"/>
            <a:ext cx="10850846" cy="29780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goes here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C01090-F8F6-AD3D-9A9A-CE4109F63421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554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3A382-092C-D804-FED7-6C4E6DDAA75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FDD97A-DB4F-ED43-180A-25BACA6800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3189" y="803275"/>
            <a:ext cx="4527550" cy="5073650"/>
          </a:xfrm>
          <a:prstGeom prst="roundRect">
            <a:avLst>
              <a:gd name="adj" fmla="val 2725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CC201E5-8943-905F-595C-5F825A17E3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832" y="4147995"/>
            <a:ext cx="4011185" cy="11824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</a:t>
            </a:r>
            <a:r>
              <a:rPr lang="en-AU" dirty="0" err="1"/>
              <a:t>yorem</a:t>
            </a:r>
            <a:r>
              <a:rPr lang="en-AU" dirty="0"/>
              <a:t>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Nunc </a:t>
            </a:r>
            <a:r>
              <a:rPr lang="en-AU" dirty="0" err="1"/>
              <a:t>vulputate</a:t>
            </a:r>
            <a:r>
              <a:rPr lang="en-AU" dirty="0"/>
              <a:t> libero et </a:t>
            </a:r>
            <a:r>
              <a:rPr lang="en-AU" dirty="0" err="1"/>
              <a:t>velit</a:t>
            </a:r>
            <a:r>
              <a:rPr lang="en-AU" dirty="0"/>
              <a:t> </a:t>
            </a:r>
            <a:r>
              <a:rPr lang="en-AU" dirty="0" err="1"/>
              <a:t>interdum</a:t>
            </a:r>
            <a:r>
              <a:rPr lang="en-AU" dirty="0"/>
              <a:t>, ac </a:t>
            </a:r>
            <a:r>
              <a:rPr lang="en-AU" dirty="0" err="1"/>
              <a:t>aliquet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</a:t>
            </a:r>
            <a:r>
              <a:rPr lang="en-AU" dirty="0" err="1"/>
              <a:t>mattis</a:t>
            </a:r>
            <a:r>
              <a:rPr lang="en-AU" dirty="0"/>
              <a:t>.</a:t>
            </a:r>
            <a:endParaRPr lang="en-GB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7360AC0-EC06-8B3E-4B57-61537C5368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216" y="2180295"/>
            <a:ext cx="4010802" cy="1182444"/>
          </a:xfrm>
        </p:spPr>
        <p:txBody>
          <a:bodyPr anchor="t" anchorCtr="0">
            <a:noAutofit/>
          </a:bodyPr>
          <a:lstStyle>
            <a:lvl1pPr algn="l">
              <a:lnSpc>
                <a:spcPts val="4900"/>
              </a:lnSpc>
              <a:defRPr sz="4900"/>
            </a:lvl1pPr>
          </a:lstStyle>
          <a:p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lorum ipsum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8D8480C-150F-56D9-24A8-65B548549C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402528"/>
            <a:ext cx="401080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929A3F-DC19-9375-E4E3-2ECF624AC76A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8775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DF20555-9D00-C8F1-A757-96C01E4FC18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0AA284A-27DD-9F6D-A40E-B21E15245E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3188" y="364142"/>
            <a:ext cx="5692811" cy="6124952"/>
          </a:xfrm>
          <a:prstGeom prst="roundRect">
            <a:avLst>
              <a:gd name="adj" fmla="val 2725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5955CBD-AF2C-5DEC-6297-C99DFEC38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BF81A8A-5B7A-A56A-445C-8B1EBC68EA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EDFF802-1A6A-961B-9A2E-2A6D0E25C2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67343D7-D829-D647-47AA-80450F827514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Confidentiality notice. © Optus 2026.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D5415-BFB3-4DB1-7BAC-23716F47FA72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780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3268" y="95753"/>
            <a:ext cx="8369421" cy="6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982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B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3268" y="95753"/>
            <a:ext cx="8369421" cy="6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34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C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3268" y="95751"/>
            <a:ext cx="8369421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99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37B4FFD-79BB-6F89-FD01-84271A99A5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92495" y="95751"/>
            <a:ext cx="8369420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1744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D893DB-8778-9751-90D3-197EBF32F8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0389" y="92874"/>
            <a:ext cx="8369420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69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D893DB-8778-9751-90D3-197EBF32F8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0389" y="92874"/>
            <a:ext cx="8369420" cy="6695536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4E6EF44-19E2-06E8-08CF-4C143A8D0AE3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Confidentiality notice. © Optus 2026. All Rights Reserved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BDD313-3711-6773-BE9A-034A1DF78C7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32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716444D-7E8F-D6E4-489C-C121837EF8B3}"/>
              </a:ext>
            </a:extLst>
          </p:cNvPr>
          <p:cNvSpPr/>
          <p:nvPr userDrawn="1"/>
        </p:nvSpPr>
        <p:spPr>
          <a:xfrm>
            <a:off x="374650" y="5829300"/>
            <a:ext cx="11456794" cy="6540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F88711C-D20F-9866-9010-4897182C1EAF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50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45DD381-5FDA-8820-EDC9-A564C8F7C7CD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09D467-6BDC-7907-60A7-BE018CF638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7320" y="5923972"/>
            <a:ext cx="553430" cy="40494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180318D-90FE-344E-D451-6AEC3CD5F4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67996" y="6041547"/>
            <a:ext cx="1108015" cy="22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8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lvl1pPr algn="l" defTabSz="914366" rtl="0" eaLnBrk="1" latinLnBrk="0" hangingPunct="1">
        <a:lnSpc>
          <a:spcPts val="5301"/>
        </a:lnSpc>
        <a:spcBef>
          <a:spcPct val="0"/>
        </a:spcBef>
        <a:buNone/>
        <a:defRPr sz="5301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800" b="0" i="0" kern="1200" spc="80" baseline="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1pPr>
      <a:lvl2pPr marL="457183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2pPr>
      <a:lvl3pPr marL="914366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3pPr>
      <a:lvl4pPr marL="1371549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4pPr>
      <a:lvl5pPr marL="1828732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F88711C-D20F-9866-9010-4897182C1EAF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50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45DD381-5FDA-8820-EDC9-A564C8F7C7CD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9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</p:sldLayoutIdLst>
  <p:hf sldNum="0" hdr="0" ftr="0" dt="0"/>
  <p:txStyles>
    <p:titleStyle>
      <a:lvl1pPr algn="l" defTabSz="914366" rtl="0" eaLnBrk="1" latinLnBrk="0" hangingPunct="1">
        <a:lnSpc>
          <a:spcPts val="5301"/>
        </a:lnSpc>
        <a:spcBef>
          <a:spcPct val="0"/>
        </a:spcBef>
        <a:buNone/>
        <a:defRPr sz="5301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800" b="0" i="0" kern="1200" spc="80" baseline="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1pPr>
      <a:lvl2pPr marL="457183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2pPr>
      <a:lvl3pPr marL="914366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3pPr>
      <a:lvl4pPr marL="1371549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4pPr>
      <a:lvl5pPr marL="1828732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AD86C0-09B7-85C6-21F9-839F2AB3772A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90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</p:sldLayoutIdLst>
  <p:hf sldNum="0" hdr="0" ftr="0" dt="0"/>
  <p:txStyles>
    <p:titleStyle>
      <a:lvl1pPr algn="l" defTabSz="914366" rtl="0" eaLnBrk="1" latinLnBrk="0" hangingPunct="1">
        <a:lnSpc>
          <a:spcPts val="5301"/>
        </a:lnSpc>
        <a:spcBef>
          <a:spcPct val="0"/>
        </a:spcBef>
        <a:buNone/>
        <a:defRPr sz="5301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None/>
        <a:defRPr sz="1800" b="0" i="0" kern="1200" spc="80" baseline="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1pPr>
      <a:lvl2pPr marL="457183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2pPr>
      <a:lvl3pPr marL="914366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3pPr>
      <a:lvl4pPr marL="1371549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4pPr>
      <a:lvl5pPr marL="1828732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603065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8C81A46-B50B-A616-31AA-4E43E2349455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11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49" r:id="rId2"/>
    <p:sldLayoutId id="2147483678" r:id="rId3"/>
    <p:sldLayoutId id="2147483650" r:id="rId4"/>
    <p:sldLayoutId id="2147483737" r:id="rId5"/>
    <p:sldLayoutId id="2147483738" r:id="rId6"/>
    <p:sldLayoutId id="2147483682" r:id="rId7"/>
    <p:sldLayoutId id="2147483734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35" r:id="rId16"/>
    <p:sldLayoutId id="2147483759" r:id="rId17"/>
    <p:sldLayoutId id="2147483758" r:id="rId18"/>
    <p:sldLayoutId id="2147483739" r:id="rId19"/>
    <p:sldLayoutId id="2147483687" r:id="rId20"/>
    <p:sldLayoutId id="2147483727" r:id="rId21"/>
    <p:sldLayoutId id="2147483736" r:id="rId22"/>
    <p:sldLayoutId id="2147483655" r:id="rId23"/>
  </p:sldLayoutIdLst>
  <p:hf sldNum="0" hdr="0" ftr="0" dt="0"/>
  <p:txStyles>
    <p:titleStyle>
      <a:lvl1pPr algn="l" defTabSz="914366" rtl="0" eaLnBrk="1" latinLnBrk="0" hangingPunct="1">
        <a:lnSpc>
          <a:spcPts val="28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561501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F8F22-85F3-6280-7EA5-81784DD86FA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42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sldNum="0" hdr="0" ftr="0" dt="0"/>
  <p:txStyles>
    <p:titleStyle>
      <a:lvl1pPr algn="l" defTabSz="914366" rtl="0" eaLnBrk="1" latinLnBrk="0" hangingPunct="1">
        <a:lnSpc>
          <a:spcPts val="4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561501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1CB1C-BA02-64A6-BFFA-0E4471FC99DC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48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2" r:id="rId2"/>
    <p:sldLayoutId id="2147483693" r:id="rId3"/>
    <p:sldLayoutId id="2147483694" r:id="rId4"/>
    <p:sldLayoutId id="2147483695" r:id="rId5"/>
    <p:sldLayoutId id="2147483744" r:id="rId6"/>
  </p:sldLayoutIdLst>
  <p:hf sldNum="0" hdr="0" ftr="0" dt="0"/>
  <p:txStyles>
    <p:titleStyle>
      <a:lvl1pPr algn="l" defTabSz="914366" rtl="0" eaLnBrk="1" latinLnBrk="0" hangingPunct="1">
        <a:lnSpc>
          <a:spcPts val="4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.svg"/><Relationship Id="rId21" Type="http://schemas.openxmlformats.org/officeDocument/2006/relationships/image" Target="../media/image28.svg"/><Relationship Id="rId42" Type="http://schemas.openxmlformats.org/officeDocument/2006/relationships/image" Target="../media/image49.svg"/><Relationship Id="rId63" Type="http://schemas.openxmlformats.org/officeDocument/2006/relationships/image" Target="../media/image70.svg"/><Relationship Id="rId84" Type="http://schemas.openxmlformats.org/officeDocument/2006/relationships/image" Target="../media/image91.svg"/><Relationship Id="rId138" Type="http://schemas.openxmlformats.org/officeDocument/2006/relationships/image" Target="../media/image145.svg"/><Relationship Id="rId159" Type="http://schemas.openxmlformats.org/officeDocument/2006/relationships/image" Target="../media/image166.svg"/><Relationship Id="rId170" Type="http://schemas.openxmlformats.org/officeDocument/2006/relationships/image" Target="../media/image177.svg"/><Relationship Id="rId191" Type="http://schemas.openxmlformats.org/officeDocument/2006/relationships/image" Target="../media/image198.svg"/><Relationship Id="rId205" Type="http://schemas.openxmlformats.org/officeDocument/2006/relationships/image" Target="../media/image212.svg"/><Relationship Id="rId226" Type="http://schemas.openxmlformats.org/officeDocument/2006/relationships/image" Target="../media/image233.svg"/><Relationship Id="rId107" Type="http://schemas.openxmlformats.org/officeDocument/2006/relationships/image" Target="../media/image114.svg"/><Relationship Id="rId11" Type="http://schemas.openxmlformats.org/officeDocument/2006/relationships/image" Target="../media/image18.svg"/><Relationship Id="rId32" Type="http://schemas.openxmlformats.org/officeDocument/2006/relationships/image" Target="../media/image39.svg"/><Relationship Id="rId53" Type="http://schemas.openxmlformats.org/officeDocument/2006/relationships/image" Target="../media/image60.svg"/><Relationship Id="rId74" Type="http://schemas.openxmlformats.org/officeDocument/2006/relationships/image" Target="../media/image81.svg"/><Relationship Id="rId128" Type="http://schemas.openxmlformats.org/officeDocument/2006/relationships/image" Target="../media/image135.svg"/><Relationship Id="rId149" Type="http://schemas.openxmlformats.org/officeDocument/2006/relationships/image" Target="../media/image156.svg"/><Relationship Id="rId5" Type="http://schemas.openxmlformats.org/officeDocument/2006/relationships/image" Target="../media/image12.svg"/><Relationship Id="rId95" Type="http://schemas.openxmlformats.org/officeDocument/2006/relationships/image" Target="../media/image102.svg"/><Relationship Id="rId160" Type="http://schemas.openxmlformats.org/officeDocument/2006/relationships/image" Target="../media/image167.svg"/><Relationship Id="rId181" Type="http://schemas.openxmlformats.org/officeDocument/2006/relationships/image" Target="../media/image188.svg"/><Relationship Id="rId216" Type="http://schemas.openxmlformats.org/officeDocument/2006/relationships/image" Target="../media/image223.svg"/><Relationship Id="rId237" Type="http://schemas.openxmlformats.org/officeDocument/2006/relationships/image" Target="../media/image244.svg"/><Relationship Id="rId22" Type="http://schemas.openxmlformats.org/officeDocument/2006/relationships/image" Target="../media/image29.svg"/><Relationship Id="rId43" Type="http://schemas.openxmlformats.org/officeDocument/2006/relationships/image" Target="../media/image50.svg"/><Relationship Id="rId64" Type="http://schemas.openxmlformats.org/officeDocument/2006/relationships/image" Target="../media/image71.svg"/><Relationship Id="rId118" Type="http://schemas.openxmlformats.org/officeDocument/2006/relationships/image" Target="../media/image125.svg"/><Relationship Id="rId139" Type="http://schemas.openxmlformats.org/officeDocument/2006/relationships/image" Target="../media/image146.svg"/><Relationship Id="rId85" Type="http://schemas.openxmlformats.org/officeDocument/2006/relationships/image" Target="../media/image92.svg"/><Relationship Id="rId150" Type="http://schemas.openxmlformats.org/officeDocument/2006/relationships/image" Target="../media/image157.svg"/><Relationship Id="rId171" Type="http://schemas.openxmlformats.org/officeDocument/2006/relationships/image" Target="../media/image178.svg"/><Relationship Id="rId192" Type="http://schemas.openxmlformats.org/officeDocument/2006/relationships/image" Target="../media/image199.svg"/><Relationship Id="rId206" Type="http://schemas.openxmlformats.org/officeDocument/2006/relationships/image" Target="../media/image213.svg"/><Relationship Id="rId227" Type="http://schemas.openxmlformats.org/officeDocument/2006/relationships/image" Target="../media/image234.svg"/><Relationship Id="rId12" Type="http://schemas.openxmlformats.org/officeDocument/2006/relationships/image" Target="../media/image19.svg"/><Relationship Id="rId33" Type="http://schemas.openxmlformats.org/officeDocument/2006/relationships/image" Target="../media/image40.svg"/><Relationship Id="rId108" Type="http://schemas.openxmlformats.org/officeDocument/2006/relationships/image" Target="../media/image115.svg"/><Relationship Id="rId129" Type="http://schemas.openxmlformats.org/officeDocument/2006/relationships/image" Target="../media/image136.svg"/><Relationship Id="rId54" Type="http://schemas.openxmlformats.org/officeDocument/2006/relationships/image" Target="../media/image61.svg"/><Relationship Id="rId75" Type="http://schemas.openxmlformats.org/officeDocument/2006/relationships/image" Target="../media/image82.svg"/><Relationship Id="rId96" Type="http://schemas.openxmlformats.org/officeDocument/2006/relationships/image" Target="../media/image103.svg"/><Relationship Id="rId140" Type="http://schemas.openxmlformats.org/officeDocument/2006/relationships/image" Target="../media/image147.svg"/><Relationship Id="rId161" Type="http://schemas.openxmlformats.org/officeDocument/2006/relationships/image" Target="../media/image168.svg"/><Relationship Id="rId182" Type="http://schemas.openxmlformats.org/officeDocument/2006/relationships/image" Target="../media/image189.svg"/><Relationship Id="rId217" Type="http://schemas.openxmlformats.org/officeDocument/2006/relationships/image" Target="../media/image224.svg"/><Relationship Id="rId6" Type="http://schemas.openxmlformats.org/officeDocument/2006/relationships/image" Target="../media/image13.svg"/><Relationship Id="rId238" Type="http://schemas.openxmlformats.org/officeDocument/2006/relationships/image" Target="../media/image245.svg"/><Relationship Id="rId23" Type="http://schemas.openxmlformats.org/officeDocument/2006/relationships/image" Target="../media/image30.svg"/><Relationship Id="rId119" Type="http://schemas.openxmlformats.org/officeDocument/2006/relationships/image" Target="../media/image126.svg"/><Relationship Id="rId44" Type="http://schemas.openxmlformats.org/officeDocument/2006/relationships/image" Target="../media/image51.svg"/><Relationship Id="rId65" Type="http://schemas.openxmlformats.org/officeDocument/2006/relationships/image" Target="../media/image72.svg"/><Relationship Id="rId86" Type="http://schemas.openxmlformats.org/officeDocument/2006/relationships/image" Target="../media/image93.svg"/><Relationship Id="rId130" Type="http://schemas.openxmlformats.org/officeDocument/2006/relationships/image" Target="../media/image137.svg"/><Relationship Id="rId151" Type="http://schemas.openxmlformats.org/officeDocument/2006/relationships/image" Target="../media/image158.svg"/><Relationship Id="rId172" Type="http://schemas.openxmlformats.org/officeDocument/2006/relationships/image" Target="../media/image179.svg"/><Relationship Id="rId193" Type="http://schemas.openxmlformats.org/officeDocument/2006/relationships/image" Target="../media/image200.svg"/><Relationship Id="rId207" Type="http://schemas.openxmlformats.org/officeDocument/2006/relationships/image" Target="../media/image214.svg"/><Relationship Id="rId228" Type="http://schemas.openxmlformats.org/officeDocument/2006/relationships/image" Target="../media/image235.svg"/><Relationship Id="rId13" Type="http://schemas.openxmlformats.org/officeDocument/2006/relationships/image" Target="../media/image20.svg"/><Relationship Id="rId109" Type="http://schemas.openxmlformats.org/officeDocument/2006/relationships/image" Target="../media/image116.svg"/><Relationship Id="rId34" Type="http://schemas.openxmlformats.org/officeDocument/2006/relationships/image" Target="../media/image41.svg"/><Relationship Id="rId55" Type="http://schemas.openxmlformats.org/officeDocument/2006/relationships/image" Target="../media/image62.svg"/><Relationship Id="rId76" Type="http://schemas.openxmlformats.org/officeDocument/2006/relationships/image" Target="../media/image83.svg"/><Relationship Id="rId97" Type="http://schemas.openxmlformats.org/officeDocument/2006/relationships/image" Target="../media/image104.svg"/><Relationship Id="rId120" Type="http://schemas.openxmlformats.org/officeDocument/2006/relationships/image" Target="../media/image127.svg"/><Relationship Id="rId141" Type="http://schemas.openxmlformats.org/officeDocument/2006/relationships/image" Target="../media/image148.svg"/><Relationship Id="rId7" Type="http://schemas.openxmlformats.org/officeDocument/2006/relationships/image" Target="../media/image14.svg"/><Relationship Id="rId162" Type="http://schemas.openxmlformats.org/officeDocument/2006/relationships/image" Target="../media/image169.svg"/><Relationship Id="rId183" Type="http://schemas.openxmlformats.org/officeDocument/2006/relationships/image" Target="../media/image190.svg"/><Relationship Id="rId218" Type="http://schemas.openxmlformats.org/officeDocument/2006/relationships/image" Target="../media/image225.svg"/><Relationship Id="rId239" Type="http://schemas.openxmlformats.org/officeDocument/2006/relationships/image" Target="../media/image246.svg"/><Relationship Id="rId24" Type="http://schemas.openxmlformats.org/officeDocument/2006/relationships/image" Target="../media/image31.svg"/><Relationship Id="rId45" Type="http://schemas.openxmlformats.org/officeDocument/2006/relationships/image" Target="../media/image52.svg"/><Relationship Id="rId66" Type="http://schemas.openxmlformats.org/officeDocument/2006/relationships/image" Target="../media/image73.svg"/><Relationship Id="rId87" Type="http://schemas.openxmlformats.org/officeDocument/2006/relationships/image" Target="../media/image94.svg"/><Relationship Id="rId110" Type="http://schemas.openxmlformats.org/officeDocument/2006/relationships/image" Target="../media/image117.svg"/><Relationship Id="rId131" Type="http://schemas.openxmlformats.org/officeDocument/2006/relationships/image" Target="../media/image138.svg"/><Relationship Id="rId152" Type="http://schemas.openxmlformats.org/officeDocument/2006/relationships/image" Target="../media/image159.svg"/><Relationship Id="rId173" Type="http://schemas.openxmlformats.org/officeDocument/2006/relationships/image" Target="../media/image180.svg"/><Relationship Id="rId194" Type="http://schemas.openxmlformats.org/officeDocument/2006/relationships/image" Target="../media/image201.svg"/><Relationship Id="rId208" Type="http://schemas.openxmlformats.org/officeDocument/2006/relationships/image" Target="../media/image215.svg"/><Relationship Id="rId229" Type="http://schemas.openxmlformats.org/officeDocument/2006/relationships/image" Target="../media/image236.svg"/><Relationship Id="rId240" Type="http://schemas.openxmlformats.org/officeDocument/2006/relationships/image" Target="../media/image247.svg"/><Relationship Id="rId14" Type="http://schemas.openxmlformats.org/officeDocument/2006/relationships/image" Target="../media/image21.svg"/><Relationship Id="rId35" Type="http://schemas.openxmlformats.org/officeDocument/2006/relationships/image" Target="../media/image42.svg"/><Relationship Id="rId56" Type="http://schemas.openxmlformats.org/officeDocument/2006/relationships/image" Target="../media/image63.svg"/><Relationship Id="rId77" Type="http://schemas.openxmlformats.org/officeDocument/2006/relationships/image" Target="../media/image84.svg"/><Relationship Id="rId100" Type="http://schemas.openxmlformats.org/officeDocument/2006/relationships/image" Target="../media/image107.svg"/><Relationship Id="rId8" Type="http://schemas.openxmlformats.org/officeDocument/2006/relationships/image" Target="../media/image15.svg"/><Relationship Id="rId98" Type="http://schemas.openxmlformats.org/officeDocument/2006/relationships/image" Target="../media/image105.svg"/><Relationship Id="rId121" Type="http://schemas.openxmlformats.org/officeDocument/2006/relationships/image" Target="../media/image128.svg"/><Relationship Id="rId142" Type="http://schemas.openxmlformats.org/officeDocument/2006/relationships/image" Target="../media/image149.svg"/><Relationship Id="rId163" Type="http://schemas.openxmlformats.org/officeDocument/2006/relationships/image" Target="../media/image170.svg"/><Relationship Id="rId184" Type="http://schemas.openxmlformats.org/officeDocument/2006/relationships/image" Target="../media/image191.svg"/><Relationship Id="rId219" Type="http://schemas.openxmlformats.org/officeDocument/2006/relationships/image" Target="../media/image226.svg"/><Relationship Id="rId230" Type="http://schemas.openxmlformats.org/officeDocument/2006/relationships/image" Target="../media/image237.svg"/><Relationship Id="rId25" Type="http://schemas.openxmlformats.org/officeDocument/2006/relationships/image" Target="../media/image32.svg"/><Relationship Id="rId46" Type="http://schemas.openxmlformats.org/officeDocument/2006/relationships/image" Target="../media/image53.svg"/><Relationship Id="rId67" Type="http://schemas.openxmlformats.org/officeDocument/2006/relationships/image" Target="../media/image74.svg"/><Relationship Id="rId88" Type="http://schemas.openxmlformats.org/officeDocument/2006/relationships/image" Target="../media/image95.svg"/><Relationship Id="rId111" Type="http://schemas.openxmlformats.org/officeDocument/2006/relationships/image" Target="../media/image118.svg"/><Relationship Id="rId132" Type="http://schemas.openxmlformats.org/officeDocument/2006/relationships/image" Target="../media/image139.svg"/><Relationship Id="rId153" Type="http://schemas.openxmlformats.org/officeDocument/2006/relationships/image" Target="../media/image160.svg"/><Relationship Id="rId174" Type="http://schemas.openxmlformats.org/officeDocument/2006/relationships/image" Target="../media/image181.svg"/><Relationship Id="rId195" Type="http://schemas.openxmlformats.org/officeDocument/2006/relationships/image" Target="../media/image202.svg"/><Relationship Id="rId209" Type="http://schemas.openxmlformats.org/officeDocument/2006/relationships/image" Target="../media/image216.svg"/><Relationship Id="rId220" Type="http://schemas.openxmlformats.org/officeDocument/2006/relationships/image" Target="../media/image227.svg"/><Relationship Id="rId241" Type="http://schemas.openxmlformats.org/officeDocument/2006/relationships/image" Target="../media/image248.svg"/><Relationship Id="rId15" Type="http://schemas.openxmlformats.org/officeDocument/2006/relationships/image" Target="../media/image22.svg"/><Relationship Id="rId36" Type="http://schemas.openxmlformats.org/officeDocument/2006/relationships/image" Target="../media/image43.svg"/><Relationship Id="rId57" Type="http://schemas.openxmlformats.org/officeDocument/2006/relationships/image" Target="../media/image64.svg"/><Relationship Id="rId106" Type="http://schemas.openxmlformats.org/officeDocument/2006/relationships/image" Target="../media/image113.svg"/><Relationship Id="rId127" Type="http://schemas.openxmlformats.org/officeDocument/2006/relationships/image" Target="../media/image134.svg"/><Relationship Id="rId10" Type="http://schemas.openxmlformats.org/officeDocument/2006/relationships/image" Target="../media/image17.svg"/><Relationship Id="rId31" Type="http://schemas.openxmlformats.org/officeDocument/2006/relationships/image" Target="../media/image38.svg"/><Relationship Id="rId52" Type="http://schemas.openxmlformats.org/officeDocument/2006/relationships/image" Target="../media/image59.svg"/><Relationship Id="rId73" Type="http://schemas.openxmlformats.org/officeDocument/2006/relationships/image" Target="../media/image80.svg"/><Relationship Id="rId78" Type="http://schemas.openxmlformats.org/officeDocument/2006/relationships/image" Target="../media/image85.svg"/><Relationship Id="rId94" Type="http://schemas.openxmlformats.org/officeDocument/2006/relationships/image" Target="../media/image101.svg"/><Relationship Id="rId99" Type="http://schemas.openxmlformats.org/officeDocument/2006/relationships/image" Target="../media/image106.svg"/><Relationship Id="rId101" Type="http://schemas.openxmlformats.org/officeDocument/2006/relationships/image" Target="../media/image108.svg"/><Relationship Id="rId122" Type="http://schemas.openxmlformats.org/officeDocument/2006/relationships/image" Target="../media/image129.svg"/><Relationship Id="rId143" Type="http://schemas.openxmlformats.org/officeDocument/2006/relationships/image" Target="../media/image150.svg"/><Relationship Id="rId148" Type="http://schemas.openxmlformats.org/officeDocument/2006/relationships/image" Target="../media/image155.svg"/><Relationship Id="rId164" Type="http://schemas.openxmlformats.org/officeDocument/2006/relationships/image" Target="../media/image171.svg"/><Relationship Id="rId169" Type="http://schemas.openxmlformats.org/officeDocument/2006/relationships/image" Target="../media/image176.svg"/><Relationship Id="rId185" Type="http://schemas.openxmlformats.org/officeDocument/2006/relationships/image" Target="../media/image192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Relationship Id="rId180" Type="http://schemas.openxmlformats.org/officeDocument/2006/relationships/image" Target="../media/image187.svg"/><Relationship Id="rId210" Type="http://schemas.openxmlformats.org/officeDocument/2006/relationships/image" Target="../media/image217.svg"/><Relationship Id="rId215" Type="http://schemas.openxmlformats.org/officeDocument/2006/relationships/image" Target="../media/image222.svg"/><Relationship Id="rId236" Type="http://schemas.openxmlformats.org/officeDocument/2006/relationships/image" Target="../media/image243.svg"/><Relationship Id="rId26" Type="http://schemas.openxmlformats.org/officeDocument/2006/relationships/image" Target="../media/image33.svg"/><Relationship Id="rId231" Type="http://schemas.openxmlformats.org/officeDocument/2006/relationships/image" Target="../media/image238.svg"/><Relationship Id="rId47" Type="http://schemas.openxmlformats.org/officeDocument/2006/relationships/image" Target="../media/image54.svg"/><Relationship Id="rId68" Type="http://schemas.openxmlformats.org/officeDocument/2006/relationships/image" Target="../media/image75.svg"/><Relationship Id="rId89" Type="http://schemas.openxmlformats.org/officeDocument/2006/relationships/image" Target="../media/image96.svg"/><Relationship Id="rId112" Type="http://schemas.openxmlformats.org/officeDocument/2006/relationships/image" Target="../media/image119.svg"/><Relationship Id="rId133" Type="http://schemas.openxmlformats.org/officeDocument/2006/relationships/image" Target="../media/image140.svg"/><Relationship Id="rId154" Type="http://schemas.openxmlformats.org/officeDocument/2006/relationships/image" Target="../media/image161.svg"/><Relationship Id="rId175" Type="http://schemas.openxmlformats.org/officeDocument/2006/relationships/image" Target="../media/image182.svg"/><Relationship Id="rId196" Type="http://schemas.openxmlformats.org/officeDocument/2006/relationships/image" Target="../media/image203.svg"/><Relationship Id="rId200" Type="http://schemas.openxmlformats.org/officeDocument/2006/relationships/image" Target="../media/image207.svg"/><Relationship Id="rId16" Type="http://schemas.openxmlformats.org/officeDocument/2006/relationships/image" Target="../media/image23.svg"/><Relationship Id="rId221" Type="http://schemas.openxmlformats.org/officeDocument/2006/relationships/image" Target="../media/image228.svg"/><Relationship Id="rId242" Type="http://schemas.openxmlformats.org/officeDocument/2006/relationships/image" Target="../media/image249.svg"/><Relationship Id="rId37" Type="http://schemas.openxmlformats.org/officeDocument/2006/relationships/image" Target="../media/image44.svg"/><Relationship Id="rId58" Type="http://schemas.openxmlformats.org/officeDocument/2006/relationships/image" Target="../media/image65.svg"/><Relationship Id="rId79" Type="http://schemas.openxmlformats.org/officeDocument/2006/relationships/image" Target="../media/image86.svg"/><Relationship Id="rId102" Type="http://schemas.openxmlformats.org/officeDocument/2006/relationships/image" Target="../media/image109.svg"/><Relationship Id="rId123" Type="http://schemas.openxmlformats.org/officeDocument/2006/relationships/image" Target="../media/image130.svg"/><Relationship Id="rId144" Type="http://schemas.openxmlformats.org/officeDocument/2006/relationships/image" Target="../media/image151.svg"/><Relationship Id="rId90" Type="http://schemas.openxmlformats.org/officeDocument/2006/relationships/image" Target="../media/image97.svg"/><Relationship Id="rId165" Type="http://schemas.openxmlformats.org/officeDocument/2006/relationships/image" Target="../media/image172.svg"/><Relationship Id="rId186" Type="http://schemas.openxmlformats.org/officeDocument/2006/relationships/image" Target="../media/image193.svg"/><Relationship Id="rId211" Type="http://schemas.openxmlformats.org/officeDocument/2006/relationships/image" Target="../media/image218.svg"/><Relationship Id="rId232" Type="http://schemas.openxmlformats.org/officeDocument/2006/relationships/image" Target="../media/image239.svg"/><Relationship Id="rId27" Type="http://schemas.openxmlformats.org/officeDocument/2006/relationships/image" Target="../media/image34.svg"/><Relationship Id="rId48" Type="http://schemas.openxmlformats.org/officeDocument/2006/relationships/image" Target="../media/image55.svg"/><Relationship Id="rId69" Type="http://schemas.openxmlformats.org/officeDocument/2006/relationships/image" Target="../media/image76.svg"/><Relationship Id="rId113" Type="http://schemas.openxmlformats.org/officeDocument/2006/relationships/image" Target="../media/image120.svg"/><Relationship Id="rId134" Type="http://schemas.openxmlformats.org/officeDocument/2006/relationships/image" Target="../media/image141.svg"/><Relationship Id="rId80" Type="http://schemas.openxmlformats.org/officeDocument/2006/relationships/image" Target="../media/image87.svg"/><Relationship Id="rId155" Type="http://schemas.openxmlformats.org/officeDocument/2006/relationships/image" Target="../media/image162.svg"/><Relationship Id="rId176" Type="http://schemas.openxmlformats.org/officeDocument/2006/relationships/image" Target="../media/image183.svg"/><Relationship Id="rId197" Type="http://schemas.openxmlformats.org/officeDocument/2006/relationships/image" Target="../media/image204.svg"/><Relationship Id="rId201" Type="http://schemas.openxmlformats.org/officeDocument/2006/relationships/image" Target="../media/image208.svg"/><Relationship Id="rId222" Type="http://schemas.openxmlformats.org/officeDocument/2006/relationships/image" Target="../media/image229.svg"/><Relationship Id="rId17" Type="http://schemas.openxmlformats.org/officeDocument/2006/relationships/image" Target="../media/image24.svg"/><Relationship Id="rId38" Type="http://schemas.openxmlformats.org/officeDocument/2006/relationships/image" Target="../media/image45.svg"/><Relationship Id="rId59" Type="http://schemas.openxmlformats.org/officeDocument/2006/relationships/image" Target="../media/image66.svg"/><Relationship Id="rId103" Type="http://schemas.openxmlformats.org/officeDocument/2006/relationships/image" Target="../media/image110.svg"/><Relationship Id="rId124" Type="http://schemas.openxmlformats.org/officeDocument/2006/relationships/image" Target="../media/image131.svg"/><Relationship Id="rId70" Type="http://schemas.openxmlformats.org/officeDocument/2006/relationships/image" Target="../media/image77.svg"/><Relationship Id="rId91" Type="http://schemas.openxmlformats.org/officeDocument/2006/relationships/image" Target="../media/image98.svg"/><Relationship Id="rId145" Type="http://schemas.openxmlformats.org/officeDocument/2006/relationships/image" Target="../media/image152.svg"/><Relationship Id="rId166" Type="http://schemas.openxmlformats.org/officeDocument/2006/relationships/image" Target="../media/image173.svg"/><Relationship Id="rId187" Type="http://schemas.openxmlformats.org/officeDocument/2006/relationships/image" Target="../media/image194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219.svg"/><Relationship Id="rId233" Type="http://schemas.openxmlformats.org/officeDocument/2006/relationships/image" Target="../media/image240.svg"/><Relationship Id="rId28" Type="http://schemas.openxmlformats.org/officeDocument/2006/relationships/image" Target="../media/image35.svg"/><Relationship Id="rId49" Type="http://schemas.openxmlformats.org/officeDocument/2006/relationships/image" Target="../media/image56.svg"/><Relationship Id="rId114" Type="http://schemas.openxmlformats.org/officeDocument/2006/relationships/image" Target="../media/image121.svg"/><Relationship Id="rId60" Type="http://schemas.openxmlformats.org/officeDocument/2006/relationships/image" Target="../media/image67.svg"/><Relationship Id="rId81" Type="http://schemas.openxmlformats.org/officeDocument/2006/relationships/image" Target="../media/image88.svg"/><Relationship Id="rId135" Type="http://schemas.openxmlformats.org/officeDocument/2006/relationships/image" Target="../media/image142.svg"/><Relationship Id="rId156" Type="http://schemas.openxmlformats.org/officeDocument/2006/relationships/image" Target="../media/image163.svg"/><Relationship Id="rId177" Type="http://schemas.openxmlformats.org/officeDocument/2006/relationships/image" Target="../media/image184.svg"/><Relationship Id="rId198" Type="http://schemas.openxmlformats.org/officeDocument/2006/relationships/image" Target="../media/image205.svg"/><Relationship Id="rId202" Type="http://schemas.openxmlformats.org/officeDocument/2006/relationships/image" Target="../media/image209.svg"/><Relationship Id="rId223" Type="http://schemas.openxmlformats.org/officeDocument/2006/relationships/image" Target="../media/image230.svg"/><Relationship Id="rId18" Type="http://schemas.openxmlformats.org/officeDocument/2006/relationships/image" Target="../media/image25.svg"/><Relationship Id="rId39" Type="http://schemas.openxmlformats.org/officeDocument/2006/relationships/image" Target="../media/image46.svg"/><Relationship Id="rId50" Type="http://schemas.openxmlformats.org/officeDocument/2006/relationships/image" Target="../media/image57.svg"/><Relationship Id="rId104" Type="http://schemas.openxmlformats.org/officeDocument/2006/relationships/image" Target="../media/image111.svg"/><Relationship Id="rId125" Type="http://schemas.openxmlformats.org/officeDocument/2006/relationships/image" Target="../media/image132.svg"/><Relationship Id="rId146" Type="http://schemas.openxmlformats.org/officeDocument/2006/relationships/image" Target="../media/image153.svg"/><Relationship Id="rId167" Type="http://schemas.openxmlformats.org/officeDocument/2006/relationships/image" Target="../media/image174.svg"/><Relationship Id="rId188" Type="http://schemas.openxmlformats.org/officeDocument/2006/relationships/image" Target="../media/image195.svg"/><Relationship Id="rId71" Type="http://schemas.openxmlformats.org/officeDocument/2006/relationships/image" Target="../media/image78.svg"/><Relationship Id="rId92" Type="http://schemas.openxmlformats.org/officeDocument/2006/relationships/image" Target="../media/image99.svg"/><Relationship Id="rId213" Type="http://schemas.openxmlformats.org/officeDocument/2006/relationships/image" Target="../media/image220.svg"/><Relationship Id="rId234" Type="http://schemas.openxmlformats.org/officeDocument/2006/relationships/image" Target="../media/image241.svg"/><Relationship Id="rId2" Type="http://schemas.openxmlformats.org/officeDocument/2006/relationships/image" Target="../media/image9.svg"/><Relationship Id="rId29" Type="http://schemas.openxmlformats.org/officeDocument/2006/relationships/image" Target="../media/image36.svg"/><Relationship Id="rId40" Type="http://schemas.openxmlformats.org/officeDocument/2006/relationships/image" Target="../media/image47.svg"/><Relationship Id="rId115" Type="http://schemas.openxmlformats.org/officeDocument/2006/relationships/image" Target="../media/image122.svg"/><Relationship Id="rId136" Type="http://schemas.openxmlformats.org/officeDocument/2006/relationships/image" Target="../media/image143.svg"/><Relationship Id="rId157" Type="http://schemas.openxmlformats.org/officeDocument/2006/relationships/image" Target="../media/image164.svg"/><Relationship Id="rId178" Type="http://schemas.openxmlformats.org/officeDocument/2006/relationships/image" Target="../media/image185.svg"/><Relationship Id="rId61" Type="http://schemas.openxmlformats.org/officeDocument/2006/relationships/image" Target="../media/image68.svg"/><Relationship Id="rId82" Type="http://schemas.openxmlformats.org/officeDocument/2006/relationships/image" Target="../media/image89.svg"/><Relationship Id="rId199" Type="http://schemas.openxmlformats.org/officeDocument/2006/relationships/image" Target="../media/image206.svg"/><Relationship Id="rId203" Type="http://schemas.openxmlformats.org/officeDocument/2006/relationships/image" Target="../media/image210.svg"/><Relationship Id="rId19" Type="http://schemas.openxmlformats.org/officeDocument/2006/relationships/image" Target="../media/image26.svg"/><Relationship Id="rId224" Type="http://schemas.openxmlformats.org/officeDocument/2006/relationships/image" Target="../media/image231.svg"/><Relationship Id="rId30" Type="http://schemas.openxmlformats.org/officeDocument/2006/relationships/image" Target="../media/image37.svg"/><Relationship Id="rId105" Type="http://schemas.openxmlformats.org/officeDocument/2006/relationships/image" Target="../media/image112.svg"/><Relationship Id="rId126" Type="http://schemas.openxmlformats.org/officeDocument/2006/relationships/image" Target="../media/image133.svg"/><Relationship Id="rId147" Type="http://schemas.openxmlformats.org/officeDocument/2006/relationships/image" Target="../media/image154.svg"/><Relationship Id="rId168" Type="http://schemas.openxmlformats.org/officeDocument/2006/relationships/image" Target="../media/image175.svg"/><Relationship Id="rId51" Type="http://schemas.openxmlformats.org/officeDocument/2006/relationships/image" Target="../media/image58.svg"/><Relationship Id="rId72" Type="http://schemas.openxmlformats.org/officeDocument/2006/relationships/image" Target="../media/image79.svg"/><Relationship Id="rId93" Type="http://schemas.openxmlformats.org/officeDocument/2006/relationships/image" Target="../media/image100.svg"/><Relationship Id="rId189" Type="http://schemas.openxmlformats.org/officeDocument/2006/relationships/image" Target="../media/image196.svg"/><Relationship Id="rId3" Type="http://schemas.openxmlformats.org/officeDocument/2006/relationships/image" Target="../media/image10.svg"/><Relationship Id="rId214" Type="http://schemas.openxmlformats.org/officeDocument/2006/relationships/image" Target="../media/image221.svg"/><Relationship Id="rId235" Type="http://schemas.openxmlformats.org/officeDocument/2006/relationships/image" Target="../media/image242.svg"/><Relationship Id="rId116" Type="http://schemas.openxmlformats.org/officeDocument/2006/relationships/image" Target="../media/image123.svg"/><Relationship Id="rId137" Type="http://schemas.openxmlformats.org/officeDocument/2006/relationships/image" Target="../media/image144.svg"/><Relationship Id="rId158" Type="http://schemas.openxmlformats.org/officeDocument/2006/relationships/image" Target="../media/image165.svg"/><Relationship Id="rId20" Type="http://schemas.openxmlformats.org/officeDocument/2006/relationships/image" Target="../media/image27.svg"/><Relationship Id="rId41" Type="http://schemas.openxmlformats.org/officeDocument/2006/relationships/image" Target="../media/image48.svg"/><Relationship Id="rId62" Type="http://schemas.openxmlformats.org/officeDocument/2006/relationships/image" Target="../media/image69.svg"/><Relationship Id="rId83" Type="http://schemas.openxmlformats.org/officeDocument/2006/relationships/image" Target="../media/image90.svg"/><Relationship Id="rId179" Type="http://schemas.openxmlformats.org/officeDocument/2006/relationships/image" Target="../media/image186.svg"/><Relationship Id="rId190" Type="http://schemas.openxmlformats.org/officeDocument/2006/relationships/image" Target="../media/image197.svg"/><Relationship Id="rId204" Type="http://schemas.openxmlformats.org/officeDocument/2006/relationships/image" Target="../media/image211.svg"/><Relationship Id="rId225" Type="http://schemas.openxmlformats.org/officeDocument/2006/relationships/image" Target="../media/image232.sv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5.svg"/><Relationship Id="rId21" Type="http://schemas.openxmlformats.org/officeDocument/2006/relationships/image" Target="../media/image269.svg"/><Relationship Id="rId42" Type="http://schemas.openxmlformats.org/officeDocument/2006/relationships/image" Target="../media/image290.svg"/><Relationship Id="rId63" Type="http://schemas.openxmlformats.org/officeDocument/2006/relationships/image" Target="../media/image311.svg"/><Relationship Id="rId84" Type="http://schemas.openxmlformats.org/officeDocument/2006/relationships/image" Target="../media/image332.svg"/><Relationship Id="rId138" Type="http://schemas.openxmlformats.org/officeDocument/2006/relationships/image" Target="../media/image386.svg"/><Relationship Id="rId159" Type="http://schemas.openxmlformats.org/officeDocument/2006/relationships/image" Target="../media/image407.svg"/><Relationship Id="rId170" Type="http://schemas.openxmlformats.org/officeDocument/2006/relationships/image" Target="../media/image418.svg"/><Relationship Id="rId191" Type="http://schemas.openxmlformats.org/officeDocument/2006/relationships/image" Target="../media/image439.svg"/><Relationship Id="rId205" Type="http://schemas.openxmlformats.org/officeDocument/2006/relationships/image" Target="../media/image453.svg"/><Relationship Id="rId226" Type="http://schemas.openxmlformats.org/officeDocument/2006/relationships/image" Target="../media/image474.svg"/><Relationship Id="rId107" Type="http://schemas.openxmlformats.org/officeDocument/2006/relationships/image" Target="../media/image355.svg"/><Relationship Id="rId11" Type="http://schemas.openxmlformats.org/officeDocument/2006/relationships/image" Target="../media/image259.svg"/><Relationship Id="rId32" Type="http://schemas.openxmlformats.org/officeDocument/2006/relationships/image" Target="../media/image280.svg"/><Relationship Id="rId53" Type="http://schemas.openxmlformats.org/officeDocument/2006/relationships/image" Target="../media/image301.svg"/><Relationship Id="rId74" Type="http://schemas.openxmlformats.org/officeDocument/2006/relationships/image" Target="../media/image322.svg"/><Relationship Id="rId128" Type="http://schemas.openxmlformats.org/officeDocument/2006/relationships/image" Target="../media/image376.svg"/><Relationship Id="rId149" Type="http://schemas.openxmlformats.org/officeDocument/2006/relationships/image" Target="../media/image397.svg"/><Relationship Id="rId5" Type="http://schemas.openxmlformats.org/officeDocument/2006/relationships/image" Target="../media/image253.svg"/><Relationship Id="rId95" Type="http://schemas.openxmlformats.org/officeDocument/2006/relationships/image" Target="../media/image343.svg"/><Relationship Id="rId160" Type="http://schemas.openxmlformats.org/officeDocument/2006/relationships/image" Target="../media/image408.svg"/><Relationship Id="rId181" Type="http://schemas.openxmlformats.org/officeDocument/2006/relationships/image" Target="../media/image429.svg"/><Relationship Id="rId216" Type="http://schemas.openxmlformats.org/officeDocument/2006/relationships/image" Target="../media/image464.svg"/><Relationship Id="rId22" Type="http://schemas.openxmlformats.org/officeDocument/2006/relationships/image" Target="../media/image270.svg"/><Relationship Id="rId43" Type="http://schemas.openxmlformats.org/officeDocument/2006/relationships/image" Target="../media/image291.svg"/><Relationship Id="rId64" Type="http://schemas.openxmlformats.org/officeDocument/2006/relationships/image" Target="../media/image312.svg"/><Relationship Id="rId118" Type="http://schemas.openxmlformats.org/officeDocument/2006/relationships/image" Target="../media/image366.svg"/><Relationship Id="rId139" Type="http://schemas.openxmlformats.org/officeDocument/2006/relationships/image" Target="../media/image387.svg"/><Relationship Id="rId85" Type="http://schemas.openxmlformats.org/officeDocument/2006/relationships/image" Target="../media/image333.svg"/><Relationship Id="rId150" Type="http://schemas.openxmlformats.org/officeDocument/2006/relationships/image" Target="../media/image398.svg"/><Relationship Id="rId171" Type="http://schemas.openxmlformats.org/officeDocument/2006/relationships/image" Target="../media/image419.svg"/><Relationship Id="rId192" Type="http://schemas.openxmlformats.org/officeDocument/2006/relationships/image" Target="../media/image440.svg"/><Relationship Id="rId206" Type="http://schemas.openxmlformats.org/officeDocument/2006/relationships/image" Target="../media/image454.svg"/><Relationship Id="rId227" Type="http://schemas.openxmlformats.org/officeDocument/2006/relationships/image" Target="../media/image475.svg"/><Relationship Id="rId12" Type="http://schemas.openxmlformats.org/officeDocument/2006/relationships/image" Target="../media/image260.svg"/><Relationship Id="rId33" Type="http://schemas.openxmlformats.org/officeDocument/2006/relationships/image" Target="../media/image281.svg"/><Relationship Id="rId108" Type="http://schemas.openxmlformats.org/officeDocument/2006/relationships/image" Target="../media/image356.svg"/><Relationship Id="rId129" Type="http://schemas.openxmlformats.org/officeDocument/2006/relationships/image" Target="../media/image377.svg"/><Relationship Id="rId54" Type="http://schemas.openxmlformats.org/officeDocument/2006/relationships/image" Target="../media/image302.svg"/><Relationship Id="rId75" Type="http://schemas.openxmlformats.org/officeDocument/2006/relationships/image" Target="../media/image323.svg"/><Relationship Id="rId96" Type="http://schemas.openxmlformats.org/officeDocument/2006/relationships/image" Target="../media/image344.svg"/><Relationship Id="rId140" Type="http://schemas.openxmlformats.org/officeDocument/2006/relationships/image" Target="../media/image388.svg"/><Relationship Id="rId161" Type="http://schemas.openxmlformats.org/officeDocument/2006/relationships/image" Target="../media/image409.svg"/><Relationship Id="rId182" Type="http://schemas.openxmlformats.org/officeDocument/2006/relationships/image" Target="../media/image430.svg"/><Relationship Id="rId217" Type="http://schemas.openxmlformats.org/officeDocument/2006/relationships/image" Target="../media/image465.svg"/><Relationship Id="rId6" Type="http://schemas.openxmlformats.org/officeDocument/2006/relationships/image" Target="../media/image254.svg"/><Relationship Id="rId23" Type="http://schemas.openxmlformats.org/officeDocument/2006/relationships/image" Target="../media/image271.svg"/><Relationship Id="rId119" Type="http://schemas.openxmlformats.org/officeDocument/2006/relationships/image" Target="../media/image367.svg"/><Relationship Id="rId44" Type="http://schemas.openxmlformats.org/officeDocument/2006/relationships/image" Target="../media/image292.svg"/><Relationship Id="rId65" Type="http://schemas.openxmlformats.org/officeDocument/2006/relationships/image" Target="../media/image313.svg"/><Relationship Id="rId86" Type="http://schemas.openxmlformats.org/officeDocument/2006/relationships/image" Target="../media/image334.svg"/><Relationship Id="rId130" Type="http://schemas.openxmlformats.org/officeDocument/2006/relationships/image" Target="../media/image378.svg"/><Relationship Id="rId151" Type="http://schemas.openxmlformats.org/officeDocument/2006/relationships/image" Target="../media/image399.svg"/><Relationship Id="rId172" Type="http://schemas.openxmlformats.org/officeDocument/2006/relationships/image" Target="../media/image420.svg"/><Relationship Id="rId193" Type="http://schemas.openxmlformats.org/officeDocument/2006/relationships/image" Target="../media/image441.svg"/><Relationship Id="rId207" Type="http://schemas.openxmlformats.org/officeDocument/2006/relationships/image" Target="../media/image455.svg"/><Relationship Id="rId228" Type="http://schemas.openxmlformats.org/officeDocument/2006/relationships/image" Target="../media/image476.svg"/><Relationship Id="rId13" Type="http://schemas.openxmlformats.org/officeDocument/2006/relationships/image" Target="../media/image261.svg"/><Relationship Id="rId109" Type="http://schemas.openxmlformats.org/officeDocument/2006/relationships/image" Target="../media/image357.svg"/><Relationship Id="rId34" Type="http://schemas.openxmlformats.org/officeDocument/2006/relationships/image" Target="../media/image282.svg"/><Relationship Id="rId55" Type="http://schemas.openxmlformats.org/officeDocument/2006/relationships/image" Target="../media/image303.svg"/><Relationship Id="rId76" Type="http://schemas.openxmlformats.org/officeDocument/2006/relationships/image" Target="../media/image324.svg"/><Relationship Id="rId97" Type="http://schemas.openxmlformats.org/officeDocument/2006/relationships/image" Target="../media/image345.svg"/><Relationship Id="rId120" Type="http://schemas.openxmlformats.org/officeDocument/2006/relationships/image" Target="../media/image368.svg"/><Relationship Id="rId141" Type="http://schemas.openxmlformats.org/officeDocument/2006/relationships/image" Target="../media/image389.svg"/><Relationship Id="rId7" Type="http://schemas.openxmlformats.org/officeDocument/2006/relationships/image" Target="../media/image255.svg"/><Relationship Id="rId162" Type="http://schemas.openxmlformats.org/officeDocument/2006/relationships/image" Target="../media/image410.svg"/><Relationship Id="rId183" Type="http://schemas.openxmlformats.org/officeDocument/2006/relationships/image" Target="../media/image431.svg"/><Relationship Id="rId218" Type="http://schemas.openxmlformats.org/officeDocument/2006/relationships/image" Target="../media/image466.svg"/><Relationship Id="rId24" Type="http://schemas.openxmlformats.org/officeDocument/2006/relationships/image" Target="../media/image272.svg"/><Relationship Id="rId45" Type="http://schemas.openxmlformats.org/officeDocument/2006/relationships/image" Target="../media/image293.svg"/><Relationship Id="rId66" Type="http://schemas.openxmlformats.org/officeDocument/2006/relationships/image" Target="../media/image314.svg"/><Relationship Id="rId87" Type="http://schemas.openxmlformats.org/officeDocument/2006/relationships/image" Target="../media/image335.svg"/><Relationship Id="rId110" Type="http://schemas.openxmlformats.org/officeDocument/2006/relationships/image" Target="../media/image358.svg"/><Relationship Id="rId131" Type="http://schemas.openxmlformats.org/officeDocument/2006/relationships/image" Target="../media/image379.svg"/><Relationship Id="rId152" Type="http://schemas.openxmlformats.org/officeDocument/2006/relationships/image" Target="../media/image400.svg"/><Relationship Id="rId173" Type="http://schemas.openxmlformats.org/officeDocument/2006/relationships/image" Target="../media/image421.svg"/><Relationship Id="rId194" Type="http://schemas.openxmlformats.org/officeDocument/2006/relationships/image" Target="../media/image442.svg"/><Relationship Id="rId208" Type="http://schemas.openxmlformats.org/officeDocument/2006/relationships/image" Target="../media/image456.svg"/><Relationship Id="rId229" Type="http://schemas.openxmlformats.org/officeDocument/2006/relationships/image" Target="../media/image477.svg"/><Relationship Id="rId14" Type="http://schemas.openxmlformats.org/officeDocument/2006/relationships/image" Target="../media/image262.svg"/><Relationship Id="rId35" Type="http://schemas.openxmlformats.org/officeDocument/2006/relationships/image" Target="../media/image283.svg"/><Relationship Id="rId56" Type="http://schemas.openxmlformats.org/officeDocument/2006/relationships/image" Target="../media/image304.svg"/><Relationship Id="rId77" Type="http://schemas.openxmlformats.org/officeDocument/2006/relationships/image" Target="../media/image325.svg"/><Relationship Id="rId100" Type="http://schemas.openxmlformats.org/officeDocument/2006/relationships/image" Target="../media/image348.svg"/><Relationship Id="rId8" Type="http://schemas.openxmlformats.org/officeDocument/2006/relationships/image" Target="../media/image256.svg"/><Relationship Id="rId98" Type="http://schemas.openxmlformats.org/officeDocument/2006/relationships/image" Target="../media/image346.svg"/><Relationship Id="rId121" Type="http://schemas.openxmlformats.org/officeDocument/2006/relationships/image" Target="../media/image369.svg"/><Relationship Id="rId142" Type="http://schemas.openxmlformats.org/officeDocument/2006/relationships/image" Target="../media/image390.svg"/><Relationship Id="rId163" Type="http://schemas.openxmlformats.org/officeDocument/2006/relationships/image" Target="../media/image411.svg"/><Relationship Id="rId184" Type="http://schemas.openxmlformats.org/officeDocument/2006/relationships/image" Target="../media/image432.svg"/><Relationship Id="rId219" Type="http://schemas.openxmlformats.org/officeDocument/2006/relationships/image" Target="../media/image467.svg"/><Relationship Id="rId230" Type="http://schemas.openxmlformats.org/officeDocument/2006/relationships/image" Target="../media/image478.svg"/><Relationship Id="rId25" Type="http://schemas.openxmlformats.org/officeDocument/2006/relationships/image" Target="../media/image273.svg"/><Relationship Id="rId46" Type="http://schemas.openxmlformats.org/officeDocument/2006/relationships/image" Target="../media/image294.svg"/><Relationship Id="rId67" Type="http://schemas.openxmlformats.org/officeDocument/2006/relationships/image" Target="../media/image315.svg"/><Relationship Id="rId20" Type="http://schemas.openxmlformats.org/officeDocument/2006/relationships/image" Target="../media/image268.svg"/><Relationship Id="rId41" Type="http://schemas.openxmlformats.org/officeDocument/2006/relationships/image" Target="../media/image289.svg"/><Relationship Id="rId62" Type="http://schemas.openxmlformats.org/officeDocument/2006/relationships/image" Target="../media/image310.svg"/><Relationship Id="rId83" Type="http://schemas.openxmlformats.org/officeDocument/2006/relationships/image" Target="../media/image331.svg"/><Relationship Id="rId88" Type="http://schemas.openxmlformats.org/officeDocument/2006/relationships/image" Target="../media/image336.svg"/><Relationship Id="rId111" Type="http://schemas.openxmlformats.org/officeDocument/2006/relationships/image" Target="../media/image359.svg"/><Relationship Id="rId132" Type="http://schemas.openxmlformats.org/officeDocument/2006/relationships/image" Target="../media/image380.svg"/><Relationship Id="rId153" Type="http://schemas.openxmlformats.org/officeDocument/2006/relationships/image" Target="../media/image401.svg"/><Relationship Id="rId174" Type="http://schemas.openxmlformats.org/officeDocument/2006/relationships/image" Target="../media/image422.svg"/><Relationship Id="rId179" Type="http://schemas.openxmlformats.org/officeDocument/2006/relationships/image" Target="../media/image427.svg"/><Relationship Id="rId195" Type="http://schemas.openxmlformats.org/officeDocument/2006/relationships/image" Target="../media/image443.svg"/><Relationship Id="rId209" Type="http://schemas.openxmlformats.org/officeDocument/2006/relationships/image" Target="../media/image457.svg"/><Relationship Id="rId190" Type="http://schemas.openxmlformats.org/officeDocument/2006/relationships/image" Target="../media/image438.svg"/><Relationship Id="rId204" Type="http://schemas.openxmlformats.org/officeDocument/2006/relationships/image" Target="../media/image452.svg"/><Relationship Id="rId220" Type="http://schemas.openxmlformats.org/officeDocument/2006/relationships/image" Target="../media/image468.svg"/><Relationship Id="rId225" Type="http://schemas.openxmlformats.org/officeDocument/2006/relationships/image" Target="../media/image473.svg"/><Relationship Id="rId15" Type="http://schemas.openxmlformats.org/officeDocument/2006/relationships/image" Target="../media/image263.svg"/><Relationship Id="rId36" Type="http://schemas.openxmlformats.org/officeDocument/2006/relationships/image" Target="../media/image284.svg"/><Relationship Id="rId57" Type="http://schemas.openxmlformats.org/officeDocument/2006/relationships/image" Target="../media/image305.svg"/><Relationship Id="rId106" Type="http://schemas.openxmlformats.org/officeDocument/2006/relationships/image" Target="../media/image354.svg"/><Relationship Id="rId127" Type="http://schemas.openxmlformats.org/officeDocument/2006/relationships/image" Target="../media/image375.svg"/><Relationship Id="rId10" Type="http://schemas.openxmlformats.org/officeDocument/2006/relationships/image" Target="../media/image258.svg"/><Relationship Id="rId31" Type="http://schemas.openxmlformats.org/officeDocument/2006/relationships/image" Target="../media/image279.svg"/><Relationship Id="rId52" Type="http://schemas.openxmlformats.org/officeDocument/2006/relationships/image" Target="../media/image300.svg"/><Relationship Id="rId73" Type="http://schemas.openxmlformats.org/officeDocument/2006/relationships/image" Target="../media/image321.svg"/><Relationship Id="rId78" Type="http://schemas.openxmlformats.org/officeDocument/2006/relationships/image" Target="../media/image326.svg"/><Relationship Id="rId94" Type="http://schemas.openxmlformats.org/officeDocument/2006/relationships/image" Target="../media/image342.svg"/><Relationship Id="rId99" Type="http://schemas.openxmlformats.org/officeDocument/2006/relationships/image" Target="../media/image347.svg"/><Relationship Id="rId101" Type="http://schemas.openxmlformats.org/officeDocument/2006/relationships/image" Target="../media/image349.svg"/><Relationship Id="rId122" Type="http://schemas.openxmlformats.org/officeDocument/2006/relationships/image" Target="../media/image370.svg"/><Relationship Id="rId143" Type="http://schemas.openxmlformats.org/officeDocument/2006/relationships/image" Target="../media/image391.svg"/><Relationship Id="rId148" Type="http://schemas.openxmlformats.org/officeDocument/2006/relationships/image" Target="../media/image396.svg"/><Relationship Id="rId164" Type="http://schemas.openxmlformats.org/officeDocument/2006/relationships/image" Target="../media/image412.svg"/><Relationship Id="rId169" Type="http://schemas.openxmlformats.org/officeDocument/2006/relationships/image" Target="../media/image417.svg"/><Relationship Id="rId185" Type="http://schemas.openxmlformats.org/officeDocument/2006/relationships/image" Target="../media/image433.svg"/><Relationship Id="rId4" Type="http://schemas.openxmlformats.org/officeDocument/2006/relationships/image" Target="../media/image252.svg"/><Relationship Id="rId9" Type="http://schemas.openxmlformats.org/officeDocument/2006/relationships/image" Target="../media/image257.svg"/><Relationship Id="rId180" Type="http://schemas.openxmlformats.org/officeDocument/2006/relationships/image" Target="../media/image428.svg"/><Relationship Id="rId210" Type="http://schemas.openxmlformats.org/officeDocument/2006/relationships/image" Target="../media/image458.svg"/><Relationship Id="rId215" Type="http://schemas.openxmlformats.org/officeDocument/2006/relationships/image" Target="../media/image463.svg"/><Relationship Id="rId236" Type="http://schemas.openxmlformats.org/officeDocument/2006/relationships/image" Target="../media/image484.svg"/><Relationship Id="rId26" Type="http://schemas.openxmlformats.org/officeDocument/2006/relationships/image" Target="../media/image274.svg"/><Relationship Id="rId231" Type="http://schemas.openxmlformats.org/officeDocument/2006/relationships/image" Target="../media/image479.svg"/><Relationship Id="rId47" Type="http://schemas.openxmlformats.org/officeDocument/2006/relationships/image" Target="../media/image295.svg"/><Relationship Id="rId68" Type="http://schemas.openxmlformats.org/officeDocument/2006/relationships/image" Target="../media/image316.svg"/><Relationship Id="rId89" Type="http://schemas.openxmlformats.org/officeDocument/2006/relationships/image" Target="../media/image337.svg"/><Relationship Id="rId112" Type="http://schemas.openxmlformats.org/officeDocument/2006/relationships/image" Target="../media/image360.svg"/><Relationship Id="rId133" Type="http://schemas.openxmlformats.org/officeDocument/2006/relationships/image" Target="../media/image381.svg"/><Relationship Id="rId154" Type="http://schemas.openxmlformats.org/officeDocument/2006/relationships/image" Target="../media/image402.svg"/><Relationship Id="rId175" Type="http://schemas.openxmlformats.org/officeDocument/2006/relationships/image" Target="../media/image423.svg"/><Relationship Id="rId196" Type="http://schemas.openxmlformats.org/officeDocument/2006/relationships/image" Target="../media/image444.svg"/><Relationship Id="rId200" Type="http://schemas.openxmlformats.org/officeDocument/2006/relationships/image" Target="../media/image448.svg"/><Relationship Id="rId16" Type="http://schemas.openxmlformats.org/officeDocument/2006/relationships/image" Target="../media/image264.svg"/><Relationship Id="rId221" Type="http://schemas.openxmlformats.org/officeDocument/2006/relationships/image" Target="../media/image469.svg"/><Relationship Id="rId37" Type="http://schemas.openxmlformats.org/officeDocument/2006/relationships/image" Target="../media/image285.svg"/><Relationship Id="rId58" Type="http://schemas.openxmlformats.org/officeDocument/2006/relationships/image" Target="../media/image306.svg"/><Relationship Id="rId79" Type="http://schemas.openxmlformats.org/officeDocument/2006/relationships/image" Target="../media/image327.svg"/><Relationship Id="rId102" Type="http://schemas.openxmlformats.org/officeDocument/2006/relationships/image" Target="../media/image350.svg"/><Relationship Id="rId123" Type="http://schemas.openxmlformats.org/officeDocument/2006/relationships/image" Target="../media/image371.svg"/><Relationship Id="rId144" Type="http://schemas.openxmlformats.org/officeDocument/2006/relationships/image" Target="../media/image392.svg"/><Relationship Id="rId90" Type="http://schemas.openxmlformats.org/officeDocument/2006/relationships/image" Target="../media/image338.svg"/><Relationship Id="rId165" Type="http://schemas.openxmlformats.org/officeDocument/2006/relationships/image" Target="../media/image413.svg"/><Relationship Id="rId186" Type="http://schemas.openxmlformats.org/officeDocument/2006/relationships/image" Target="../media/image434.svg"/><Relationship Id="rId211" Type="http://schemas.openxmlformats.org/officeDocument/2006/relationships/image" Target="../media/image459.svg"/><Relationship Id="rId232" Type="http://schemas.openxmlformats.org/officeDocument/2006/relationships/image" Target="../media/image480.svg"/><Relationship Id="rId27" Type="http://schemas.openxmlformats.org/officeDocument/2006/relationships/image" Target="../media/image275.svg"/><Relationship Id="rId48" Type="http://schemas.openxmlformats.org/officeDocument/2006/relationships/image" Target="../media/image296.svg"/><Relationship Id="rId69" Type="http://schemas.openxmlformats.org/officeDocument/2006/relationships/image" Target="../media/image317.svg"/><Relationship Id="rId113" Type="http://schemas.openxmlformats.org/officeDocument/2006/relationships/image" Target="../media/image361.svg"/><Relationship Id="rId134" Type="http://schemas.openxmlformats.org/officeDocument/2006/relationships/image" Target="../media/image382.svg"/><Relationship Id="rId80" Type="http://schemas.openxmlformats.org/officeDocument/2006/relationships/image" Target="../media/image328.svg"/><Relationship Id="rId155" Type="http://schemas.openxmlformats.org/officeDocument/2006/relationships/image" Target="../media/image403.svg"/><Relationship Id="rId176" Type="http://schemas.openxmlformats.org/officeDocument/2006/relationships/image" Target="../media/image424.svg"/><Relationship Id="rId197" Type="http://schemas.openxmlformats.org/officeDocument/2006/relationships/image" Target="../media/image445.svg"/><Relationship Id="rId201" Type="http://schemas.openxmlformats.org/officeDocument/2006/relationships/image" Target="../media/image449.svg"/><Relationship Id="rId222" Type="http://schemas.openxmlformats.org/officeDocument/2006/relationships/image" Target="../media/image470.svg"/><Relationship Id="rId17" Type="http://schemas.openxmlformats.org/officeDocument/2006/relationships/image" Target="../media/image265.svg"/><Relationship Id="rId38" Type="http://schemas.openxmlformats.org/officeDocument/2006/relationships/image" Target="../media/image286.svg"/><Relationship Id="rId59" Type="http://schemas.openxmlformats.org/officeDocument/2006/relationships/image" Target="../media/image307.svg"/><Relationship Id="rId103" Type="http://schemas.openxmlformats.org/officeDocument/2006/relationships/image" Target="../media/image351.svg"/><Relationship Id="rId124" Type="http://schemas.openxmlformats.org/officeDocument/2006/relationships/image" Target="../media/image372.svg"/><Relationship Id="rId70" Type="http://schemas.openxmlformats.org/officeDocument/2006/relationships/image" Target="../media/image318.svg"/><Relationship Id="rId91" Type="http://schemas.openxmlformats.org/officeDocument/2006/relationships/image" Target="../media/image339.svg"/><Relationship Id="rId145" Type="http://schemas.openxmlformats.org/officeDocument/2006/relationships/image" Target="../media/image393.svg"/><Relationship Id="rId166" Type="http://schemas.openxmlformats.org/officeDocument/2006/relationships/image" Target="../media/image414.svg"/><Relationship Id="rId187" Type="http://schemas.openxmlformats.org/officeDocument/2006/relationships/image" Target="../media/image435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460.svg"/><Relationship Id="rId233" Type="http://schemas.openxmlformats.org/officeDocument/2006/relationships/image" Target="../media/image481.svg"/><Relationship Id="rId28" Type="http://schemas.openxmlformats.org/officeDocument/2006/relationships/image" Target="../media/image276.svg"/><Relationship Id="rId49" Type="http://schemas.openxmlformats.org/officeDocument/2006/relationships/image" Target="../media/image297.svg"/><Relationship Id="rId114" Type="http://schemas.openxmlformats.org/officeDocument/2006/relationships/image" Target="../media/image362.svg"/><Relationship Id="rId60" Type="http://schemas.openxmlformats.org/officeDocument/2006/relationships/image" Target="../media/image308.svg"/><Relationship Id="rId81" Type="http://schemas.openxmlformats.org/officeDocument/2006/relationships/image" Target="../media/image329.svg"/><Relationship Id="rId135" Type="http://schemas.openxmlformats.org/officeDocument/2006/relationships/image" Target="../media/image383.svg"/><Relationship Id="rId156" Type="http://schemas.openxmlformats.org/officeDocument/2006/relationships/image" Target="../media/image404.svg"/><Relationship Id="rId177" Type="http://schemas.openxmlformats.org/officeDocument/2006/relationships/image" Target="../media/image425.svg"/><Relationship Id="rId198" Type="http://schemas.openxmlformats.org/officeDocument/2006/relationships/image" Target="../media/image446.svg"/><Relationship Id="rId202" Type="http://schemas.openxmlformats.org/officeDocument/2006/relationships/image" Target="../media/image450.svg"/><Relationship Id="rId223" Type="http://schemas.openxmlformats.org/officeDocument/2006/relationships/image" Target="../media/image471.svg"/><Relationship Id="rId18" Type="http://schemas.openxmlformats.org/officeDocument/2006/relationships/image" Target="../media/image266.svg"/><Relationship Id="rId39" Type="http://schemas.openxmlformats.org/officeDocument/2006/relationships/image" Target="../media/image287.svg"/><Relationship Id="rId50" Type="http://schemas.openxmlformats.org/officeDocument/2006/relationships/image" Target="../media/image298.svg"/><Relationship Id="rId104" Type="http://schemas.openxmlformats.org/officeDocument/2006/relationships/image" Target="../media/image352.svg"/><Relationship Id="rId125" Type="http://schemas.openxmlformats.org/officeDocument/2006/relationships/image" Target="../media/image373.svg"/><Relationship Id="rId146" Type="http://schemas.openxmlformats.org/officeDocument/2006/relationships/image" Target="../media/image394.svg"/><Relationship Id="rId167" Type="http://schemas.openxmlformats.org/officeDocument/2006/relationships/image" Target="../media/image415.svg"/><Relationship Id="rId188" Type="http://schemas.openxmlformats.org/officeDocument/2006/relationships/image" Target="../media/image436.svg"/><Relationship Id="rId71" Type="http://schemas.openxmlformats.org/officeDocument/2006/relationships/image" Target="../media/image319.svg"/><Relationship Id="rId92" Type="http://schemas.openxmlformats.org/officeDocument/2006/relationships/image" Target="../media/image340.svg"/><Relationship Id="rId213" Type="http://schemas.openxmlformats.org/officeDocument/2006/relationships/image" Target="../media/image461.svg"/><Relationship Id="rId234" Type="http://schemas.openxmlformats.org/officeDocument/2006/relationships/image" Target="../media/image482.svg"/><Relationship Id="rId2" Type="http://schemas.openxmlformats.org/officeDocument/2006/relationships/image" Target="../media/image250.svg"/><Relationship Id="rId29" Type="http://schemas.openxmlformats.org/officeDocument/2006/relationships/image" Target="../media/image277.svg"/><Relationship Id="rId40" Type="http://schemas.openxmlformats.org/officeDocument/2006/relationships/image" Target="../media/image288.svg"/><Relationship Id="rId115" Type="http://schemas.openxmlformats.org/officeDocument/2006/relationships/image" Target="../media/image363.svg"/><Relationship Id="rId136" Type="http://schemas.openxmlformats.org/officeDocument/2006/relationships/image" Target="../media/image384.svg"/><Relationship Id="rId157" Type="http://schemas.openxmlformats.org/officeDocument/2006/relationships/image" Target="../media/image405.svg"/><Relationship Id="rId178" Type="http://schemas.openxmlformats.org/officeDocument/2006/relationships/image" Target="../media/image426.svg"/><Relationship Id="rId61" Type="http://schemas.openxmlformats.org/officeDocument/2006/relationships/image" Target="../media/image309.svg"/><Relationship Id="rId82" Type="http://schemas.openxmlformats.org/officeDocument/2006/relationships/image" Target="../media/image330.svg"/><Relationship Id="rId199" Type="http://schemas.openxmlformats.org/officeDocument/2006/relationships/image" Target="../media/image447.svg"/><Relationship Id="rId203" Type="http://schemas.openxmlformats.org/officeDocument/2006/relationships/image" Target="../media/image451.svg"/><Relationship Id="rId19" Type="http://schemas.openxmlformats.org/officeDocument/2006/relationships/image" Target="../media/image267.svg"/><Relationship Id="rId224" Type="http://schemas.openxmlformats.org/officeDocument/2006/relationships/image" Target="../media/image472.svg"/><Relationship Id="rId30" Type="http://schemas.openxmlformats.org/officeDocument/2006/relationships/image" Target="../media/image278.svg"/><Relationship Id="rId105" Type="http://schemas.openxmlformats.org/officeDocument/2006/relationships/image" Target="../media/image353.svg"/><Relationship Id="rId126" Type="http://schemas.openxmlformats.org/officeDocument/2006/relationships/image" Target="../media/image374.svg"/><Relationship Id="rId147" Type="http://schemas.openxmlformats.org/officeDocument/2006/relationships/image" Target="../media/image395.svg"/><Relationship Id="rId168" Type="http://schemas.openxmlformats.org/officeDocument/2006/relationships/image" Target="../media/image416.svg"/><Relationship Id="rId51" Type="http://schemas.openxmlformats.org/officeDocument/2006/relationships/image" Target="../media/image299.svg"/><Relationship Id="rId72" Type="http://schemas.openxmlformats.org/officeDocument/2006/relationships/image" Target="../media/image320.svg"/><Relationship Id="rId93" Type="http://schemas.openxmlformats.org/officeDocument/2006/relationships/image" Target="../media/image341.svg"/><Relationship Id="rId189" Type="http://schemas.openxmlformats.org/officeDocument/2006/relationships/image" Target="../media/image437.svg"/><Relationship Id="rId3" Type="http://schemas.openxmlformats.org/officeDocument/2006/relationships/image" Target="../media/image251.svg"/><Relationship Id="rId214" Type="http://schemas.openxmlformats.org/officeDocument/2006/relationships/image" Target="../media/image462.svg"/><Relationship Id="rId235" Type="http://schemas.openxmlformats.org/officeDocument/2006/relationships/image" Target="../media/image483.svg"/><Relationship Id="rId116" Type="http://schemas.openxmlformats.org/officeDocument/2006/relationships/image" Target="../media/image364.svg"/><Relationship Id="rId137" Type="http://schemas.openxmlformats.org/officeDocument/2006/relationships/image" Target="../media/image385.svg"/><Relationship Id="rId158" Type="http://schemas.openxmlformats.org/officeDocument/2006/relationships/image" Target="../media/image406.sv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0.svg"/><Relationship Id="rId21" Type="http://schemas.openxmlformats.org/officeDocument/2006/relationships/image" Target="../media/image504.svg"/><Relationship Id="rId42" Type="http://schemas.openxmlformats.org/officeDocument/2006/relationships/image" Target="../media/image525.svg"/><Relationship Id="rId63" Type="http://schemas.openxmlformats.org/officeDocument/2006/relationships/image" Target="../media/image546.svg"/><Relationship Id="rId84" Type="http://schemas.openxmlformats.org/officeDocument/2006/relationships/image" Target="../media/image567.svg"/><Relationship Id="rId138" Type="http://schemas.openxmlformats.org/officeDocument/2006/relationships/image" Target="../media/image621.svg"/><Relationship Id="rId159" Type="http://schemas.openxmlformats.org/officeDocument/2006/relationships/image" Target="../media/image642.svg"/><Relationship Id="rId170" Type="http://schemas.openxmlformats.org/officeDocument/2006/relationships/image" Target="../media/image653.svg"/><Relationship Id="rId191" Type="http://schemas.openxmlformats.org/officeDocument/2006/relationships/image" Target="../media/image674.svg"/><Relationship Id="rId205" Type="http://schemas.openxmlformats.org/officeDocument/2006/relationships/image" Target="../media/image688.svg"/><Relationship Id="rId226" Type="http://schemas.openxmlformats.org/officeDocument/2006/relationships/image" Target="../media/image709.svg"/><Relationship Id="rId107" Type="http://schemas.openxmlformats.org/officeDocument/2006/relationships/image" Target="../media/image590.svg"/><Relationship Id="rId11" Type="http://schemas.openxmlformats.org/officeDocument/2006/relationships/image" Target="../media/image494.svg"/><Relationship Id="rId32" Type="http://schemas.openxmlformats.org/officeDocument/2006/relationships/image" Target="../media/image515.svg"/><Relationship Id="rId53" Type="http://schemas.openxmlformats.org/officeDocument/2006/relationships/image" Target="../media/image536.svg"/><Relationship Id="rId74" Type="http://schemas.openxmlformats.org/officeDocument/2006/relationships/image" Target="../media/image557.svg"/><Relationship Id="rId128" Type="http://schemas.openxmlformats.org/officeDocument/2006/relationships/image" Target="../media/image611.svg"/><Relationship Id="rId149" Type="http://schemas.openxmlformats.org/officeDocument/2006/relationships/image" Target="../media/image632.svg"/><Relationship Id="rId5" Type="http://schemas.openxmlformats.org/officeDocument/2006/relationships/image" Target="../media/image488.svg"/><Relationship Id="rId95" Type="http://schemas.openxmlformats.org/officeDocument/2006/relationships/image" Target="../media/image578.svg"/><Relationship Id="rId160" Type="http://schemas.openxmlformats.org/officeDocument/2006/relationships/image" Target="../media/image643.svg"/><Relationship Id="rId181" Type="http://schemas.openxmlformats.org/officeDocument/2006/relationships/image" Target="../media/image664.svg"/><Relationship Id="rId216" Type="http://schemas.openxmlformats.org/officeDocument/2006/relationships/image" Target="../media/image699.svg"/><Relationship Id="rId237" Type="http://schemas.openxmlformats.org/officeDocument/2006/relationships/image" Target="../media/image720.svg"/><Relationship Id="rId22" Type="http://schemas.openxmlformats.org/officeDocument/2006/relationships/image" Target="../media/image505.svg"/><Relationship Id="rId43" Type="http://schemas.openxmlformats.org/officeDocument/2006/relationships/image" Target="../media/image526.svg"/><Relationship Id="rId64" Type="http://schemas.openxmlformats.org/officeDocument/2006/relationships/image" Target="../media/image547.svg"/><Relationship Id="rId118" Type="http://schemas.openxmlformats.org/officeDocument/2006/relationships/image" Target="../media/image601.svg"/><Relationship Id="rId139" Type="http://schemas.openxmlformats.org/officeDocument/2006/relationships/image" Target="../media/image622.svg"/><Relationship Id="rId85" Type="http://schemas.openxmlformats.org/officeDocument/2006/relationships/image" Target="../media/image568.svg"/><Relationship Id="rId150" Type="http://schemas.openxmlformats.org/officeDocument/2006/relationships/image" Target="../media/image633.svg"/><Relationship Id="rId171" Type="http://schemas.openxmlformats.org/officeDocument/2006/relationships/image" Target="../media/image654.svg"/><Relationship Id="rId192" Type="http://schemas.openxmlformats.org/officeDocument/2006/relationships/image" Target="../media/image675.svg"/><Relationship Id="rId206" Type="http://schemas.openxmlformats.org/officeDocument/2006/relationships/image" Target="../media/image689.svg"/><Relationship Id="rId227" Type="http://schemas.openxmlformats.org/officeDocument/2006/relationships/image" Target="../media/image710.svg"/><Relationship Id="rId12" Type="http://schemas.openxmlformats.org/officeDocument/2006/relationships/image" Target="../media/image495.svg"/><Relationship Id="rId33" Type="http://schemas.openxmlformats.org/officeDocument/2006/relationships/image" Target="../media/image516.svg"/><Relationship Id="rId108" Type="http://schemas.openxmlformats.org/officeDocument/2006/relationships/image" Target="../media/image591.svg"/><Relationship Id="rId129" Type="http://schemas.openxmlformats.org/officeDocument/2006/relationships/image" Target="../media/image612.svg"/><Relationship Id="rId54" Type="http://schemas.openxmlformats.org/officeDocument/2006/relationships/image" Target="../media/image537.svg"/><Relationship Id="rId75" Type="http://schemas.openxmlformats.org/officeDocument/2006/relationships/image" Target="../media/image558.svg"/><Relationship Id="rId96" Type="http://schemas.openxmlformats.org/officeDocument/2006/relationships/image" Target="../media/image579.svg"/><Relationship Id="rId140" Type="http://schemas.openxmlformats.org/officeDocument/2006/relationships/image" Target="../media/image623.svg"/><Relationship Id="rId161" Type="http://schemas.openxmlformats.org/officeDocument/2006/relationships/image" Target="../media/image644.svg"/><Relationship Id="rId182" Type="http://schemas.openxmlformats.org/officeDocument/2006/relationships/image" Target="../media/image665.svg"/><Relationship Id="rId217" Type="http://schemas.openxmlformats.org/officeDocument/2006/relationships/image" Target="../media/image700.svg"/><Relationship Id="rId6" Type="http://schemas.openxmlformats.org/officeDocument/2006/relationships/image" Target="../media/image489.svg"/><Relationship Id="rId238" Type="http://schemas.openxmlformats.org/officeDocument/2006/relationships/image" Target="../media/image721.svg"/><Relationship Id="rId23" Type="http://schemas.openxmlformats.org/officeDocument/2006/relationships/image" Target="../media/image506.svg"/><Relationship Id="rId119" Type="http://schemas.openxmlformats.org/officeDocument/2006/relationships/image" Target="../media/image602.svg"/><Relationship Id="rId44" Type="http://schemas.openxmlformats.org/officeDocument/2006/relationships/image" Target="../media/image527.svg"/><Relationship Id="rId65" Type="http://schemas.openxmlformats.org/officeDocument/2006/relationships/image" Target="../media/image548.svg"/><Relationship Id="rId86" Type="http://schemas.openxmlformats.org/officeDocument/2006/relationships/image" Target="../media/image569.svg"/><Relationship Id="rId130" Type="http://schemas.openxmlformats.org/officeDocument/2006/relationships/image" Target="../media/image613.svg"/><Relationship Id="rId151" Type="http://schemas.openxmlformats.org/officeDocument/2006/relationships/image" Target="../media/image634.svg"/><Relationship Id="rId172" Type="http://schemas.openxmlformats.org/officeDocument/2006/relationships/image" Target="../media/image655.svg"/><Relationship Id="rId193" Type="http://schemas.openxmlformats.org/officeDocument/2006/relationships/image" Target="../media/image676.svg"/><Relationship Id="rId207" Type="http://schemas.openxmlformats.org/officeDocument/2006/relationships/image" Target="../media/image690.svg"/><Relationship Id="rId228" Type="http://schemas.openxmlformats.org/officeDocument/2006/relationships/image" Target="../media/image711.svg"/><Relationship Id="rId13" Type="http://schemas.openxmlformats.org/officeDocument/2006/relationships/image" Target="../media/image496.svg"/><Relationship Id="rId109" Type="http://schemas.openxmlformats.org/officeDocument/2006/relationships/image" Target="../media/image592.svg"/><Relationship Id="rId34" Type="http://schemas.openxmlformats.org/officeDocument/2006/relationships/image" Target="../media/image517.svg"/><Relationship Id="rId55" Type="http://schemas.openxmlformats.org/officeDocument/2006/relationships/image" Target="../media/image538.svg"/><Relationship Id="rId76" Type="http://schemas.openxmlformats.org/officeDocument/2006/relationships/image" Target="../media/image559.svg"/><Relationship Id="rId97" Type="http://schemas.openxmlformats.org/officeDocument/2006/relationships/image" Target="../media/image580.svg"/><Relationship Id="rId120" Type="http://schemas.openxmlformats.org/officeDocument/2006/relationships/image" Target="../media/image603.svg"/><Relationship Id="rId141" Type="http://schemas.openxmlformats.org/officeDocument/2006/relationships/image" Target="../media/image624.svg"/><Relationship Id="rId7" Type="http://schemas.openxmlformats.org/officeDocument/2006/relationships/image" Target="../media/image490.svg"/><Relationship Id="rId162" Type="http://schemas.openxmlformats.org/officeDocument/2006/relationships/image" Target="../media/image645.svg"/><Relationship Id="rId183" Type="http://schemas.openxmlformats.org/officeDocument/2006/relationships/image" Target="../media/image666.svg"/><Relationship Id="rId218" Type="http://schemas.openxmlformats.org/officeDocument/2006/relationships/image" Target="../media/image701.svg"/><Relationship Id="rId239" Type="http://schemas.openxmlformats.org/officeDocument/2006/relationships/image" Target="../media/image722.svg"/><Relationship Id="rId24" Type="http://schemas.openxmlformats.org/officeDocument/2006/relationships/image" Target="../media/image507.svg"/><Relationship Id="rId45" Type="http://schemas.openxmlformats.org/officeDocument/2006/relationships/image" Target="../media/image528.svg"/><Relationship Id="rId66" Type="http://schemas.openxmlformats.org/officeDocument/2006/relationships/image" Target="../media/image549.svg"/><Relationship Id="rId87" Type="http://schemas.openxmlformats.org/officeDocument/2006/relationships/image" Target="../media/image570.svg"/><Relationship Id="rId110" Type="http://schemas.openxmlformats.org/officeDocument/2006/relationships/image" Target="../media/image593.svg"/><Relationship Id="rId131" Type="http://schemas.openxmlformats.org/officeDocument/2006/relationships/image" Target="../media/image614.svg"/><Relationship Id="rId152" Type="http://schemas.openxmlformats.org/officeDocument/2006/relationships/image" Target="../media/image635.svg"/><Relationship Id="rId173" Type="http://schemas.openxmlformats.org/officeDocument/2006/relationships/image" Target="../media/image656.svg"/><Relationship Id="rId194" Type="http://schemas.openxmlformats.org/officeDocument/2006/relationships/image" Target="../media/image677.svg"/><Relationship Id="rId208" Type="http://schemas.openxmlformats.org/officeDocument/2006/relationships/image" Target="../media/image691.svg"/><Relationship Id="rId229" Type="http://schemas.openxmlformats.org/officeDocument/2006/relationships/image" Target="../media/image712.svg"/><Relationship Id="rId240" Type="http://schemas.openxmlformats.org/officeDocument/2006/relationships/image" Target="../media/image723.svg"/><Relationship Id="rId14" Type="http://schemas.openxmlformats.org/officeDocument/2006/relationships/image" Target="../media/image497.svg"/><Relationship Id="rId35" Type="http://schemas.openxmlformats.org/officeDocument/2006/relationships/image" Target="../media/image518.svg"/><Relationship Id="rId56" Type="http://schemas.openxmlformats.org/officeDocument/2006/relationships/image" Target="../media/image539.svg"/><Relationship Id="rId77" Type="http://schemas.openxmlformats.org/officeDocument/2006/relationships/image" Target="../media/image560.svg"/><Relationship Id="rId100" Type="http://schemas.openxmlformats.org/officeDocument/2006/relationships/image" Target="../media/image583.svg"/><Relationship Id="rId8" Type="http://schemas.openxmlformats.org/officeDocument/2006/relationships/image" Target="../media/image491.svg"/><Relationship Id="rId98" Type="http://schemas.openxmlformats.org/officeDocument/2006/relationships/image" Target="../media/image581.svg"/><Relationship Id="rId121" Type="http://schemas.openxmlformats.org/officeDocument/2006/relationships/image" Target="../media/image604.svg"/><Relationship Id="rId142" Type="http://schemas.openxmlformats.org/officeDocument/2006/relationships/image" Target="../media/image625.svg"/><Relationship Id="rId163" Type="http://schemas.openxmlformats.org/officeDocument/2006/relationships/image" Target="../media/image646.svg"/><Relationship Id="rId184" Type="http://schemas.openxmlformats.org/officeDocument/2006/relationships/image" Target="../media/image667.svg"/><Relationship Id="rId219" Type="http://schemas.openxmlformats.org/officeDocument/2006/relationships/image" Target="../media/image702.svg"/><Relationship Id="rId230" Type="http://schemas.openxmlformats.org/officeDocument/2006/relationships/image" Target="../media/image713.svg"/><Relationship Id="rId25" Type="http://schemas.openxmlformats.org/officeDocument/2006/relationships/image" Target="../media/image508.svg"/><Relationship Id="rId46" Type="http://schemas.openxmlformats.org/officeDocument/2006/relationships/image" Target="../media/image529.svg"/><Relationship Id="rId67" Type="http://schemas.openxmlformats.org/officeDocument/2006/relationships/image" Target="../media/image550.svg"/><Relationship Id="rId88" Type="http://schemas.openxmlformats.org/officeDocument/2006/relationships/image" Target="../media/image571.svg"/><Relationship Id="rId111" Type="http://schemas.openxmlformats.org/officeDocument/2006/relationships/image" Target="../media/image594.svg"/><Relationship Id="rId132" Type="http://schemas.openxmlformats.org/officeDocument/2006/relationships/image" Target="../media/image615.svg"/><Relationship Id="rId153" Type="http://schemas.openxmlformats.org/officeDocument/2006/relationships/image" Target="../media/image636.svg"/><Relationship Id="rId174" Type="http://schemas.openxmlformats.org/officeDocument/2006/relationships/image" Target="../media/image657.svg"/><Relationship Id="rId195" Type="http://schemas.openxmlformats.org/officeDocument/2006/relationships/image" Target="../media/image678.svg"/><Relationship Id="rId209" Type="http://schemas.openxmlformats.org/officeDocument/2006/relationships/image" Target="../media/image692.svg"/><Relationship Id="rId220" Type="http://schemas.openxmlformats.org/officeDocument/2006/relationships/image" Target="../media/image703.svg"/><Relationship Id="rId241" Type="http://schemas.openxmlformats.org/officeDocument/2006/relationships/image" Target="../media/image724.svg"/><Relationship Id="rId15" Type="http://schemas.openxmlformats.org/officeDocument/2006/relationships/image" Target="../media/image498.svg"/><Relationship Id="rId36" Type="http://schemas.openxmlformats.org/officeDocument/2006/relationships/image" Target="../media/image519.svg"/><Relationship Id="rId57" Type="http://schemas.openxmlformats.org/officeDocument/2006/relationships/image" Target="../media/image540.svg"/><Relationship Id="rId106" Type="http://schemas.openxmlformats.org/officeDocument/2006/relationships/image" Target="../media/image589.svg"/><Relationship Id="rId127" Type="http://schemas.openxmlformats.org/officeDocument/2006/relationships/image" Target="../media/image610.svg"/><Relationship Id="rId10" Type="http://schemas.openxmlformats.org/officeDocument/2006/relationships/image" Target="../media/image493.svg"/><Relationship Id="rId31" Type="http://schemas.openxmlformats.org/officeDocument/2006/relationships/image" Target="../media/image514.svg"/><Relationship Id="rId52" Type="http://schemas.openxmlformats.org/officeDocument/2006/relationships/image" Target="../media/image535.svg"/><Relationship Id="rId73" Type="http://schemas.openxmlformats.org/officeDocument/2006/relationships/image" Target="../media/image556.svg"/><Relationship Id="rId78" Type="http://schemas.openxmlformats.org/officeDocument/2006/relationships/image" Target="../media/image561.svg"/><Relationship Id="rId94" Type="http://schemas.openxmlformats.org/officeDocument/2006/relationships/image" Target="../media/image577.svg"/><Relationship Id="rId99" Type="http://schemas.openxmlformats.org/officeDocument/2006/relationships/image" Target="../media/image582.svg"/><Relationship Id="rId101" Type="http://schemas.openxmlformats.org/officeDocument/2006/relationships/image" Target="../media/image584.svg"/><Relationship Id="rId122" Type="http://schemas.openxmlformats.org/officeDocument/2006/relationships/image" Target="../media/image605.svg"/><Relationship Id="rId143" Type="http://schemas.openxmlformats.org/officeDocument/2006/relationships/image" Target="../media/image626.svg"/><Relationship Id="rId148" Type="http://schemas.openxmlformats.org/officeDocument/2006/relationships/image" Target="../media/image631.svg"/><Relationship Id="rId164" Type="http://schemas.openxmlformats.org/officeDocument/2006/relationships/image" Target="../media/image647.svg"/><Relationship Id="rId169" Type="http://schemas.openxmlformats.org/officeDocument/2006/relationships/image" Target="../media/image652.svg"/><Relationship Id="rId185" Type="http://schemas.openxmlformats.org/officeDocument/2006/relationships/image" Target="../media/image668.svg"/><Relationship Id="rId4" Type="http://schemas.openxmlformats.org/officeDocument/2006/relationships/image" Target="../media/image487.svg"/><Relationship Id="rId9" Type="http://schemas.openxmlformats.org/officeDocument/2006/relationships/image" Target="../media/image492.svg"/><Relationship Id="rId180" Type="http://schemas.openxmlformats.org/officeDocument/2006/relationships/image" Target="../media/image663.svg"/><Relationship Id="rId210" Type="http://schemas.openxmlformats.org/officeDocument/2006/relationships/image" Target="../media/image693.svg"/><Relationship Id="rId215" Type="http://schemas.openxmlformats.org/officeDocument/2006/relationships/image" Target="../media/image698.svg"/><Relationship Id="rId236" Type="http://schemas.openxmlformats.org/officeDocument/2006/relationships/image" Target="../media/image719.svg"/><Relationship Id="rId26" Type="http://schemas.openxmlformats.org/officeDocument/2006/relationships/image" Target="../media/image509.svg"/><Relationship Id="rId231" Type="http://schemas.openxmlformats.org/officeDocument/2006/relationships/image" Target="../media/image714.svg"/><Relationship Id="rId47" Type="http://schemas.openxmlformats.org/officeDocument/2006/relationships/image" Target="../media/image530.svg"/><Relationship Id="rId68" Type="http://schemas.openxmlformats.org/officeDocument/2006/relationships/image" Target="../media/image551.svg"/><Relationship Id="rId89" Type="http://schemas.openxmlformats.org/officeDocument/2006/relationships/image" Target="../media/image572.svg"/><Relationship Id="rId112" Type="http://schemas.openxmlformats.org/officeDocument/2006/relationships/image" Target="../media/image595.svg"/><Relationship Id="rId133" Type="http://schemas.openxmlformats.org/officeDocument/2006/relationships/image" Target="../media/image616.svg"/><Relationship Id="rId154" Type="http://schemas.openxmlformats.org/officeDocument/2006/relationships/image" Target="../media/image637.svg"/><Relationship Id="rId175" Type="http://schemas.openxmlformats.org/officeDocument/2006/relationships/image" Target="../media/image658.svg"/><Relationship Id="rId196" Type="http://schemas.openxmlformats.org/officeDocument/2006/relationships/image" Target="../media/image679.svg"/><Relationship Id="rId200" Type="http://schemas.openxmlformats.org/officeDocument/2006/relationships/image" Target="../media/image683.svg"/><Relationship Id="rId16" Type="http://schemas.openxmlformats.org/officeDocument/2006/relationships/image" Target="../media/image499.svg"/><Relationship Id="rId221" Type="http://schemas.openxmlformats.org/officeDocument/2006/relationships/image" Target="../media/image704.svg"/><Relationship Id="rId242" Type="http://schemas.openxmlformats.org/officeDocument/2006/relationships/image" Target="../media/image725.svg"/><Relationship Id="rId37" Type="http://schemas.openxmlformats.org/officeDocument/2006/relationships/image" Target="../media/image520.svg"/><Relationship Id="rId58" Type="http://schemas.openxmlformats.org/officeDocument/2006/relationships/image" Target="../media/image541.svg"/><Relationship Id="rId79" Type="http://schemas.openxmlformats.org/officeDocument/2006/relationships/image" Target="../media/image562.svg"/><Relationship Id="rId102" Type="http://schemas.openxmlformats.org/officeDocument/2006/relationships/image" Target="../media/image585.svg"/><Relationship Id="rId123" Type="http://schemas.openxmlformats.org/officeDocument/2006/relationships/image" Target="../media/image606.svg"/><Relationship Id="rId144" Type="http://schemas.openxmlformats.org/officeDocument/2006/relationships/image" Target="../media/image627.svg"/><Relationship Id="rId90" Type="http://schemas.openxmlformats.org/officeDocument/2006/relationships/image" Target="../media/image573.svg"/><Relationship Id="rId165" Type="http://schemas.openxmlformats.org/officeDocument/2006/relationships/image" Target="../media/image648.svg"/><Relationship Id="rId186" Type="http://schemas.openxmlformats.org/officeDocument/2006/relationships/image" Target="../media/image669.svg"/><Relationship Id="rId211" Type="http://schemas.openxmlformats.org/officeDocument/2006/relationships/image" Target="../media/image694.svg"/><Relationship Id="rId232" Type="http://schemas.openxmlformats.org/officeDocument/2006/relationships/image" Target="../media/image715.svg"/><Relationship Id="rId27" Type="http://schemas.openxmlformats.org/officeDocument/2006/relationships/image" Target="../media/image510.svg"/><Relationship Id="rId48" Type="http://schemas.openxmlformats.org/officeDocument/2006/relationships/image" Target="../media/image531.svg"/><Relationship Id="rId69" Type="http://schemas.openxmlformats.org/officeDocument/2006/relationships/image" Target="../media/image552.svg"/><Relationship Id="rId113" Type="http://schemas.openxmlformats.org/officeDocument/2006/relationships/image" Target="../media/image596.svg"/><Relationship Id="rId134" Type="http://schemas.openxmlformats.org/officeDocument/2006/relationships/image" Target="../media/image617.svg"/><Relationship Id="rId80" Type="http://schemas.openxmlformats.org/officeDocument/2006/relationships/image" Target="../media/image563.svg"/><Relationship Id="rId155" Type="http://schemas.openxmlformats.org/officeDocument/2006/relationships/image" Target="../media/image638.svg"/><Relationship Id="rId176" Type="http://schemas.openxmlformats.org/officeDocument/2006/relationships/image" Target="../media/image659.svg"/><Relationship Id="rId197" Type="http://schemas.openxmlformats.org/officeDocument/2006/relationships/image" Target="../media/image680.svg"/><Relationship Id="rId201" Type="http://schemas.openxmlformats.org/officeDocument/2006/relationships/image" Target="../media/image684.svg"/><Relationship Id="rId222" Type="http://schemas.openxmlformats.org/officeDocument/2006/relationships/image" Target="../media/image705.svg"/><Relationship Id="rId243" Type="http://schemas.openxmlformats.org/officeDocument/2006/relationships/image" Target="../media/image726.svg"/><Relationship Id="rId17" Type="http://schemas.openxmlformats.org/officeDocument/2006/relationships/image" Target="../media/image500.svg"/><Relationship Id="rId38" Type="http://schemas.openxmlformats.org/officeDocument/2006/relationships/image" Target="../media/image521.svg"/><Relationship Id="rId59" Type="http://schemas.openxmlformats.org/officeDocument/2006/relationships/image" Target="../media/image542.svg"/><Relationship Id="rId103" Type="http://schemas.openxmlformats.org/officeDocument/2006/relationships/image" Target="../media/image586.svg"/><Relationship Id="rId124" Type="http://schemas.openxmlformats.org/officeDocument/2006/relationships/image" Target="../media/image607.svg"/><Relationship Id="rId70" Type="http://schemas.openxmlformats.org/officeDocument/2006/relationships/image" Target="../media/image553.svg"/><Relationship Id="rId91" Type="http://schemas.openxmlformats.org/officeDocument/2006/relationships/image" Target="../media/image574.svg"/><Relationship Id="rId145" Type="http://schemas.openxmlformats.org/officeDocument/2006/relationships/image" Target="../media/image628.svg"/><Relationship Id="rId166" Type="http://schemas.openxmlformats.org/officeDocument/2006/relationships/image" Target="../media/image649.svg"/><Relationship Id="rId187" Type="http://schemas.openxmlformats.org/officeDocument/2006/relationships/image" Target="../media/image670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695.svg"/><Relationship Id="rId233" Type="http://schemas.openxmlformats.org/officeDocument/2006/relationships/image" Target="../media/image716.svg"/><Relationship Id="rId28" Type="http://schemas.openxmlformats.org/officeDocument/2006/relationships/image" Target="../media/image511.svg"/><Relationship Id="rId49" Type="http://schemas.openxmlformats.org/officeDocument/2006/relationships/image" Target="../media/image532.svg"/><Relationship Id="rId114" Type="http://schemas.openxmlformats.org/officeDocument/2006/relationships/image" Target="../media/image597.svg"/><Relationship Id="rId60" Type="http://schemas.openxmlformats.org/officeDocument/2006/relationships/image" Target="../media/image543.svg"/><Relationship Id="rId81" Type="http://schemas.openxmlformats.org/officeDocument/2006/relationships/image" Target="../media/image564.svg"/><Relationship Id="rId135" Type="http://schemas.openxmlformats.org/officeDocument/2006/relationships/image" Target="../media/image618.svg"/><Relationship Id="rId156" Type="http://schemas.openxmlformats.org/officeDocument/2006/relationships/image" Target="../media/image639.svg"/><Relationship Id="rId177" Type="http://schemas.openxmlformats.org/officeDocument/2006/relationships/image" Target="../media/image660.svg"/><Relationship Id="rId198" Type="http://schemas.openxmlformats.org/officeDocument/2006/relationships/image" Target="../media/image681.svg"/><Relationship Id="rId202" Type="http://schemas.openxmlformats.org/officeDocument/2006/relationships/image" Target="../media/image685.svg"/><Relationship Id="rId223" Type="http://schemas.openxmlformats.org/officeDocument/2006/relationships/image" Target="../media/image706.svg"/><Relationship Id="rId244" Type="http://schemas.openxmlformats.org/officeDocument/2006/relationships/image" Target="../media/image727.svg"/><Relationship Id="rId18" Type="http://schemas.openxmlformats.org/officeDocument/2006/relationships/image" Target="../media/image501.svg"/><Relationship Id="rId39" Type="http://schemas.openxmlformats.org/officeDocument/2006/relationships/image" Target="../media/image522.svg"/><Relationship Id="rId50" Type="http://schemas.openxmlformats.org/officeDocument/2006/relationships/image" Target="../media/image533.svg"/><Relationship Id="rId104" Type="http://schemas.openxmlformats.org/officeDocument/2006/relationships/image" Target="../media/image587.svg"/><Relationship Id="rId125" Type="http://schemas.openxmlformats.org/officeDocument/2006/relationships/image" Target="../media/image608.svg"/><Relationship Id="rId146" Type="http://schemas.openxmlformats.org/officeDocument/2006/relationships/image" Target="../media/image629.svg"/><Relationship Id="rId167" Type="http://schemas.openxmlformats.org/officeDocument/2006/relationships/image" Target="../media/image650.svg"/><Relationship Id="rId188" Type="http://schemas.openxmlformats.org/officeDocument/2006/relationships/image" Target="../media/image671.svg"/><Relationship Id="rId71" Type="http://schemas.openxmlformats.org/officeDocument/2006/relationships/image" Target="../media/image554.svg"/><Relationship Id="rId92" Type="http://schemas.openxmlformats.org/officeDocument/2006/relationships/image" Target="../media/image575.svg"/><Relationship Id="rId213" Type="http://schemas.openxmlformats.org/officeDocument/2006/relationships/image" Target="../media/image696.svg"/><Relationship Id="rId234" Type="http://schemas.openxmlformats.org/officeDocument/2006/relationships/image" Target="../media/image717.svg"/><Relationship Id="rId2" Type="http://schemas.openxmlformats.org/officeDocument/2006/relationships/image" Target="../media/image485.svg"/><Relationship Id="rId29" Type="http://schemas.openxmlformats.org/officeDocument/2006/relationships/image" Target="../media/image512.svg"/><Relationship Id="rId40" Type="http://schemas.openxmlformats.org/officeDocument/2006/relationships/image" Target="../media/image523.svg"/><Relationship Id="rId115" Type="http://schemas.openxmlformats.org/officeDocument/2006/relationships/image" Target="../media/image598.svg"/><Relationship Id="rId136" Type="http://schemas.openxmlformats.org/officeDocument/2006/relationships/image" Target="../media/image619.svg"/><Relationship Id="rId157" Type="http://schemas.openxmlformats.org/officeDocument/2006/relationships/image" Target="../media/image640.svg"/><Relationship Id="rId178" Type="http://schemas.openxmlformats.org/officeDocument/2006/relationships/image" Target="../media/image661.svg"/><Relationship Id="rId61" Type="http://schemas.openxmlformats.org/officeDocument/2006/relationships/image" Target="../media/image544.svg"/><Relationship Id="rId82" Type="http://schemas.openxmlformats.org/officeDocument/2006/relationships/image" Target="../media/image565.svg"/><Relationship Id="rId199" Type="http://schemas.openxmlformats.org/officeDocument/2006/relationships/image" Target="../media/image682.svg"/><Relationship Id="rId203" Type="http://schemas.openxmlformats.org/officeDocument/2006/relationships/image" Target="../media/image686.svg"/><Relationship Id="rId19" Type="http://schemas.openxmlformats.org/officeDocument/2006/relationships/image" Target="../media/image502.svg"/><Relationship Id="rId224" Type="http://schemas.openxmlformats.org/officeDocument/2006/relationships/image" Target="../media/image707.svg"/><Relationship Id="rId30" Type="http://schemas.openxmlformats.org/officeDocument/2006/relationships/image" Target="../media/image513.svg"/><Relationship Id="rId105" Type="http://schemas.openxmlformats.org/officeDocument/2006/relationships/image" Target="../media/image588.svg"/><Relationship Id="rId126" Type="http://schemas.openxmlformats.org/officeDocument/2006/relationships/image" Target="../media/image609.svg"/><Relationship Id="rId147" Type="http://schemas.openxmlformats.org/officeDocument/2006/relationships/image" Target="../media/image630.svg"/><Relationship Id="rId168" Type="http://schemas.openxmlformats.org/officeDocument/2006/relationships/image" Target="../media/image651.svg"/><Relationship Id="rId51" Type="http://schemas.openxmlformats.org/officeDocument/2006/relationships/image" Target="../media/image534.svg"/><Relationship Id="rId72" Type="http://schemas.openxmlformats.org/officeDocument/2006/relationships/image" Target="../media/image555.svg"/><Relationship Id="rId93" Type="http://schemas.openxmlformats.org/officeDocument/2006/relationships/image" Target="../media/image576.svg"/><Relationship Id="rId189" Type="http://schemas.openxmlformats.org/officeDocument/2006/relationships/image" Target="../media/image672.svg"/><Relationship Id="rId3" Type="http://schemas.openxmlformats.org/officeDocument/2006/relationships/image" Target="../media/image486.svg"/><Relationship Id="rId214" Type="http://schemas.openxmlformats.org/officeDocument/2006/relationships/image" Target="../media/image697.svg"/><Relationship Id="rId235" Type="http://schemas.openxmlformats.org/officeDocument/2006/relationships/image" Target="../media/image718.svg"/><Relationship Id="rId116" Type="http://schemas.openxmlformats.org/officeDocument/2006/relationships/image" Target="../media/image599.svg"/><Relationship Id="rId137" Type="http://schemas.openxmlformats.org/officeDocument/2006/relationships/image" Target="../media/image620.svg"/><Relationship Id="rId158" Type="http://schemas.openxmlformats.org/officeDocument/2006/relationships/image" Target="../media/image641.svg"/><Relationship Id="rId20" Type="http://schemas.openxmlformats.org/officeDocument/2006/relationships/image" Target="../media/image503.svg"/><Relationship Id="rId41" Type="http://schemas.openxmlformats.org/officeDocument/2006/relationships/image" Target="../media/image524.svg"/><Relationship Id="rId62" Type="http://schemas.openxmlformats.org/officeDocument/2006/relationships/image" Target="../media/image545.svg"/><Relationship Id="rId83" Type="http://schemas.openxmlformats.org/officeDocument/2006/relationships/image" Target="../media/image566.svg"/><Relationship Id="rId179" Type="http://schemas.openxmlformats.org/officeDocument/2006/relationships/image" Target="../media/image662.svg"/><Relationship Id="rId190" Type="http://schemas.openxmlformats.org/officeDocument/2006/relationships/image" Target="../media/image673.svg"/><Relationship Id="rId204" Type="http://schemas.openxmlformats.org/officeDocument/2006/relationships/image" Target="../media/image687.svg"/><Relationship Id="rId225" Type="http://schemas.openxmlformats.org/officeDocument/2006/relationships/image" Target="../media/image708.sv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0.svg"/><Relationship Id="rId21" Type="http://schemas.openxmlformats.org/officeDocument/2006/relationships/image" Target="../media/image744.svg"/><Relationship Id="rId42" Type="http://schemas.openxmlformats.org/officeDocument/2006/relationships/image" Target="../media/image765.svg"/><Relationship Id="rId63" Type="http://schemas.openxmlformats.org/officeDocument/2006/relationships/image" Target="../media/image786.svg"/><Relationship Id="rId84" Type="http://schemas.openxmlformats.org/officeDocument/2006/relationships/image" Target="../media/image807.svg"/><Relationship Id="rId138" Type="http://schemas.openxmlformats.org/officeDocument/2006/relationships/image" Target="../media/image861.svg"/><Relationship Id="rId159" Type="http://schemas.openxmlformats.org/officeDocument/2006/relationships/image" Target="../media/image882.svg"/><Relationship Id="rId170" Type="http://schemas.openxmlformats.org/officeDocument/2006/relationships/image" Target="../media/image893.svg"/><Relationship Id="rId191" Type="http://schemas.openxmlformats.org/officeDocument/2006/relationships/image" Target="../media/image914.svg"/><Relationship Id="rId205" Type="http://schemas.openxmlformats.org/officeDocument/2006/relationships/image" Target="../media/image928.svg"/><Relationship Id="rId226" Type="http://schemas.openxmlformats.org/officeDocument/2006/relationships/image" Target="../media/image949.svg"/><Relationship Id="rId107" Type="http://schemas.openxmlformats.org/officeDocument/2006/relationships/image" Target="../media/image830.svg"/><Relationship Id="rId11" Type="http://schemas.openxmlformats.org/officeDocument/2006/relationships/image" Target="../media/image734.svg"/><Relationship Id="rId32" Type="http://schemas.openxmlformats.org/officeDocument/2006/relationships/image" Target="../media/image755.svg"/><Relationship Id="rId53" Type="http://schemas.openxmlformats.org/officeDocument/2006/relationships/image" Target="../media/image776.svg"/><Relationship Id="rId74" Type="http://schemas.openxmlformats.org/officeDocument/2006/relationships/image" Target="../media/image797.svg"/><Relationship Id="rId128" Type="http://schemas.openxmlformats.org/officeDocument/2006/relationships/image" Target="../media/image851.svg"/><Relationship Id="rId149" Type="http://schemas.openxmlformats.org/officeDocument/2006/relationships/image" Target="../media/image872.svg"/><Relationship Id="rId5" Type="http://schemas.openxmlformats.org/officeDocument/2006/relationships/image" Target="../media/image728.svg"/><Relationship Id="rId95" Type="http://schemas.openxmlformats.org/officeDocument/2006/relationships/image" Target="../media/image818.svg"/><Relationship Id="rId160" Type="http://schemas.openxmlformats.org/officeDocument/2006/relationships/image" Target="../media/image883.svg"/><Relationship Id="rId181" Type="http://schemas.openxmlformats.org/officeDocument/2006/relationships/image" Target="../media/image904.svg"/><Relationship Id="rId216" Type="http://schemas.openxmlformats.org/officeDocument/2006/relationships/image" Target="../media/image939.svg"/><Relationship Id="rId237" Type="http://schemas.openxmlformats.org/officeDocument/2006/relationships/image" Target="../media/image960.svg"/><Relationship Id="rId22" Type="http://schemas.openxmlformats.org/officeDocument/2006/relationships/image" Target="../media/image745.svg"/><Relationship Id="rId43" Type="http://schemas.openxmlformats.org/officeDocument/2006/relationships/image" Target="../media/image766.svg"/><Relationship Id="rId64" Type="http://schemas.openxmlformats.org/officeDocument/2006/relationships/image" Target="../media/image787.svg"/><Relationship Id="rId118" Type="http://schemas.openxmlformats.org/officeDocument/2006/relationships/image" Target="../media/image841.svg"/><Relationship Id="rId139" Type="http://schemas.openxmlformats.org/officeDocument/2006/relationships/image" Target="../media/image862.svg"/><Relationship Id="rId85" Type="http://schemas.openxmlformats.org/officeDocument/2006/relationships/image" Target="../media/image808.svg"/><Relationship Id="rId150" Type="http://schemas.openxmlformats.org/officeDocument/2006/relationships/image" Target="../media/image873.svg"/><Relationship Id="rId171" Type="http://schemas.openxmlformats.org/officeDocument/2006/relationships/image" Target="../media/image894.svg"/><Relationship Id="rId192" Type="http://schemas.openxmlformats.org/officeDocument/2006/relationships/image" Target="../media/image915.svg"/><Relationship Id="rId206" Type="http://schemas.openxmlformats.org/officeDocument/2006/relationships/image" Target="../media/image929.svg"/><Relationship Id="rId227" Type="http://schemas.openxmlformats.org/officeDocument/2006/relationships/image" Target="../media/image950.svg"/><Relationship Id="rId12" Type="http://schemas.openxmlformats.org/officeDocument/2006/relationships/image" Target="../media/image735.svg"/><Relationship Id="rId33" Type="http://schemas.openxmlformats.org/officeDocument/2006/relationships/image" Target="../media/image756.svg"/><Relationship Id="rId108" Type="http://schemas.openxmlformats.org/officeDocument/2006/relationships/image" Target="../media/image831.svg"/><Relationship Id="rId129" Type="http://schemas.openxmlformats.org/officeDocument/2006/relationships/image" Target="../media/image852.svg"/><Relationship Id="rId54" Type="http://schemas.openxmlformats.org/officeDocument/2006/relationships/image" Target="../media/image777.svg"/><Relationship Id="rId75" Type="http://schemas.openxmlformats.org/officeDocument/2006/relationships/image" Target="../media/image798.svg"/><Relationship Id="rId96" Type="http://schemas.openxmlformats.org/officeDocument/2006/relationships/image" Target="../media/image819.svg"/><Relationship Id="rId140" Type="http://schemas.openxmlformats.org/officeDocument/2006/relationships/image" Target="../media/image863.svg"/><Relationship Id="rId161" Type="http://schemas.openxmlformats.org/officeDocument/2006/relationships/image" Target="../media/image884.svg"/><Relationship Id="rId182" Type="http://schemas.openxmlformats.org/officeDocument/2006/relationships/image" Target="../media/image905.svg"/><Relationship Id="rId217" Type="http://schemas.openxmlformats.org/officeDocument/2006/relationships/image" Target="../media/image940.svg"/><Relationship Id="rId6" Type="http://schemas.openxmlformats.org/officeDocument/2006/relationships/image" Target="../media/image729.svg"/><Relationship Id="rId238" Type="http://schemas.openxmlformats.org/officeDocument/2006/relationships/image" Target="../media/image961.svg"/><Relationship Id="rId23" Type="http://schemas.openxmlformats.org/officeDocument/2006/relationships/image" Target="../media/image746.svg"/><Relationship Id="rId119" Type="http://schemas.openxmlformats.org/officeDocument/2006/relationships/image" Target="../media/image842.svg"/><Relationship Id="rId44" Type="http://schemas.openxmlformats.org/officeDocument/2006/relationships/image" Target="../media/image767.svg"/><Relationship Id="rId65" Type="http://schemas.openxmlformats.org/officeDocument/2006/relationships/image" Target="../media/image788.svg"/><Relationship Id="rId86" Type="http://schemas.openxmlformats.org/officeDocument/2006/relationships/image" Target="../media/image809.svg"/><Relationship Id="rId130" Type="http://schemas.openxmlformats.org/officeDocument/2006/relationships/image" Target="../media/image853.svg"/><Relationship Id="rId151" Type="http://schemas.openxmlformats.org/officeDocument/2006/relationships/image" Target="../media/image874.svg"/><Relationship Id="rId172" Type="http://schemas.openxmlformats.org/officeDocument/2006/relationships/image" Target="../media/image895.svg"/><Relationship Id="rId193" Type="http://schemas.openxmlformats.org/officeDocument/2006/relationships/image" Target="../media/image916.svg"/><Relationship Id="rId207" Type="http://schemas.openxmlformats.org/officeDocument/2006/relationships/image" Target="../media/image930.svg"/><Relationship Id="rId228" Type="http://schemas.openxmlformats.org/officeDocument/2006/relationships/image" Target="../media/image951.svg"/><Relationship Id="rId13" Type="http://schemas.openxmlformats.org/officeDocument/2006/relationships/image" Target="../media/image736.svg"/><Relationship Id="rId109" Type="http://schemas.openxmlformats.org/officeDocument/2006/relationships/image" Target="../media/image832.svg"/><Relationship Id="rId34" Type="http://schemas.openxmlformats.org/officeDocument/2006/relationships/image" Target="../media/image757.svg"/><Relationship Id="rId55" Type="http://schemas.openxmlformats.org/officeDocument/2006/relationships/image" Target="../media/image778.svg"/><Relationship Id="rId76" Type="http://schemas.openxmlformats.org/officeDocument/2006/relationships/image" Target="../media/image799.svg"/><Relationship Id="rId97" Type="http://schemas.openxmlformats.org/officeDocument/2006/relationships/image" Target="../media/image820.svg"/><Relationship Id="rId120" Type="http://schemas.openxmlformats.org/officeDocument/2006/relationships/image" Target="../media/image843.svg"/><Relationship Id="rId141" Type="http://schemas.openxmlformats.org/officeDocument/2006/relationships/image" Target="../media/image864.svg"/><Relationship Id="rId7" Type="http://schemas.openxmlformats.org/officeDocument/2006/relationships/image" Target="../media/image730.svg"/><Relationship Id="rId162" Type="http://schemas.openxmlformats.org/officeDocument/2006/relationships/image" Target="../media/image885.svg"/><Relationship Id="rId183" Type="http://schemas.openxmlformats.org/officeDocument/2006/relationships/image" Target="../media/image906.svg"/><Relationship Id="rId218" Type="http://schemas.openxmlformats.org/officeDocument/2006/relationships/image" Target="../media/image941.svg"/><Relationship Id="rId239" Type="http://schemas.openxmlformats.org/officeDocument/2006/relationships/image" Target="../media/image962.svg"/><Relationship Id="rId24" Type="http://schemas.openxmlformats.org/officeDocument/2006/relationships/image" Target="../media/image747.svg"/><Relationship Id="rId45" Type="http://schemas.openxmlformats.org/officeDocument/2006/relationships/image" Target="../media/image768.svg"/><Relationship Id="rId66" Type="http://schemas.openxmlformats.org/officeDocument/2006/relationships/image" Target="../media/image789.svg"/><Relationship Id="rId87" Type="http://schemas.openxmlformats.org/officeDocument/2006/relationships/image" Target="../media/image810.svg"/><Relationship Id="rId110" Type="http://schemas.openxmlformats.org/officeDocument/2006/relationships/image" Target="../media/image833.svg"/><Relationship Id="rId131" Type="http://schemas.openxmlformats.org/officeDocument/2006/relationships/image" Target="../media/image854.svg"/><Relationship Id="rId152" Type="http://schemas.openxmlformats.org/officeDocument/2006/relationships/image" Target="../media/image875.svg"/><Relationship Id="rId173" Type="http://schemas.openxmlformats.org/officeDocument/2006/relationships/image" Target="../media/image896.svg"/><Relationship Id="rId194" Type="http://schemas.openxmlformats.org/officeDocument/2006/relationships/image" Target="../media/image917.svg"/><Relationship Id="rId208" Type="http://schemas.openxmlformats.org/officeDocument/2006/relationships/image" Target="../media/image931.svg"/><Relationship Id="rId229" Type="http://schemas.openxmlformats.org/officeDocument/2006/relationships/image" Target="../media/image952.svg"/><Relationship Id="rId240" Type="http://schemas.openxmlformats.org/officeDocument/2006/relationships/image" Target="../media/image963.svg"/><Relationship Id="rId14" Type="http://schemas.openxmlformats.org/officeDocument/2006/relationships/image" Target="../media/image737.svg"/><Relationship Id="rId35" Type="http://schemas.openxmlformats.org/officeDocument/2006/relationships/image" Target="../media/image758.svg"/><Relationship Id="rId56" Type="http://schemas.openxmlformats.org/officeDocument/2006/relationships/image" Target="../media/image779.svg"/><Relationship Id="rId77" Type="http://schemas.openxmlformats.org/officeDocument/2006/relationships/image" Target="../media/image800.svg"/><Relationship Id="rId100" Type="http://schemas.openxmlformats.org/officeDocument/2006/relationships/image" Target="../media/image823.svg"/><Relationship Id="rId8" Type="http://schemas.openxmlformats.org/officeDocument/2006/relationships/image" Target="../media/image731.svg"/><Relationship Id="rId98" Type="http://schemas.openxmlformats.org/officeDocument/2006/relationships/image" Target="../media/image821.svg"/><Relationship Id="rId121" Type="http://schemas.openxmlformats.org/officeDocument/2006/relationships/image" Target="../media/image844.svg"/><Relationship Id="rId142" Type="http://schemas.openxmlformats.org/officeDocument/2006/relationships/image" Target="../media/image865.svg"/><Relationship Id="rId163" Type="http://schemas.openxmlformats.org/officeDocument/2006/relationships/image" Target="../media/image886.svg"/><Relationship Id="rId184" Type="http://schemas.openxmlformats.org/officeDocument/2006/relationships/image" Target="../media/image907.svg"/><Relationship Id="rId219" Type="http://schemas.openxmlformats.org/officeDocument/2006/relationships/image" Target="../media/image942.svg"/><Relationship Id="rId230" Type="http://schemas.openxmlformats.org/officeDocument/2006/relationships/image" Target="../media/image953.svg"/><Relationship Id="rId25" Type="http://schemas.openxmlformats.org/officeDocument/2006/relationships/image" Target="../media/image748.svg"/><Relationship Id="rId46" Type="http://schemas.openxmlformats.org/officeDocument/2006/relationships/image" Target="../media/image769.svg"/><Relationship Id="rId67" Type="http://schemas.openxmlformats.org/officeDocument/2006/relationships/image" Target="../media/image790.svg"/><Relationship Id="rId88" Type="http://schemas.openxmlformats.org/officeDocument/2006/relationships/image" Target="../media/image811.svg"/><Relationship Id="rId111" Type="http://schemas.openxmlformats.org/officeDocument/2006/relationships/image" Target="../media/image834.svg"/><Relationship Id="rId132" Type="http://schemas.openxmlformats.org/officeDocument/2006/relationships/image" Target="../media/image855.svg"/><Relationship Id="rId153" Type="http://schemas.openxmlformats.org/officeDocument/2006/relationships/image" Target="../media/image876.svg"/><Relationship Id="rId174" Type="http://schemas.openxmlformats.org/officeDocument/2006/relationships/image" Target="../media/image897.svg"/><Relationship Id="rId195" Type="http://schemas.openxmlformats.org/officeDocument/2006/relationships/image" Target="../media/image918.svg"/><Relationship Id="rId209" Type="http://schemas.openxmlformats.org/officeDocument/2006/relationships/image" Target="../media/image932.svg"/><Relationship Id="rId190" Type="http://schemas.openxmlformats.org/officeDocument/2006/relationships/image" Target="../media/image913.svg"/><Relationship Id="rId204" Type="http://schemas.openxmlformats.org/officeDocument/2006/relationships/image" Target="../media/image927.svg"/><Relationship Id="rId220" Type="http://schemas.openxmlformats.org/officeDocument/2006/relationships/image" Target="../media/image943.svg"/><Relationship Id="rId225" Type="http://schemas.openxmlformats.org/officeDocument/2006/relationships/image" Target="../media/image948.svg"/><Relationship Id="rId15" Type="http://schemas.openxmlformats.org/officeDocument/2006/relationships/image" Target="../media/image738.svg"/><Relationship Id="rId36" Type="http://schemas.openxmlformats.org/officeDocument/2006/relationships/image" Target="../media/image759.svg"/><Relationship Id="rId57" Type="http://schemas.openxmlformats.org/officeDocument/2006/relationships/image" Target="../media/image780.svg"/><Relationship Id="rId106" Type="http://schemas.openxmlformats.org/officeDocument/2006/relationships/image" Target="../media/image829.svg"/><Relationship Id="rId127" Type="http://schemas.openxmlformats.org/officeDocument/2006/relationships/image" Target="../media/image850.svg"/><Relationship Id="rId10" Type="http://schemas.openxmlformats.org/officeDocument/2006/relationships/image" Target="../media/image733.svg"/><Relationship Id="rId31" Type="http://schemas.openxmlformats.org/officeDocument/2006/relationships/image" Target="../media/image754.svg"/><Relationship Id="rId52" Type="http://schemas.openxmlformats.org/officeDocument/2006/relationships/image" Target="../media/image775.svg"/><Relationship Id="rId73" Type="http://schemas.openxmlformats.org/officeDocument/2006/relationships/image" Target="../media/image796.svg"/><Relationship Id="rId78" Type="http://schemas.openxmlformats.org/officeDocument/2006/relationships/image" Target="../media/image801.svg"/><Relationship Id="rId94" Type="http://schemas.openxmlformats.org/officeDocument/2006/relationships/image" Target="../media/image817.svg"/><Relationship Id="rId99" Type="http://schemas.openxmlformats.org/officeDocument/2006/relationships/image" Target="../media/image822.svg"/><Relationship Id="rId101" Type="http://schemas.openxmlformats.org/officeDocument/2006/relationships/image" Target="../media/image824.svg"/><Relationship Id="rId122" Type="http://schemas.openxmlformats.org/officeDocument/2006/relationships/image" Target="../media/image845.svg"/><Relationship Id="rId143" Type="http://schemas.openxmlformats.org/officeDocument/2006/relationships/image" Target="../media/image866.svg"/><Relationship Id="rId148" Type="http://schemas.openxmlformats.org/officeDocument/2006/relationships/image" Target="../media/image871.svg"/><Relationship Id="rId164" Type="http://schemas.openxmlformats.org/officeDocument/2006/relationships/image" Target="../media/image887.svg"/><Relationship Id="rId169" Type="http://schemas.openxmlformats.org/officeDocument/2006/relationships/image" Target="../media/image892.svg"/><Relationship Id="rId185" Type="http://schemas.openxmlformats.org/officeDocument/2006/relationships/image" Target="../media/image908.svg"/><Relationship Id="rId4" Type="http://schemas.openxmlformats.org/officeDocument/2006/relationships/image" Target="../media/image487.svg"/><Relationship Id="rId9" Type="http://schemas.openxmlformats.org/officeDocument/2006/relationships/image" Target="../media/image732.svg"/><Relationship Id="rId180" Type="http://schemas.openxmlformats.org/officeDocument/2006/relationships/image" Target="../media/image903.svg"/><Relationship Id="rId210" Type="http://schemas.openxmlformats.org/officeDocument/2006/relationships/image" Target="../media/image933.svg"/><Relationship Id="rId215" Type="http://schemas.openxmlformats.org/officeDocument/2006/relationships/image" Target="../media/image938.svg"/><Relationship Id="rId236" Type="http://schemas.openxmlformats.org/officeDocument/2006/relationships/image" Target="../media/image959.svg"/><Relationship Id="rId26" Type="http://schemas.openxmlformats.org/officeDocument/2006/relationships/image" Target="../media/image749.svg"/><Relationship Id="rId231" Type="http://schemas.openxmlformats.org/officeDocument/2006/relationships/image" Target="../media/image954.svg"/><Relationship Id="rId47" Type="http://schemas.openxmlformats.org/officeDocument/2006/relationships/image" Target="../media/image770.svg"/><Relationship Id="rId68" Type="http://schemas.openxmlformats.org/officeDocument/2006/relationships/image" Target="../media/image791.svg"/><Relationship Id="rId89" Type="http://schemas.openxmlformats.org/officeDocument/2006/relationships/image" Target="../media/image812.svg"/><Relationship Id="rId112" Type="http://schemas.openxmlformats.org/officeDocument/2006/relationships/image" Target="../media/image835.svg"/><Relationship Id="rId133" Type="http://schemas.openxmlformats.org/officeDocument/2006/relationships/image" Target="../media/image856.svg"/><Relationship Id="rId154" Type="http://schemas.openxmlformats.org/officeDocument/2006/relationships/image" Target="../media/image877.svg"/><Relationship Id="rId175" Type="http://schemas.openxmlformats.org/officeDocument/2006/relationships/image" Target="../media/image898.svg"/><Relationship Id="rId196" Type="http://schemas.openxmlformats.org/officeDocument/2006/relationships/image" Target="../media/image919.svg"/><Relationship Id="rId200" Type="http://schemas.openxmlformats.org/officeDocument/2006/relationships/image" Target="../media/image923.svg"/><Relationship Id="rId16" Type="http://schemas.openxmlformats.org/officeDocument/2006/relationships/image" Target="../media/image739.svg"/><Relationship Id="rId221" Type="http://schemas.openxmlformats.org/officeDocument/2006/relationships/image" Target="../media/image944.svg"/><Relationship Id="rId37" Type="http://schemas.openxmlformats.org/officeDocument/2006/relationships/image" Target="../media/image760.svg"/><Relationship Id="rId58" Type="http://schemas.openxmlformats.org/officeDocument/2006/relationships/image" Target="../media/image781.svg"/><Relationship Id="rId79" Type="http://schemas.openxmlformats.org/officeDocument/2006/relationships/image" Target="../media/image802.svg"/><Relationship Id="rId102" Type="http://schemas.openxmlformats.org/officeDocument/2006/relationships/image" Target="../media/image825.svg"/><Relationship Id="rId123" Type="http://schemas.openxmlformats.org/officeDocument/2006/relationships/image" Target="../media/image846.svg"/><Relationship Id="rId144" Type="http://schemas.openxmlformats.org/officeDocument/2006/relationships/image" Target="../media/image867.svg"/><Relationship Id="rId90" Type="http://schemas.openxmlformats.org/officeDocument/2006/relationships/image" Target="../media/image813.svg"/><Relationship Id="rId165" Type="http://schemas.openxmlformats.org/officeDocument/2006/relationships/image" Target="../media/image888.svg"/><Relationship Id="rId186" Type="http://schemas.openxmlformats.org/officeDocument/2006/relationships/image" Target="../media/image909.svg"/><Relationship Id="rId211" Type="http://schemas.openxmlformats.org/officeDocument/2006/relationships/image" Target="../media/image934.svg"/><Relationship Id="rId232" Type="http://schemas.openxmlformats.org/officeDocument/2006/relationships/image" Target="../media/image955.svg"/><Relationship Id="rId27" Type="http://schemas.openxmlformats.org/officeDocument/2006/relationships/image" Target="../media/image750.svg"/><Relationship Id="rId48" Type="http://schemas.openxmlformats.org/officeDocument/2006/relationships/image" Target="../media/image771.svg"/><Relationship Id="rId69" Type="http://schemas.openxmlformats.org/officeDocument/2006/relationships/image" Target="../media/image792.svg"/><Relationship Id="rId113" Type="http://schemas.openxmlformats.org/officeDocument/2006/relationships/image" Target="../media/image836.svg"/><Relationship Id="rId134" Type="http://schemas.openxmlformats.org/officeDocument/2006/relationships/image" Target="../media/image857.svg"/><Relationship Id="rId80" Type="http://schemas.openxmlformats.org/officeDocument/2006/relationships/image" Target="../media/image803.svg"/><Relationship Id="rId155" Type="http://schemas.openxmlformats.org/officeDocument/2006/relationships/image" Target="../media/image878.svg"/><Relationship Id="rId176" Type="http://schemas.openxmlformats.org/officeDocument/2006/relationships/image" Target="../media/image899.svg"/><Relationship Id="rId197" Type="http://schemas.openxmlformats.org/officeDocument/2006/relationships/image" Target="../media/image920.svg"/><Relationship Id="rId201" Type="http://schemas.openxmlformats.org/officeDocument/2006/relationships/image" Target="../media/image924.svg"/><Relationship Id="rId222" Type="http://schemas.openxmlformats.org/officeDocument/2006/relationships/image" Target="../media/image945.svg"/><Relationship Id="rId17" Type="http://schemas.openxmlformats.org/officeDocument/2006/relationships/image" Target="../media/image740.svg"/><Relationship Id="rId38" Type="http://schemas.openxmlformats.org/officeDocument/2006/relationships/image" Target="../media/image761.svg"/><Relationship Id="rId59" Type="http://schemas.openxmlformats.org/officeDocument/2006/relationships/image" Target="../media/image782.svg"/><Relationship Id="rId103" Type="http://schemas.openxmlformats.org/officeDocument/2006/relationships/image" Target="../media/image826.svg"/><Relationship Id="rId124" Type="http://schemas.openxmlformats.org/officeDocument/2006/relationships/image" Target="../media/image847.svg"/><Relationship Id="rId70" Type="http://schemas.openxmlformats.org/officeDocument/2006/relationships/image" Target="../media/image793.svg"/><Relationship Id="rId91" Type="http://schemas.openxmlformats.org/officeDocument/2006/relationships/image" Target="../media/image814.svg"/><Relationship Id="rId145" Type="http://schemas.openxmlformats.org/officeDocument/2006/relationships/image" Target="../media/image868.svg"/><Relationship Id="rId166" Type="http://schemas.openxmlformats.org/officeDocument/2006/relationships/image" Target="../media/image889.svg"/><Relationship Id="rId187" Type="http://schemas.openxmlformats.org/officeDocument/2006/relationships/image" Target="../media/image910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935.svg"/><Relationship Id="rId233" Type="http://schemas.openxmlformats.org/officeDocument/2006/relationships/image" Target="../media/image956.svg"/><Relationship Id="rId28" Type="http://schemas.openxmlformats.org/officeDocument/2006/relationships/image" Target="../media/image751.svg"/><Relationship Id="rId49" Type="http://schemas.openxmlformats.org/officeDocument/2006/relationships/image" Target="../media/image772.svg"/><Relationship Id="rId114" Type="http://schemas.openxmlformats.org/officeDocument/2006/relationships/image" Target="../media/image837.svg"/><Relationship Id="rId60" Type="http://schemas.openxmlformats.org/officeDocument/2006/relationships/image" Target="../media/image783.svg"/><Relationship Id="rId81" Type="http://schemas.openxmlformats.org/officeDocument/2006/relationships/image" Target="../media/image804.svg"/><Relationship Id="rId135" Type="http://schemas.openxmlformats.org/officeDocument/2006/relationships/image" Target="../media/image858.svg"/><Relationship Id="rId156" Type="http://schemas.openxmlformats.org/officeDocument/2006/relationships/image" Target="../media/image879.svg"/><Relationship Id="rId177" Type="http://schemas.openxmlformats.org/officeDocument/2006/relationships/image" Target="../media/image900.svg"/><Relationship Id="rId198" Type="http://schemas.openxmlformats.org/officeDocument/2006/relationships/image" Target="../media/image921.svg"/><Relationship Id="rId202" Type="http://schemas.openxmlformats.org/officeDocument/2006/relationships/image" Target="../media/image925.svg"/><Relationship Id="rId223" Type="http://schemas.openxmlformats.org/officeDocument/2006/relationships/image" Target="../media/image946.svg"/><Relationship Id="rId18" Type="http://schemas.openxmlformats.org/officeDocument/2006/relationships/image" Target="../media/image741.svg"/><Relationship Id="rId39" Type="http://schemas.openxmlformats.org/officeDocument/2006/relationships/image" Target="../media/image762.svg"/><Relationship Id="rId50" Type="http://schemas.openxmlformats.org/officeDocument/2006/relationships/image" Target="../media/image773.svg"/><Relationship Id="rId104" Type="http://schemas.openxmlformats.org/officeDocument/2006/relationships/image" Target="../media/image827.svg"/><Relationship Id="rId125" Type="http://schemas.openxmlformats.org/officeDocument/2006/relationships/image" Target="../media/image848.svg"/><Relationship Id="rId146" Type="http://schemas.openxmlformats.org/officeDocument/2006/relationships/image" Target="../media/image869.svg"/><Relationship Id="rId167" Type="http://schemas.openxmlformats.org/officeDocument/2006/relationships/image" Target="../media/image890.svg"/><Relationship Id="rId188" Type="http://schemas.openxmlformats.org/officeDocument/2006/relationships/image" Target="../media/image911.svg"/><Relationship Id="rId71" Type="http://schemas.openxmlformats.org/officeDocument/2006/relationships/image" Target="../media/image794.svg"/><Relationship Id="rId92" Type="http://schemas.openxmlformats.org/officeDocument/2006/relationships/image" Target="../media/image815.svg"/><Relationship Id="rId213" Type="http://schemas.openxmlformats.org/officeDocument/2006/relationships/image" Target="../media/image936.svg"/><Relationship Id="rId234" Type="http://schemas.openxmlformats.org/officeDocument/2006/relationships/image" Target="../media/image957.svg"/><Relationship Id="rId2" Type="http://schemas.openxmlformats.org/officeDocument/2006/relationships/image" Target="../media/image485.svg"/><Relationship Id="rId29" Type="http://schemas.openxmlformats.org/officeDocument/2006/relationships/image" Target="../media/image752.svg"/><Relationship Id="rId40" Type="http://schemas.openxmlformats.org/officeDocument/2006/relationships/image" Target="../media/image763.svg"/><Relationship Id="rId115" Type="http://schemas.openxmlformats.org/officeDocument/2006/relationships/image" Target="../media/image838.svg"/><Relationship Id="rId136" Type="http://schemas.openxmlformats.org/officeDocument/2006/relationships/image" Target="../media/image859.svg"/><Relationship Id="rId157" Type="http://schemas.openxmlformats.org/officeDocument/2006/relationships/image" Target="../media/image880.svg"/><Relationship Id="rId178" Type="http://schemas.openxmlformats.org/officeDocument/2006/relationships/image" Target="../media/image901.svg"/><Relationship Id="rId61" Type="http://schemas.openxmlformats.org/officeDocument/2006/relationships/image" Target="../media/image784.svg"/><Relationship Id="rId82" Type="http://schemas.openxmlformats.org/officeDocument/2006/relationships/image" Target="../media/image805.svg"/><Relationship Id="rId199" Type="http://schemas.openxmlformats.org/officeDocument/2006/relationships/image" Target="../media/image922.svg"/><Relationship Id="rId203" Type="http://schemas.openxmlformats.org/officeDocument/2006/relationships/image" Target="../media/image926.svg"/><Relationship Id="rId19" Type="http://schemas.openxmlformats.org/officeDocument/2006/relationships/image" Target="../media/image742.svg"/><Relationship Id="rId224" Type="http://schemas.openxmlformats.org/officeDocument/2006/relationships/image" Target="../media/image947.svg"/><Relationship Id="rId30" Type="http://schemas.openxmlformats.org/officeDocument/2006/relationships/image" Target="../media/image753.svg"/><Relationship Id="rId105" Type="http://schemas.openxmlformats.org/officeDocument/2006/relationships/image" Target="../media/image828.svg"/><Relationship Id="rId126" Type="http://schemas.openxmlformats.org/officeDocument/2006/relationships/image" Target="../media/image849.svg"/><Relationship Id="rId147" Type="http://schemas.openxmlformats.org/officeDocument/2006/relationships/image" Target="../media/image870.svg"/><Relationship Id="rId168" Type="http://schemas.openxmlformats.org/officeDocument/2006/relationships/image" Target="../media/image891.svg"/><Relationship Id="rId51" Type="http://schemas.openxmlformats.org/officeDocument/2006/relationships/image" Target="../media/image774.svg"/><Relationship Id="rId72" Type="http://schemas.openxmlformats.org/officeDocument/2006/relationships/image" Target="../media/image795.svg"/><Relationship Id="rId93" Type="http://schemas.openxmlformats.org/officeDocument/2006/relationships/image" Target="../media/image816.svg"/><Relationship Id="rId189" Type="http://schemas.openxmlformats.org/officeDocument/2006/relationships/image" Target="../media/image912.svg"/><Relationship Id="rId3" Type="http://schemas.openxmlformats.org/officeDocument/2006/relationships/image" Target="../media/image486.svg"/><Relationship Id="rId214" Type="http://schemas.openxmlformats.org/officeDocument/2006/relationships/image" Target="../media/image937.svg"/><Relationship Id="rId235" Type="http://schemas.openxmlformats.org/officeDocument/2006/relationships/image" Target="../media/image958.svg"/><Relationship Id="rId116" Type="http://schemas.openxmlformats.org/officeDocument/2006/relationships/image" Target="../media/image839.svg"/><Relationship Id="rId137" Type="http://schemas.openxmlformats.org/officeDocument/2006/relationships/image" Target="../media/image860.svg"/><Relationship Id="rId158" Type="http://schemas.openxmlformats.org/officeDocument/2006/relationships/image" Target="../media/image881.svg"/><Relationship Id="rId20" Type="http://schemas.openxmlformats.org/officeDocument/2006/relationships/image" Target="../media/image743.svg"/><Relationship Id="rId41" Type="http://schemas.openxmlformats.org/officeDocument/2006/relationships/image" Target="../media/image764.svg"/><Relationship Id="rId62" Type="http://schemas.openxmlformats.org/officeDocument/2006/relationships/image" Target="../media/image785.svg"/><Relationship Id="rId83" Type="http://schemas.openxmlformats.org/officeDocument/2006/relationships/image" Target="../media/image806.svg"/><Relationship Id="rId179" Type="http://schemas.openxmlformats.org/officeDocument/2006/relationships/image" Target="../media/image90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746B20-D535-6269-31CB-7AA7A27E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0D155CE-7466-2E29-8B1E-7E506E7E9AE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0" b="40"/>
          <a:stretch/>
        </p:blipFill>
        <p:spPr>
          <a:xfrm>
            <a:off x="360557" y="379413"/>
            <a:ext cx="4668644" cy="5262562"/>
          </a:xfrm>
          <a:solidFill>
            <a:srgbClr val="F7F7ED"/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DC19A-9DE0-C173-FE0E-34835E08B9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E81B55-9737-3BBC-A002-3D7D604F70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CB4B64-E4C3-D8CF-E969-A045671214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6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B53B1-C349-044E-D9E8-D9CDF94928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1B132E3-8BE3-977C-E4F9-AFFBAAB531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C62F62-11F2-4A01-6D32-91104FDF88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722EF-B2FB-0840-CC48-CFE4CC5CA8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/>
          <a:p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.</a:t>
            </a:r>
          </a:p>
          <a:p>
            <a:r>
              <a:rPr lang="en-AU" i="1" dirty="0">
                <a:latin typeface="Yes Sans Text Light" panose="020B0304030101010103" pitchFamily="34" charset="77"/>
              </a:rPr>
              <a:t>Light italic copy: Lorem ipsum </a:t>
            </a:r>
            <a:r>
              <a:rPr lang="en-AU" i="1" dirty="0" err="1">
                <a:latin typeface="Yes Sans Text Light" panose="020B0304030101010103" pitchFamily="34" charset="77"/>
              </a:rPr>
              <a:t>dolor</a:t>
            </a:r>
            <a:r>
              <a:rPr lang="en-AU" i="1" dirty="0">
                <a:latin typeface="Yes Sans Text Light" panose="020B0304030101010103" pitchFamily="34" charset="77"/>
              </a:rPr>
              <a:t> sit </a:t>
            </a:r>
            <a:r>
              <a:rPr lang="en-AU" i="1" dirty="0" err="1">
                <a:latin typeface="Yes Sans Text Light" panose="020B0304030101010103" pitchFamily="34" charset="77"/>
              </a:rPr>
              <a:t>amet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consectetur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adipiscing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elit</a:t>
            </a:r>
            <a:r>
              <a:rPr lang="en-AU" i="1" dirty="0">
                <a:latin typeface="Yes Sans Text Light" panose="020B0304030101010103" pitchFamily="34" charset="77"/>
              </a:rPr>
              <a:t>. </a:t>
            </a:r>
            <a:r>
              <a:rPr lang="en-AU" i="1" dirty="0" err="1">
                <a:latin typeface="Yes Sans Text Light" panose="020B0304030101010103" pitchFamily="34" charset="77"/>
              </a:rPr>
              <a:t>Quisque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faucibus</a:t>
            </a:r>
            <a:r>
              <a:rPr lang="en-AU" i="1" dirty="0">
                <a:latin typeface="Yes Sans Text Light" panose="020B0304030101010103" pitchFamily="34" charset="77"/>
              </a:rPr>
              <a:t> ex </a:t>
            </a:r>
            <a:r>
              <a:rPr lang="en-AU" i="1" dirty="0" err="1">
                <a:latin typeface="Yes Sans Text Light" panose="020B0304030101010103" pitchFamily="34" charset="77"/>
              </a:rPr>
              <a:t>sapien</a:t>
            </a:r>
            <a:r>
              <a:rPr lang="en-AU" i="1" dirty="0">
                <a:latin typeface="Yes Sans Text Light" panose="020B0304030101010103" pitchFamily="34" charset="77"/>
              </a:rPr>
              <a:t> vitae </a:t>
            </a:r>
            <a:r>
              <a:rPr lang="en-AU" i="1" dirty="0" err="1">
                <a:latin typeface="Yes Sans Text Light" panose="020B0304030101010103" pitchFamily="34" charset="77"/>
              </a:rPr>
              <a:t>pellentesque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sem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placerat</a:t>
            </a:r>
            <a:r>
              <a:rPr lang="en-AU" i="1" dirty="0">
                <a:latin typeface="Yes Sans Text Light" panose="020B0304030101010103" pitchFamily="34" charset="77"/>
              </a:rPr>
              <a:t>. In id cursus mi </a:t>
            </a:r>
            <a:r>
              <a:rPr lang="en-AU" i="1" dirty="0" err="1">
                <a:latin typeface="Yes Sans Text Light" panose="020B0304030101010103" pitchFamily="34" charset="77"/>
              </a:rPr>
              <a:t>pretium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tellus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duis</a:t>
            </a:r>
            <a:r>
              <a:rPr lang="en-AU" i="1" dirty="0">
                <a:latin typeface="Yes Sans Text Light" panose="020B0304030101010103" pitchFamily="34" charset="77"/>
              </a:rPr>
              <a:t> convallis. Tempus </a:t>
            </a:r>
            <a:r>
              <a:rPr lang="en-AU" i="1" dirty="0" err="1">
                <a:latin typeface="Yes Sans Text Light" panose="020B0304030101010103" pitchFamily="34" charset="77"/>
              </a:rPr>
              <a:t>leo</a:t>
            </a:r>
            <a:r>
              <a:rPr lang="en-AU" i="1" dirty="0">
                <a:latin typeface="Yes Sans Text Light" panose="020B0304030101010103" pitchFamily="34" charset="77"/>
              </a:rPr>
              <a:t>.</a:t>
            </a:r>
          </a:p>
          <a:p>
            <a:r>
              <a:rPr lang="en-AU" b="1" dirty="0"/>
              <a:t>Paragraph headline here</a:t>
            </a:r>
          </a:p>
          <a:p>
            <a:r>
              <a:rPr lang="en-AU" dirty="0"/>
              <a:t>Pulvinar </a:t>
            </a:r>
            <a:r>
              <a:rPr lang="en-AU" dirty="0" err="1"/>
              <a:t>vivamus</a:t>
            </a:r>
            <a:r>
              <a:rPr lang="en-AU" dirty="0"/>
              <a:t> </a:t>
            </a:r>
            <a:r>
              <a:rPr lang="en-AU" dirty="0" err="1"/>
              <a:t>fringilla</a:t>
            </a:r>
            <a:r>
              <a:rPr lang="en-AU" dirty="0"/>
              <a:t> </a:t>
            </a:r>
            <a:r>
              <a:rPr lang="en-AU" dirty="0" err="1"/>
              <a:t>lacus</a:t>
            </a:r>
            <a:r>
              <a:rPr lang="en-AU" dirty="0"/>
              <a:t> nec </a:t>
            </a:r>
            <a:r>
              <a:rPr lang="en-AU" dirty="0" err="1"/>
              <a:t>metus</a:t>
            </a:r>
            <a:r>
              <a:rPr lang="en-AU" dirty="0"/>
              <a:t> </a:t>
            </a:r>
            <a:r>
              <a:rPr lang="en-AU" dirty="0" err="1"/>
              <a:t>bibendum</a:t>
            </a:r>
            <a:r>
              <a:rPr lang="en-AU" dirty="0"/>
              <a:t> </a:t>
            </a:r>
            <a:r>
              <a:rPr lang="en-AU" dirty="0" err="1"/>
              <a:t>egestas</a:t>
            </a:r>
            <a:r>
              <a:rPr lang="en-AU" dirty="0"/>
              <a:t>. </a:t>
            </a:r>
            <a:r>
              <a:rPr lang="en-AU" dirty="0" err="1"/>
              <a:t>Iaculis</a:t>
            </a:r>
            <a:r>
              <a:rPr lang="en-AU" dirty="0"/>
              <a:t> </a:t>
            </a:r>
            <a:r>
              <a:rPr lang="en-AU" dirty="0" err="1"/>
              <a:t>massa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malesuada</a:t>
            </a:r>
            <a:r>
              <a:rPr lang="en-AU" dirty="0"/>
              <a:t> lacinia integer nunc </a:t>
            </a:r>
            <a:r>
              <a:rPr lang="en-AU" dirty="0" err="1"/>
              <a:t>posuere</a:t>
            </a:r>
            <a:r>
              <a:rPr lang="en-AU" dirty="0"/>
              <a:t>. Ut </a:t>
            </a:r>
            <a:r>
              <a:rPr lang="en-AU" dirty="0" err="1"/>
              <a:t>hendrerit</a:t>
            </a:r>
            <a:r>
              <a:rPr lang="en-AU" dirty="0"/>
              <a:t> semper vel class </a:t>
            </a:r>
            <a:r>
              <a:rPr lang="en-AU" dirty="0" err="1"/>
              <a:t>aptent</a:t>
            </a:r>
            <a:r>
              <a:rPr lang="en-AU" dirty="0"/>
              <a:t> </a:t>
            </a:r>
            <a:r>
              <a:rPr lang="en-AU" dirty="0" err="1"/>
              <a:t>taciti</a:t>
            </a:r>
            <a:r>
              <a:rPr lang="en-AU" dirty="0"/>
              <a:t> </a:t>
            </a:r>
            <a:r>
              <a:rPr lang="en-AU" dirty="0" err="1"/>
              <a:t>sociosqu</a:t>
            </a:r>
            <a:r>
              <a:rPr lang="en-AU" dirty="0"/>
              <a:t>. Ad </a:t>
            </a:r>
            <a:r>
              <a:rPr lang="en-AU" dirty="0" err="1"/>
              <a:t>litora</a:t>
            </a:r>
            <a:r>
              <a:rPr lang="en-AU" dirty="0"/>
              <a:t> </a:t>
            </a:r>
            <a:r>
              <a:rPr lang="en-AU" dirty="0" err="1"/>
              <a:t>torquent</a:t>
            </a:r>
            <a:r>
              <a:rPr lang="en-AU" dirty="0"/>
              <a:t> per </a:t>
            </a:r>
            <a:r>
              <a:rPr lang="en-AU" dirty="0" err="1"/>
              <a:t>conubia</a:t>
            </a:r>
            <a:r>
              <a:rPr lang="en-AU" dirty="0"/>
              <a:t> nostra </a:t>
            </a:r>
            <a:r>
              <a:rPr lang="en-AU" dirty="0" err="1"/>
              <a:t>inceptos</a:t>
            </a:r>
            <a:r>
              <a:rPr lang="en-AU" dirty="0"/>
              <a:t> </a:t>
            </a:r>
            <a:r>
              <a:rPr lang="en-AU" dirty="0" err="1"/>
              <a:t>himenaeos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/>
              <a:t>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</a:t>
            </a:r>
          </a:p>
        </p:txBody>
      </p:sp>
      <p:pic>
        <p:nvPicPr>
          <p:cNvPr id="6" name="Picture Placeholder 5" descr="A black and blue cylinder&#10;&#10;Description automatically generated">
            <a:extLst>
              <a:ext uri="{FF2B5EF4-FFF2-40B4-BE49-F238E27FC236}">
                <a16:creationId xmlns:a16="http://schemas.microsoft.com/office/drawing/2014/main" id="{20F9D385-C05F-122C-43D8-D797ED010FD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855" t="-44" r="-1" b="898"/>
          <a:stretch>
            <a:fillRect/>
          </a:stretch>
        </p:blipFill>
        <p:spPr>
          <a:xfrm>
            <a:off x="6913563" y="2027238"/>
            <a:ext cx="4909630" cy="4457700"/>
          </a:xfr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ACF91FF-85D2-4FBB-A84A-552BB13EA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4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19F7AFAE-8F65-7E3B-F144-12AB0278708D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09249028"/>
              </p:ext>
            </p:extLst>
          </p:nvPr>
        </p:nvGraphicFramePr>
        <p:xfrm>
          <a:off x="757238" y="1758950"/>
          <a:ext cx="10842622" cy="440863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01338">
                  <a:extLst>
                    <a:ext uri="{9D8B030D-6E8A-4147-A177-3AD203B41FA5}">
                      <a16:colId xmlns:a16="http://schemas.microsoft.com/office/drawing/2014/main" val="767224079"/>
                    </a:ext>
                  </a:extLst>
                </a:gridCol>
                <a:gridCol w="1903426">
                  <a:extLst>
                    <a:ext uri="{9D8B030D-6E8A-4147-A177-3AD203B41FA5}">
                      <a16:colId xmlns:a16="http://schemas.microsoft.com/office/drawing/2014/main" val="2458879293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924669657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542418216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309476540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955382260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1479914158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453013465"/>
                    </a:ext>
                  </a:extLst>
                </a:gridCol>
              </a:tblGrid>
              <a:tr h="341529"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385392"/>
                  </a:ext>
                </a:extLst>
              </a:tr>
              <a:tr h="1368728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072400"/>
                  </a:ext>
                </a:extLst>
              </a:tr>
              <a:tr h="1364779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 startAt="2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023350"/>
                  </a:ext>
                </a:extLst>
              </a:tr>
              <a:tr h="1328471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 startAt="3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239666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4DC7E513-C5EB-CC9A-8D8D-2F750929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D49D16-6E1F-735D-2873-7B0C429D64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0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19F7AFAE-8F65-7E3B-F144-12AB0278708D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645200970"/>
              </p:ext>
            </p:extLst>
          </p:nvPr>
        </p:nvGraphicFramePr>
        <p:xfrm>
          <a:off x="757238" y="1758950"/>
          <a:ext cx="10677522" cy="444424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80930">
                  <a:extLst>
                    <a:ext uri="{9D8B030D-6E8A-4147-A177-3AD203B41FA5}">
                      <a16:colId xmlns:a16="http://schemas.microsoft.com/office/drawing/2014/main" val="2458879293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2924669657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542418216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2309476540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955382260"/>
                    </a:ext>
                  </a:extLst>
                </a:gridCol>
              </a:tblGrid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072400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023350"/>
                  </a:ext>
                </a:extLst>
              </a:tr>
              <a:tr h="7169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239666"/>
                  </a:ext>
                </a:extLst>
              </a:tr>
              <a:tr h="66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lnSpc>
                          <a:spcPts val="1260"/>
                        </a:lnSpc>
                        <a:buClr>
                          <a:schemeClr val="accent1"/>
                        </a:buClr>
                        <a:buFont typeface="+mj-lt"/>
                        <a:buAutoNum type="arabicPeriod"/>
                        <a:tabLst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lnSpc>
                          <a:spcPts val="1260"/>
                        </a:lnSpc>
                        <a:buClr>
                          <a:schemeClr val="accent1"/>
                        </a:buClr>
                        <a:buFont typeface="+mj-lt"/>
                        <a:buAutoNum type="arabicPeriod" startAt="3"/>
                        <a:tabLst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386918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167365"/>
                  </a:ext>
                </a:extLst>
              </a:tr>
              <a:tr h="7169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62941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25075F7-F6FA-715E-4B7B-134961C5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9A681-E9D7-F690-ED34-341B07E8664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6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1F7805A-CC4B-6305-5F67-6FC06226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6" name="Table Placeholder 6">
            <a:extLst>
              <a:ext uri="{FF2B5EF4-FFF2-40B4-BE49-F238E27FC236}">
                <a16:creationId xmlns:a16="http://schemas.microsoft.com/office/drawing/2014/main" id="{7358A27D-4825-A59C-F3BB-7D9211D020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5532946"/>
              </p:ext>
            </p:extLst>
          </p:nvPr>
        </p:nvGraphicFramePr>
        <p:xfrm>
          <a:off x="660401" y="1758950"/>
          <a:ext cx="10844212" cy="440019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11053">
                  <a:extLst>
                    <a:ext uri="{9D8B030D-6E8A-4147-A177-3AD203B41FA5}">
                      <a16:colId xmlns:a16="http://schemas.microsoft.com/office/drawing/2014/main" val="796292919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2579808140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466076651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3938847837"/>
                    </a:ext>
                  </a:extLst>
                </a:gridCol>
              </a:tblGrid>
              <a:tr h="46033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078642"/>
                  </a:ext>
                </a:extLst>
              </a:tr>
              <a:tr h="4903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5625"/>
                  </a:ext>
                </a:extLst>
              </a:tr>
              <a:tr h="298968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250577"/>
                  </a:ext>
                </a:extLst>
              </a:tr>
              <a:tr h="430326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sit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amet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,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adipiscing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405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50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E24D-ABD8-29B3-25D9-6604DD56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5FF0-81D2-AB4B-FAEA-490A467C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6" name="Table Placeholder 6">
            <a:extLst>
              <a:ext uri="{FF2B5EF4-FFF2-40B4-BE49-F238E27FC236}">
                <a16:creationId xmlns:a16="http://schemas.microsoft.com/office/drawing/2014/main" id="{183524EA-6BF2-110E-A28F-FFC086C162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2565783"/>
              </p:ext>
            </p:extLst>
          </p:nvPr>
        </p:nvGraphicFramePr>
        <p:xfrm>
          <a:off x="739343" y="1735750"/>
          <a:ext cx="10656596" cy="410346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662270">
                  <a:extLst>
                    <a:ext uri="{9D8B030D-6E8A-4147-A177-3AD203B41FA5}">
                      <a16:colId xmlns:a16="http://schemas.microsoft.com/office/drawing/2014/main" val="796292919"/>
                    </a:ext>
                  </a:extLst>
                </a:gridCol>
                <a:gridCol w="2662270">
                  <a:extLst>
                    <a:ext uri="{9D8B030D-6E8A-4147-A177-3AD203B41FA5}">
                      <a16:colId xmlns:a16="http://schemas.microsoft.com/office/drawing/2014/main" val="2579808140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466076651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3938847837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3378631670"/>
                    </a:ext>
                  </a:extLst>
                </a:gridCol>
              </a:tblGrid>
              <a:tr h="47143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6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078642"/>
                  </a:ext>
                </a:extLst>
              </a:tr>
              <a:tr h="5026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21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5625"/>
                  </a:ext>
                </a:extLst>
              </a:tr>
              <a:tr h="1290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250577"/>
                  </a:ext>
                </a:extLst>
              </a:tr>
              <a:tr h="513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21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868917"/>
                  </a:ext>
                </a:extLst>
              </a:tr>
              <a:tr h="124666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fringilla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accumsan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ut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interdum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GB" sz="1200" b="0" i="0" dirty="0">
                        <a:latin typeface="Yes Sans Text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366527"/>
                  </a:ext>
                </a:extLst>
              </a:tr>
            </a:tbl>
          </a:graphicData>
        </a:graphic>
      </p:graphicFrame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493ED14-E35E-DA35-AA18-D0453D5BF59B}"/>
              </a:ext>
            </a:extLst>
          </p:cNvPr>
          <p:cNvSpPr txBox="1">
            <a:spLocks/>
          </p:cNvSpPr>
          <p:nvPr/>
        </p:nvSpPr>
        <p:spPr>
          <a:xfrm>
            <a:off x="739342" y="5881256"/>
            <a:ext cx="10656596" cy="322551"/>
          </a:xfrm>
          <a:prstGeom prst="rect">
            <a:avLst/>
          </a:prstGeom>
        </p:spPr>
        <p:txBody>
          <a:bodyPr tIns="108000" anchor="t" anchorCtr="0">
            <a:noAutofit/>
          </a:bodyPr>
          <a:lstStyle>
            <a:lvl1pPr marL="0" indent="0" algn="ctr" defTabSz="914366" rtl="0" eaLnBrk="1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Font typeface="+mj-lt"/>
              <a:buNone/>
              <a:tabLst/>
              <a:defRPr sz="11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1pPr>
            <a:lvl2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2pPr>
            <a:lvl3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3pPr>
            <a:lvl4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4pPr>
            <a:lvl5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5pPr>
            <a:lvl6pPr marL="2514506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9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2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55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*Lorem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Nunc </a:t>
            </a:r>
            <a:r>
              <a:rPr lang="en-GB" dirty="0" err="1"/>
              <a:t>vulputate</a:t>
            </a:r>
            <a:r>
              <a:rPr lang="en-GB" dirty="0"/>
              <a:t> libero et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interdum</a:t>
            </a:r>
            <a:r>
              <a:rPr lang="en-GB" dirty="0"/>
              <a:t>, ac </a:t>
            </a:r>
            <a:r>
              <a:rPr lang="en-GB" dirty="0" err="1"/>
              <a:t>aliquet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mattis</a:t>
            </a:r>
            <a:r>
              <a:rPr lang="en-GB" dirty="0"/>
              <a:t>. Class </a:t>
            </a:r>
            <a:r>
              <a:rPr lang="en-GB" dirty="0" err="1"/>
              <a:t>aptent</a:t>
            </a:r>
            <a:r>
              <a:rPr lang="en-GB" dirty="0"/>
              <a:t> </a:t>
            </a:r>
            <a:r>
              <a:rPr lang="en-GB" dirty="0" err="1"/>
              <a:t>taciti</a:t>
            </a:r>
            <a:r>
              <a:rPr lang="en-GB" dirty="0"/>
              <a:t> </a:t>
            </a:r>
            <a:r>
              <a:rPr lang="en-GB" dirty="0" err="1"/>
              <a:t>sociosqu</a:t>
            </a:r>
            <a:r>
              <a:rPr lang="en-GB" dirty="0"/>
              <a:t> ad </a:t>
            </a:r>
            <a:r>
              <a:rPr lang="en-GB" dirty="0" err="1"/>
              <a:t>litora</a:t>
            </a:r>
            <a:r>
              <a:rPr lang="en-GB" dirty="0"/>
              <a:t> nostra.</a:t>
            </a:r>
          </a:p>
        </p:txBody>
      </p:sp>
    </p:spTree>
    <p:extLst>
      <p:ext uri="{BB962C8B-B14F-4D97-AF65-F5344CB8AC3E}">
        <p14:creationId xmlns:p14="http://schemas.microsoft.com/office/powerpoint/2010/main" val="317038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350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47C9942-3413-6C42-C22E-9C75CAC15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0208" y="1297955"/>
            <a:ext cx="136398" cy="136398"/>
          </a:xfrm>
          <a:prstGeom prst="rect">
            <a:avLst/>
          </a:prstGeom>
        </p:spPr>
      </p:pic>
      <p:pic>
        <p:nvPicPr>
          <p:cNvPr id="193" name="Graphic 192">
            <a:extLst>
              <a:ext uri="{FF2B5EF4-FFF2-40B4-BE49-F238E27FC236}">
                <a16:creationId xmlns:a16="http://schemas.microsoft.com/office/drawing/2014/main" id="{BC68AD7C-0C81-2984-2081-6E79DB932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0208" y="1752503"/>
            <a:ext cx="136398" cy="136398"/>
          </a:xfrm>
          <a:prstGeom prst="rect">
            <a:avLst/>
          </a:prstGeom>
        </p:spPr>
      </p:pic>
      <p:pic>
        <p:nvPicPr>
          <p:cNvPr id="249" name="Graphic 248">
            <a:extLst>
              <a:ext uri="{FF2B5EF4-FFF2-40B4-BE49-F238E27FC236}">
                <a16:creationId xmlns:a16="http://schemas.microsoft.com/office/drawing/2014/main" id="{1441E97F-BD47-17BB-DC32-5BCA3FD30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0208" y="2207052"/>
            <a:ext cx="136398" cy="136398"/>
          </a:xfrm>
          <a:prstGeom prst="rect">
            <a:avLst/>
          </a:prstGeom>
        </p:spPr>
      </p:pic>
      <p:pic>
        <p:nvPicPr>
          <p:cNvPr id="337" name="Graphic 336">
            <a:extLst>
              <a:ext uri="{FF2B5EF4-FFF2-40B4-BE49-F238E27FC236}">
                <a16:creationId xmlns:a16="http://schemas.microsoft.com/office/drawing/2014/main" id="{D55F8CA3-9A81-3E4B-D8B6-A5A1D5EA1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0208" y="2661600"/>
            <a:ext cx="136398" cy="136398"/>
          </a:xfrm>
          <a:prstGeom prst="rect">
            <a:avLst/>
          </a:prstGeom>
        </p:spPr>
      </p:pic>
      <p:pic>
        <p:nvPicPr>
          <p:cNvPr id="425" name="Graphic 424">
            <a:extLst>
              <a:ext uri="{FF2B5EF4-FFF2-40B4-BE49-F238E27FC236}">
                <a16:creationId xmlns:a16="http://schemas.microsoft.com/office/drawing/2014/main" id="{07138759-8417-2DD3-6E58-D35B5B7CC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0208" y="3116148"/>
            <a:ext cx="136398" cy="136398"/>
          </a:xfrm>
          <a:prstGeom prst="rect">
            <a:avLst/>
          </a:prstGeom>
        </p:spPr>
      </p:pic>
      <p:pic>
        <p:nvPicPr>
          <p:cNvPr id="509" name="Graphic 508">
            <a:extLst>
              <a:ext uri="{FF2B5EF4-FFF2-40B4-BE49-F238E27FC236}">
                <a16:creationId xmlns:a16="http://schemas.microsoft.com/office/drawing/2014/main" id="{E05181E6-02FA-683D-263C-5591EE0C4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0208" y="3570696"/>
            <a:ext cx="136398" cy="136398"/>
          </a:xfrm>
          <a:prstGeom prst="rect">
            <a:avLst/>
          </a:prstGeom>
        </p:spPr>
      </p:pic>
      <p:pic>
        <p:nvPicPr>
          <p:cNvPr id="601" name="Graphic 600">
            <a:extLst>
              <a:ext uri="{FF2B5EF4-FFF2-40B4-BE49-F238E27FC236}">
                <a16:creationId xmlns:a16="http://schemas.microsoft.com/office/drawing/2014/main" id="{4BC5CD16-7887-DDA5-CEEA-C65674BC9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0208" y="4025244"/>
            <a:ext cx="136398" cy="136398"/>
          </a:xfrm>
          <a:prstGeom prst="rect">
            <a:avLst/>
          </a:prstGeom>
        </p:spPr>
      </p:pic>
      <p:pic>
        <p:nvPicPr>
          <p:cNvPr id="689" name="Graphic 688">
            <a:extLst>
              <a:ext uri="{FF2B5EF4-FFF2-40B4-BE49-F238E27FC236}">
                <a16:creationId xmlns:a16="http://schemas.microsoft.com/office/drawing/2014/main" id="{FC162BAC-5B7E-8C30-5AB2-6E08AC518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0208" y="4479792"/>
            <a:ext cx="136398" cy="136398"/>
          </a:xfrm>
          <a:prstGeom prst="rect">
            <a:avLst/>
          </a:prstGeom>
        </p:spPr>
      </p:pic>
      <p:pic>
        <p:nvPicPr>
          <p:cNvPr id="773" name="Graphic 772">
            <a:extLst>
              <a:ext uri="{FF2B5EF4-FFF2-40B4-BE49-F238E27FC236}">
                <a16:creationId xmlns:a16="http://schemas.microsoft.com/office/drawing/2014/main" id="{D7F779C1-F066-7B88-FFC3-8EEF493B2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0208" y="4934340"/>
            <a:ext cx="136398" cy="136398"/>
          </a:xfrm>
          <a:prstGeom prst="rect">
            <a:avLst/>
          </a:prstGeom>
        </p:spPr>
      </p:pic>
      <p:pic>
        <p:nvPicPr>
          <p:cNvPr id="865" name="Graphic 864">
            <a:extLst>
              <a:ext uri="{FF2B5EF4-FFF2-40B4-BE49-F238E27FC236}">
                <a16:creationId xmlns:a16="http://schemas.microsoft.com/office/drawing/2014/main" id="{727EAA62-B21A-5C68-9668-13DAFF3FC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0208" y="5388888"/>
            <a:ext cx="136398" cy="136398"/>
          </a:xfrm>
          <a:prstGeom prst="rect">
            <a:avLst/>
          </a:prstGeom>
        </p:spPr>
      </p:pic>
      <p:pic>
        <p:nvPicPr>
          <p:cNvPr id="953" name="Graphic 952">
            <a:extLst>
              <a:ext uri="{FF2B5EF4-FFF2-40B4-BE49-F238E27FC236}">
                <a16:creationId xmlns:a16="http://schemas.microsoft.com/office/drawing/2014/main" id="{B19F8B0E-4FE6-6458-3F33-BB99D3972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00208" y="5843437"/>
            <a:ext cx="136398" cy="136398"/>
          </a:xfrm>
          <a:prstGeom prst="rect">
            <a:avLst/>
          </a:prstGeom>
        </p:spPr>
      </p:pic>
      <p:sp>
        <p:nvSpPr>
          <p:cNvPr id="1015" name="TextBox 1014">
            <a:extLst>
              <a:ext uri="{FF2B5EF4-FFF2-40B4-BE49-F238E27FC236}">
                <a16:creationId xmlns:a16="http://schemas.microsoft.com/office/drawing/2014/main" id="{A01842D2-C065-1B16-73B7-2F398C273125}"/>
              </a:ext>
            </a:extLst>
          </p:cNvPr>
          <p:cNvSpPr txBox="1"/>
          <p:nvPr/>
        </p:nvSpPr>
        <p:spPr>
          <a:xfrm>
            <a:off x="1227120" y="1455739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4G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5E38968-E142-73F2-E197-655ABA916ACC}"/>
              </a:ext>
            </a:extLst>
          </p:cNvPr>
          <p:cNvSpPr txBox="1"/>
          <p:nvPr/>
        </p:nvSpPr>
        <p:spPr>
          <a:xfrm>
            <a:off x="1227120" y="192547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 Up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0DB9B76A-C281-4260-1181-CD7F755BBCA1}"/>
              </a:ext>
            </a:extLst>
          </p:cNvPr>
          <p:cNvSpPr txBox="1"/>
          <p:nvPr/>
        </p:nvSpPr>
        <p:spPr>
          <a:xfrm>
            <a:off x="1227120" y="23900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Full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4A8E056D-0F7F-2168-0E39-F72BBBD525F8}"/>
              </a:ext>
            </a:extLst>
          </p:cNvPr>
          <p:cNvSpPr txBox="1"/>
          <p:nvPr/>
        </p:nvSpPr>
        <p:spPr>
          <a:xfrm>
            <a:off x="1227120" y="28449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Cloud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58EFCD37-96BD-2BC8-820A-2AB9D402D482}"/>
              </a:ext>
            </a:extLst>
          </p:cNvPr>
          <p:cNvSpPr txBox="1"/>
          <p:nvPr/>
        </p:nvSpPr>
        <p:spPr>
          <a:xfrm>
            <a:off x="1227120" y="33019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1A939AA-C5B6-B0C7-8FBC-0ECED0C04B95}"/>
              </a:ext>
            </a:extLst>
          </p:cNvPr>
          <p:cNvSpPr txBox="1"/>
          <p:nvPr/>
        </p:nvSpPr>
        <p:spPr>
          <a:xfrm>
            <a:off x="1227120" y="37591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 Filled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23BD8B03-4738-B688-FCF6-E3B07D6A572E}"/>
              </a:ext>
            </a:extLst>
          </p:cNvPr>
          <p:cNvSpPr txBox="1"/>
          <p:nvPr/>
        </p:nvSpPr>
        <p:spPr>
          <a:xfrm>
            <a:off x="1227120" y="4213740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Community</a:t>
            </a:r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0BEFD738-FF2C-5289-9381-79F352010678}"/>
              </a:ext>
            </a:extLst>
          </p:cNvPr>
          <p:cNvSpPr txBox="1"/>
          <p:nvPr/>
        </p:nvSpPr>
        <p:spPr>
          <a:xfrm>
            <a:off x="1227120" y="46737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Pencil</a:t>
            </a: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32D76B4E-27FA-7198-61B4-D67153B22140}"/>
              </a:ext>
            </a:extLst>
          </p:cNvPr>
          <p:cNvSpPr txBox="1"/>
          <p:nvPr/>
        </p:nvSpPr>
        <p:spPr>
          <a:xfrm>
            <a:off x="1227120" y="51332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Envelope</a:t>
            </a:r>
          </a:p>
        </p:txBody>
      </p:sp>
      <p:sp>
        <p:nvSpPr>
          <p:cNvPr id="1213" name="TextBox 1212">
            <a:extLst>
              <a:ext uri="{FF2B5EF4-FFF2-40B4-BE49-F238E27FC236}">
                <a16:creationId xmlns:a16="http://schemas.microsoft.com/office/drawing/2014/main" id="{A97C7B76-F42F-913C-5CB3-765F36DBDB9A}"/>
              </a:ext>
            </a:extLst>
          </p:cNvPr>
          <p:cNvSpPr txBox="1"/>
          <p:nvPr/>
        </p:nvSpPr>
        <p:spPr>
          <a:xfrm>
            <a:off x="1227120" y="5580203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Fire</a:t>
            </a:r>
          </a:p>
        </p:txBody>
      </p:sp>
      <p:sp>
        <p:nvSpPr>
          <p:cNvPr id="1235" name="TextBox 1234">
            <a:extLst>
              <a:ext uri="{FF2B5EF4-FFF2-40B4-BE49-F238E27FC236}">
                <a16:creationId xmlns:a16="http://schemas.microsoft.com/office/drawing/2014/main" id="{8036CEFC-6577-C335-909A-4B977CA40379}"/>
              </a:ext>
            </a:extLst>
          </p:cNvPr>
          <p:cNvSpPr txBox="1"/>
          <p:nvPr/>
        </p:nvSpPr>
        <p:spPr>
          <a:xfrm>
            <a:off x="1227120" y="60453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Guitar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150B744-6E6A-A494-0E30-6EFFD40F8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10945" y="1297955"/>
            <a:ext cx="136398" cy="136398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2B6EE789-56A0-6946-7BBF-0C292419D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10945" y="1752503"/>
            <a:ext cx="136398" cy="136398"/>
          </a:xfrm>
          <a:prstGeom prst="rect">
            <a:avLst/>
          </a:prstGeom>
        </p:spPr>
      </p:pic>
      <p:pic>
        <p:nvPicPr>
          <p:cNvPr id="253" name="Graphic 252">
            <a:extLst>
              <a:ext uri="{FF2B5EF4-FFF2-40B4-BE49-F238E27FC236}">
                <a16:creationId xmlns:a16="http://schemas.microsoft.com/office/drawing/2014/main" id="{23080DA8-433E-6D2B-D0D7-F9D61CE07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10945" y="2207052"/>
            <a:ext cx="136398" cy="136398"/>
          </a:xfrm>
          <a:prstGeom prst="rect">
            <a:avLst/>
          </a:prstGeom>
        </p:spPr>
      </p:pic>
      <p:pic>
        <p:nvPicPr>
          <p:cNvPr id="341" name="Graphic 340">
            <a:extLst>
              <a:ext uri="{FF2B5EF4-FFF2-40B4-BE49-F238E27FC236}">
                <a16:creationId xmlns:a16="http://schemas.microsoft.com/office/drawing/2014/main" id="{DCE56786-4A9C-1359-CC37-D4BDA6F1E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10945" y="2661600"/>
            <a:ext cx="136398" cy="136398"/>
          </a:xfrm>
          <a:prstGeom prst="rect">
            <a:avLst/>
          </a:prstGeom>
        </p:spPr>
      </p:pic>
      <p:pic>
        <p:nvPicPr>
          <p:cNvPr id="433" name="Graphic 432">
            <a:extLst>
              <a:ext uri="{FF2B5EF4-FFF2-40B4-BE49-F238E27FC236}">
                <a16:creationId xmlns:a16="http://schemas.microsoft.com/office/drawing/2014/main" id="{9F1C41F9-5B38-DF76-881B-2614635EE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10945" y="3116148"/>
            <a:ext cx="136398" cy="136398"/>
          </a:xfrm>
          <a:prstGeom prst="rect">
            <a:avLst/>
          </a:prstGeom>
        </p:spPr>
      </p:pic>
      <p:pic>
        <p:nvPicPr>
          <p:cNvPr id="517" name="Graphic 516">
            <a:extLst>
              <a:ext uri="{FF2B5EF4-FFF2-40B4-BE49-F238E27FC236}">
                <a16:creationId xmlns:a16="http://schemas.microsoft.com/office/drawing/2014/main" id="{374B83A0-74F0-3C80-2EA6-3E97D35E7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10945" y="3570696"/>
            <a:ext cx="136398" cy="136398"/>
          </a:xfrm>
          <a:prstGeom prst="rect">
            <a:avLst/>
          </a:prstGeom>
        </p:spPr>
      </p:pic>
      <p:pic>
        <p:nvPicPr>
          <p:cNvPr id="605" name="Graphic 604">
            <a:extLst>
              <a:ext uri="{FF2B5EF4-FFF2-40B4-BE49-F238E27FC236}">
                <a16:creationId xmlns:a16="http://schemas.microsoft.com/office/drawing/2014/main" id="{EC132FD8-6F04-5B74-0A31-2334B14E1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710945" y="4025244"/>
            <a:ext cx="136398" cy="136398"/>
          </a:xfrm>
          <a:prstGeom prst="rect">
            <a:avLst/>
          </a:prstGeom>
        </p:spPr>
      </p:pic>
      <p:pic>
        <p:nvPicPr>
          <p:cNvPr id="693" name="Graphic 692">
            <a:extLst>
              <a:ext uri="{FF2B5EF4-FFF2-40B4-BE49-F238E27FC236}">
                <a16:creationId xmlns:a16="http://schemas.microsoft.com/office/drawing/2014/main" id="{F18543FB-8549-CB83-0176-CAAEA9C9D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10945" y="4479792"/>
            <a:ext cx="136398" cy="136398"/>
          </a:xfrm>
          <a:prstGeom prst="rect">
            <a:avLst/>
          </a:prstGeom>
        </p:spPr>
      </p:pic>
      <p:pic>
        <p:nvPicPr>
          <p:cNvPr id="781" name="Graphic 780">
            <a:extLst>
              <a:ext uri="{FF2B5EF4-FFF2-40B4-BE49-F238E27FC236}">
                <a16:creationId xmlns:a16="http://schemas.microsoft.com/office/drawing/2014/main" id="{F7C91704-9CE3-7389-9428-47EF8663A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10945" y="4934340"/>
            <a:ext cx="136398" cy="136398"/>
          </a:xfrm>
          <a:prstGeom prst="rect">
            <a:avLst/>
          </a:prstGeom>
        </p:spPr>
      </p:pic>
      <p:pic>
        <p:nvPicPr>
          <p:cNvPr id="869" name="Graphic 868">
            <a:extLst>
              <a:ext uri="{FF2B5EF4-FFF2-40B4-BE49-F238E27FC236}">
                <a16:creationId xmlns:a16="http://schemas.microsoft.com/office/drawing/2014/main" id="{55C40AB1-D794-0E53-D5C7-46262E892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10945" y="5388888"/>
            <a:ext cx="136398" cy="136398"/>
          </a:xfrm>
          <a:prstGeom prst="rect">
            <a:avLst/>
          </a:prstGeom>
        </p:spPr>
      </p:pic>
      <p:pic>
        <p:nvPicPr>
          <p:cNvPr id="957" name="Graphic 956">
            <a:extLst>
              <a:ext uri="{FF2B5EF4-FFF2-40B4-BE49-F238E27FC236}">
                <a16:creationId xmlns:a16="http://schemas.microsoft.com/office/drawing/2014/main" id="{7CA4B71C-052B-806C-A7CA-91DF7891E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710945" y="5843437"/>
            <a:ext cx="136398" cy="136398"/>
          </a:xfrm>
          <a:prstGeom prst="rect">
            <a:avLst/>
          </a:prstGeom>
        </p:spPr>
      </p:pic>
      <p:sp>
        <p:nvSpPr>
          <p:cNvPr id="1016" name="TextBox 1015">
            <a:extLst>
              <a:ext uri="{FF2B5EF4-FFF2-40B4-BE49-F238E27FC236}">
                <a16:creationId xmlns:a16="http://schemas.microsoft.com/office/drawing/2014/main" id="{E4CD7982-4CA0-9705-3C7B-5C82AE22651E}"/>
              </a:ext>
            </a:extLst>
          </p:cNvPr>
          <p:cNvSpPr txBox="1"/>
          <p:nvPr/>
        </p:nvSpPr>
        <p:spPr>
          <a:xfrm>
            <a:off x="156462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4G Plus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07F28A0F-E594-2543-8A3B-C3C72DA94163}"/>
              </a:ext>
            </a:extLst>
          </p:cNvPr>
          <p:cNvSpPr txBox="1"/>
          <p:nvPr/>
        </p:nvSpPr>
        <p:spPr>
          <a:xfrm>
            <a:off x="156462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027F0D46-0A04-3CD1-2683-03D0EF4C255A}"/>
              </a:ext>
            </a:extLst>
          </p:cNvPr>
          <p:cNvSpPr txBox="1"/>
          <p:nvPr/>
        </p:nvSpPr>
        <p:spPr>
          <a:xfrm>
            <a:off x="156462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Half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B082B66-83C7-C5AE-3422-EBB2762747DB}"/>
              </a:ext>
            </a:extLst>
          </p:cNvPr>
          <p:cNvSpPr txBox="1"/>
          <p:nvPr/>
        </p:nvSpPr>
        <p:spPr>
          <a:xfrm>
            <a:off x="156462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Enterprise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6D04B66A-5229-CC7C-4B1B-8AFD7BE25EA6}"/>
              </a:ext>
            </a:extLst>
          </p:cNvPr>
          <p:cNvSpPr txBox="1"/>
          <p:nvPr/>
        </p:nvSpPr>
        <p:spPr>
          <a:xfrm>
            <a:off x="156462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</a:t>
            </a:r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0674BBB5-B50D-848D-32D8-45421B070840}"/>
              </a:ext>
            </a:extLst>
          </p:cNvPr>
          <p:cNvSpPr txBox="1"/>
          <p:nvPr/>
        </p:nvSpPr>
        <p:spPr>
          <a:xfrm>
            <a:off x="156462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Tick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34520016-FAFF-8B32-A816-783D15D60258}"/>
              </a:ext>
            </a:extLst>
          </p:cNvPr>
          <p:cNvSpPr txBox="1"/>
          <p:nvPr/>
        </p:nvSpPr>
        <p:spPr>
          <a:xfrm>
            <a:off x="156462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Compass</a:t>
            </a: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EB5014BF-5345-49DA-E909-2E8A2888AB01}"/>
              </a:ext>
            </a:extLst>
          </p:cNvPr>
          <p:cNvSpPr txBox="1"/>
          <p:nvPr/>
        </p:nvSpPr>
        <p:spPr>
          <a:xfrm>
            <a:off x="156462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</a:p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Multi</a:t>
            </a:r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9F75B9CA-9FD1-58D6-9318-7537B07403F9}"/>
              </a:ext>
            </a:extLst>
          </p:cNvPr>
          <p:cNvSpPr txBox="1"/>
          <p:nvPr/>
        </p:nvSpPr>
        <p:spPr>
          <a:xfrm>
            <a:off x="156462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Equals</a:t>
            </a:r>
          </a:p>
        </p:txBody>
      </p:sp>
      <p:sp>
        <p:nvSpPr>
          <p:cNvPr id="1214" name="TextBox 1213">
            <a:extLst>
              <a:ext uri="{FF2B5EF4-FFF2-40B4-BE49-F238E27FC236}">
                <a16:creationId xmlns:a16="http://schemas.microsoft.com/office/drawing/2014/main" id="{A721617A-C317-46C6-51C0-F8AE7451B73E}"/>
              </a:ext>
            </a:extLst>
          </p:cNvPr>
          <p:cNvSpPr txBox="1"/>
          <p:nvPr/>
        </p:nvSpPr>
        <p:spPr>
          <a:xfrm>
            <a:off x="156462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Fist</a:t>
            </a:r>
          </a:p>
        </p:txBody>
      </p:sp>
      <p:sp>
        <p:nvSpPr>
          <p:cNvPr id="1236" name="TextBox 1235">
            <a:extLst>
              <a:ext uri="{FF2B5EF4-FFF2-40B4-BE49-F238E27FC236}">
                <a16:creationId xmlns:a16="http://schemas.microsoft.com/office/drawing/2014/main" id="{D5E5A8EE-7423-E849-9E66-4F5F88401851}"/>
              </a:ext>
            </a:extLst>
          </p:cNvPr>
          <p:cNvSpPr txBox="1"/>
          <p:nvPr/>
        </p:nvSpPr>
        <p:spPr>
          <a:xfrm>
            <a:off x="156462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Bar 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69D3A50-8E45-AAC2-3917-D009ED0FB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138472" y="1297955"/>
            <a:ext cx="136398" cy="136398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6FE4A765-5637-98E8-DC51-24B49243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138472" y="1752503"/>
            <a:ext cx="136398" cy="136398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33C6A893-C77B-E5EE-CE58-523717BE9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138472" y="2207052"/>
            <a:ext cx="136398" cy="136398"/>
          </a:xfrm>
          <a:prstGeom prst="rect">
            <a:avLst/>
          </a:prstGeom>
        </p:spPr>
      </p:pic>
      <p:pic>
        <p:nvPicPr>
          <p:cNvPr id="409" name="Graphic 408">
            <a:extLst>
              <a:ext uri="{FF2B5EF4-FFF2-40B4-BE49-F238E27FC236}">
                <a16:creationId xmlns:a16="http://schemas.microsoft.com/office/drawing/2014/main" id="{5EF894A4-3C21-8ACD-ACFE-90104B6F2A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138472" y="2661600"/>
            <a:ext cx="136398" cy="136398"/>
          </a:xfrm>
          <a:prstGeom prst="rect">
            <a:avLst/>
          </a:prstGeom>
        </p:spPr>
      </p:pic>
      <p:pic>
        <p:nvPicPr>
          <p:cNvPr id="429" name="Graphic 428">
            <a:extLst>
              <a:ext uri="{FF2B5EF4-FFF2-40B4-BE49-F238E27FC236}">
                <a16:creationId xmlns:a16="http://schemas.microsoft.com/office/drawing/2014/main" id="{812B4437-2420-4BED-824F-BD32B5913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138472" y="3116148"/>
            <a:ext cx="136398" cy="136398"/>
          </a:xfrm>
          <a:prstGeom prst="rect">
            <a:avLst/>
          </a:prstGeom>
        </p:spPr>
      </p:pic>
      <p:pic>
        <p:nvPicPr>
          <p:cNvPr id="593" name="Graphic 592">
            <a:extLst>
              <a:ext uri="{FF2B5EF4-FFF2-40B4-BE49-F238E27FC236}">
                <a16:creationId xmlns:a16="http://schemas.microsoft.com/office/drawing/2014/main" id="{050DDBE0-2749-3ACE-4635-A838D2EA4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38472" y="3570696"/>
            <a:ext cx="136398" cy="136398"/>
          </a:xfrm>
          <a:prstGeom prst="rect">
            <a:avLst/>
          </a:prstGeom>
        </p:spPr>
      </p:pic>
      <p:pic>
        <p:nvPicPr>
          <p:cNvPr id="609" name="Graphic 608">
            <a:extLst>
              <a:ext uri="{FF2B5EF4-FFF2-40B4-BE49-F238E27FC236}">
                <a16:creationId xmlns:a16="http://schemas.microsoft.com/office/drawing/2014/main" id="{2A5378BB-309B-626F-4BA4-29AA574AB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138472" y="4025244"/>
            <a:ext cx="136398" cy="136398"/>
          </a:xfrm>
          <a:prstGeom prst="rect">
            <a:avLst/>
          </a:prstGeom>
        </p:spPr>
      </p:pic>
      <p:pic>
        <p:nvPicPr>
          <p:cNvPr id="777" name="Graphic 776">
            <a:extLst>
              <a:ext uri="{FF2B5EF4-FFF2-40B4-BE49-F238E27FC236}">
                <a16:creationId xmlns:a16="http://schemas.microsoft.com/office/drawing/2014/main" id="{41E9D66F-D047-2F6F-9D0C-258C64D1A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138472" y="4479792"/>
            <a:ext cx="136398" cy="136398"/>
          </a:xfrm>
          <a:prstGeom prst="rect">
            <a:avLst/>
          </a:prstGeom>
        </p:spPr>
      </p:pic>
      <p:pic>
        <p:nvPicPr>
          <p:cNvPr id="785" name="Graphic 784">
            <a:extLst>
              <a:ext uri="{FF2B5EF4-FFF2-40B4-BE49-F238E27FC236}">
                <a16:creationId xmlns:a16="http://schemas.microsoft.com/office/drawing/2014/main" id="{9C6A8B39-0CB0-9B3D-6AC6-6123158D5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138472" y="4934340"/>
            <a:ext cx="136398" cy="136398"/>
          </a:xfrm>
          <a:prstGeom prst="rect">
            <a:avLst/>
          </a:prstGeom>
        </p:spPr>
      </p:pic>
      <p:pic>
        <p:nvPicPr>
          <p:cNvPr id="873" name="Graphic 872">
            <a:extLst>
              <a:ext uri="{FF2B5EF4-FFF2-40B4-BE49-F238E27FC236}">
                <a16:creationId xmlns:a16="http://schemas.microsoft.com/office/drawing/2014/main" id="{E65BB797-012C-7DAB-6F31-9F276DD21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138472" y="5388888"/>
            <a:ext cx="136398" cy="136398"/>
          </a:xfrm>
          <a:prstGeom prst="rect">
            <a:avLst/>
          </a:prstGeom>
        </p:spPr>
      </p:pic>
      <p:pic>
        <p:nvPicPr>
          <p:cNvPr id="967" name="Graphic 966">
            <a:extLst>
              <a:ext uri="{FF2B5EF4-FFF2-40B4-BE49-F238E27FC236}">
                <a16:creationId xmlns:a16="http://schemas.microsoft.com/office/drawing/2014/main" id="{E9C619C3-9DC7-5CE6-24DF-75FA6689D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138472" y="5843437"/>
            <a:ext cx="136398" cy="136398"/>
          </a:xfrm>
          <a:prstGeom prst="rect">
            <a:avLst/>
          </a:prstGeom>
        </p:spPr>
      </p:pic>
      <p:sp>
        <p:nvSpPr>
          <p:cNvPr id="1017" name="TextBox 1016">
            <a:extLst>
              <a:ext uri="{FF2B5EF4-FFF2-40B4-BE49-F238E27FC236}">
                <a16:creationId xmlns:a16="http://schemas.microsoft.com/office/drawing/2014/main" id="{6DD64FBA-F41F-C906-405F-499779169C79}"/>
              </a:ext>
            </a:extLst>
          </p:cNvPr>
          <p:cNvSpPr txBox="1"/>
          <p:nvPr/>
        </p:nvSpPr>
        <p:spPr>
          <a:xfrm>
            <a:off x="199215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814377A3-9FA8-339C-B974-2303896A86DD}"/>
              </a:ext>
            </a:extLst>
          </p:cNvPr>
          <p:cNvSpPr txBox="1"/>
          <p:nvPr/>
        </p:nvSpPr>
        <p:spPr>
          <a:xfrm>
            <a:off x="199215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Download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5DC528C-8958-BE03-5F9A-E806BAFB27F8}"/>
              </a:ext>
            </a:extLst>
          </p:cNvPr>
          <p:cNvSpPr txBox="1"/>
          <p:nvPr/>
        </p:nvSpPr>
        <p:spPr>
          <a:xfrm>
            <a:off x="199215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Plug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C85C71D6-607E-350E-98DE-1D38FC5B021B}"/>
              </a:ext>
            </a:extLst>
          </p:cNvPr>
          <p:cNvSpPr txBox="1"/>
          <p:nvPr/>
        </p:nvSpPr>
        <p:spPr>
          <a:xfrm>
            <a:off x="199215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 House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FD586991-A74D-DB20-FA3A-00945D0C9577}"/>
              </a:ext>
            </a:extLst>
          </p:cNvPr>
          <p:cNvSpPr txBox="1"/>
          <p:nvPr/>
        </p:nvSpPr>
        <p:spPr>
          <a:xfrm>
            <a:off x="199215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 Signal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05717A69-0B7E-8C4B-5F5A-00DBBF5880E1}"/>
              </a:ext>
            </a:extLst>
          </p:cNvPr>
          <p:cNvSpPr txBox="1"/>
          <p:nvPr/>
        </p:nvSpPr>
        <p:spPr>
          <a:xfrm>
            <a:off x="199215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Tick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A9D2C422-EC53-C028-9842-5C6F9B2EC4E0}"/>
              </a:ext>
            </a:extLst>
          </p:cNvPr>
          <p:cNvSpPr txBox="1"/>
          <p:nvPr/>
        </p:nvSpPr>
        <p:spPr>
          <a:xfrm>
            <a:off x="199215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Computer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Desktop</a:t>
            </a:r>
          </a:p>
        </p:txBody>
      </p:sp>
      <p:sp>
        <p:nvSpPr>
          <p:cNvPr id="1171" name="TextBox 1170">
            <a:extLst>
              <a:ext uri="{FF2B5EF4-FFF2-40B4-BE49-F238E27FC236}">
                <a16:creationId xmlns:a16="http://schemas.microsoft.com/office/drawing/2014/main" id="{272A357D-15E3-9C28-1266-D774A0780D3C}"/>
              </a:ext>
            </a:extLst>
          </p:cNvPr>
          <p:cNvSpPr txBox="1"/>
          <p:nvPr/>
        </p:nvSpPr>
        <p:spPr>
          <a:xfrm>
            <a:off x="199215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Pdf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Download</a:t>
            </a:r>
          </a:p>
        </p:txBody>
      </p:sp>
      <p:sp>
        <p:nvSpPr>
          <p:cNvPr id="1193" name="TextBox 1192">
            <a:extLst>
              <a:ext uri="{FF2B5EF4-FFF2-40B4-BE49-F238E27FC236}">
                <a16:creationId xmlns:a16="http://schemas.microsoft.com/office/drawing/2014/main" id="{486530D2-1B6C-9242-E495-C2A2B45E02C8}"/>
              </a:ext>
            </a:extLst>
          </p:cNvPr>
          <p:cNvSpPr txBox="1"/>
          <p:nvPr/>
        </p:nvSpPr>
        <p:spPr>
          <a:xfrm>
            <a:off x="199215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Escalator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215" name="TextBox 1214">
            <a:extLst>
              <a:ext uri="{FF2B5EF4-FFF2-40B4-BE49-F238E27FC236}">
                <a16:creationId xmlns:a16="http://schemas.microsoft.com/office/drawing/2014/main" id="{BBC4DB95-528F-7A5E-1A52-93281002B386}"/>
              </a:ext>
            </a:extLst>
          </p:cNvPr>
          <p:cNvSpPr txBox="1"/>
          <p:nvPr/>
        </p:nvSpPr>
        <p:spPr>
          <a:xfrm>
            <a:off x="199215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Flower</a:t>
            </a:r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ACC3C78A-0054-E4E2-D753-1B58941E0C38}"/>
              </a:ext>
            </a:extLst>
          </p:cNvPr>
          <p:cNvSpPr txBox="1"/>
          <p:nvPr/>
        </p:nvSpPr>
        <p:spPr>
          <a:xfrm>
            <a:off x="199215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Number One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912C78-823D-E46E-A9F1-38D58E0472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594219" y="1297955"/>
            <a:ext cx="136398" cy="136398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9F685560-66ED-C696-5120-01D1FB4B1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594219" y="1752503"/>
            <a:ext cx="136398" cy="136398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646ECA53-A5F3-CF48-9BCD-1C3557F55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594219" y="2207052"/>
            <a:ext cx="136398" cy="136398"/>
          </a:xfrm>
          <a:prstGeom prst="rect">
            <a:avLst/>
          </a:prstGeom>
        </p:spPr>
      </p:pic>
      <p:pic>
        <p:nvPicPr>
          <p:cNvPr id="413" name="Graphic 412">
            <a:extLst>
              <a:ext uri="{FF2B5EF4-FFF2-40B4-BE49-F238E27FC236}">
                <a16:creationId xmlns:a16="http://schemas.microsoft.com/office/drawing/2014/main" id="{25EA5996-7087-F8A8-F65D-4DD703985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594219" y="2661600"/>
            <a:ext cx="136398" cy="136398"/>
          </a:xfrm>
          <a:prstGeom prst="rect">
            <a:avLst/>
          </a:prstGeom>
        </p:spPr>
      </p:pic>
      <p:pic>
        <p:nvPicPr>
          <p:cNvPr id="445" name="Graphic 444">
            <a:extLst>
              <a:ext uri="{FF2B5EF4-FFF2-40B4-BE49-F238E27FC236}">
                <a16:creationId xmlns:a16="http://schemas.microsoft.com/office/drawing/2014/main" id="{07940906-4BEC-3CED-D03F-A6E35D36E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594219" y="3116148"/>
            <a:ext cx="136398" cy="136398"/>
          </a:xfrm>
          <a:prstGeom prst="rect">
            <a:avLst/>
          </a:prstGeom>
        </p:spPr>
      </p:pic>
      <p:pic>
        <p:nvPicPr>
          <p:cNvPr id="521" name="Graphic 520">
            <a:extLst>
              <a:ext uri="{FF2B5EF4-FFF2-40B4-BE49-F238E27FC236}">
                <a16:creationId xmlns:a16="http://schemas.microsoft.com/office/drawing/2014/main" id="{5EA70D66-7EC0-E1ED-09B8-26D32642F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594219" y="3570696"/>
            <a:ext cx="136398" cy="136398"/>
          </a:xfrm>
          <a:prstGeom prst="rect">
            <a:avLst/>
          </a:prstGeom>
        </p:spPr>
      </p:pic>
      <p:pic>
        <p:nvPicPr>
          <p:cNvPr id="613" name="Graphic 612">
            <a:extLst>
              <a:ext uri="{FF2B5EF4-FFF2-40B4-BE49-F238E27FC236}">
                <a16:creationId xmlns:a16="http://schemas.microsoft.com/office/drawing/2014/main" id="{35DE04B1-C2ED-D603-C78A-71E4612A1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594219" y="4025244"/>
            <a:ext cx="136398" cy="136398"/>
          </a:xfrm>
          <a:prstGeom prst="rect">
            <a:avLst/>
          </a:prstGeom>
        </p:spPr>
      </p:pic>
      <p:pic>
        <p:nvPicPr>
          <p:cNvPr id="701" name="Graphic 700">
            <a:extLst>
              <a:ext uri="{FF2B5EF4-FFF2-40B4-BE49-F238E27FC236}">
                <a16:creationId xmlns:a16="http://schemas.microsoft.com/office/drawing/2014/main" id="{F9DD46A8-0A75-FFB7-F311-61CE47157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594219" y="4479792"/>
            <a:ext cx="136398" cy="136398"/>
          </a:xfrm>
          <a:prstGeom prst="rect">
            <a:avLst/>
          </a:prstGeom>
        </p:spPr>
      </p:pic>
      <p:pic>
        <p:nvPicPr>
          <p:cNvPr id="789" name="Graphic 788">
            <a:extLst>
              <a:ext uri="{FF2B5EF4-FFF2-40B4-BE49-F238E27FC236}">
                <a16:creationId xmlns:a16="http://schemas.microsoft.com/office/drawing/2014/main" id="{63D182F6-9FD9-6ADE-1385-A5EC2DCF9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594219" y="4934340"/>
            <a:ext cx="136398" cy="136398"/>
          </a:xfrm>
          <a:prstGeom prst="rect">
            <a:avLst/>
          </a:prstGeom>
        </p:spPr>
      </p:pic>
      <p:pic>
        <p:nvPicPr>
          <p:cNvPr id="877" name="Graphic 876">
            <a:extLst>
              <a:ext uri="{FF2B5EF4-FFF2-40B4-BE49-F238E27FC236}">
                <a16:creationId xmlns:a16="http://schemas.microsoft.com/office/drawing/2014/main" id="{B5DC39C9-7BB0-53BB-E5DC-BC4B228C5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594219" y="5388888"/>
            <a:ext cx="136398" cy="136398"/>
          </a:xfrm>
          <a:prstGeom prst="rect">
            <a:avLst/>
          </a:prstGeom>
        </p:spPr>
      </p:pic>
      <p:pic>
        <p:nvPicPr>
          <p:cNvPr id="965" name="Graphic 964">
            <a:extLst>
              <a:ext uri="{FF2B5EF4-FFF2-40B4-BE49-F238E27FC236}">
                <a16:creationId xmlns:a16="http://schemas.microsoft.com/office/drawing/2014/main" id="{2FB6038C-0578-AC62-2040-D59B4674C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594219" y="5843437"/>
            <a:ext cx="136398" cy="136398"/>
          </a:xfrm>
          <a:prstGeom prst="rect">
            <a:avLst/>
          </a:prstGeom>
        </p:spPr>
      </p:pic>
      <p:sp>
        <p:nvSpPr>
          <p:cNvPr id="1018" name="TextBox 1017">
            <a:extLst>
              <a:ext uri="{FF2B5EF4-FFF2-40B4-BE49-F238E27FC236}">
                <a16:creationId xmlns:a16="http://schemas.microsoft.com/office/drawing/2014/main" id="{7C1E91AE-CDE1-21A6-8FF7-19269A2F0BF7}"/>
              </a:ext>
            </a:extLst>
          </p:cNvPr>
          <p:cNvSpPr txBox="1"/>
          <p:nvPr/>
        </p:nvSpPr>
        <p:spPr>
          <a:xfrm>
            <a:off x="244790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 Max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901B13ED-2FBD-9EC2-420B-777AC161A3D4}"/>
              </a:ext>
            </a:extLst>
          </p:cNvPr>
          <p:cNvSpPr txBox="1"/>
          <p:nvPr/>
        </p:nvSpPr>
        <p:spPr>
          <a:xfrm>
            <a:off x="244790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Down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Upward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1909C2F3-3BEF-D883-7C8E-3A9F6CF87DDF}"/>
              </a:ext>
            </a:extLst>
          </p:cNvPr>
          <p:cNvSpPr txBox="1"/>
          <p:nvPr/>
        </p:nvSpPr>
        <p:spPr>
          <a:xfrm>
            <a:off x="244790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Quarter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AD3F6F04-4139-0272-F688-3E7526016795}"/>
              </a:ext>
            </a:extLst>
          </p:cNvPr>
          <p:cNvSpPr txBox="1"/>
          <p:nvPr/>
        </p:nvSpPr>
        <p:spPr>
          <a:xfrm>
            <a:off x="244790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House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Location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164658A2-BB1B-66F5-CA6D-437DD5B1D2D6}"/>
              </a:ext>
            </a:extLst>
          </p:cNvPr>
          <p:cNvSpPr txBox="1"/>
          <p:nvPr/>
        </p:nvSpPr>
        <p:spPr>
          <a:xfrm>
            <a:off x="244790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</a:t>
            </a: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C354F728-63BB-08DA-E48B-E11198F1F4CD}"/>
              </a:ext>
            </a:extLst>
          </p:cNvPr>
          <p:cNvSpPr txBox="1"/>
          <p:nvPr/>
        </p:nvSpPr>
        <p:spPr>
          <a:xfrm>
            <a:off x="244790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Claim Credit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9DDFC72F-46EE-5EC6-04B9-0795175E38F3}"/>
              </a:ext>
            </a:extLst>
          </p:cNvPr>
          <p:cNvSpPr txBox="1"/>
          <p:nvPr/>
        </p:nvSpPr>
        <p:spPr>
          <a:xfrm>
            <a:off x="244790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Concierge Bell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92AE5795-C755-0097-BF88-A49AA37DB1AE}"/>
              </a:ext>
            </a:extLst>
          </p:cNvPr>
          <p:cNvSpPr txBox="1"/>
          <p:nvPr/>
        </p:nvSpPr>
        <p:spPr>
          <a:xfrm>
            <a:off x="244790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194" name="TextBox 1193">
            <a:extLst>
              <a:ext uri="{FF2B5EF4-FFF2-40B4-BE49-F238E27FC236}">
                <a16:creationId xmlns:a16="http://schemas.microsoft.com/office/drawing/2014/main" id="{D1E0CA5A-FDE1-74F0-70CF-F3AEEC3D275A}"/>
              </a:ext>
            </a:extLst>
          </p:cNvPr>
          <p:cNvSpPr txBox="1"/>
          <p:nvPr/>
        </p:nvSpPr>
        <p:spPr>
          <a:xfrm>
            <a:off x="244790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Escalator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216" name="TextBox 1215">
            <a:extLst>
              <a:ext uri="{FF2B5EF4-FFF2-40B4-BE49-F238E27FC236}">
                <a16:creationId xmlns:a16="http://schemas.microsoft.com/office/drawing/2014/main" id="{783718C0-1EBE-3475-158F-E01CBAF7307B}"/>
              </a:ext>
            </a:extLst>
          </p:cNvPr>
          <p:cNvSpPr txBox="1"/>
          <p:nvPr/>
        </p:nvSpPr>
        <p:spPr>
          <a:xfrm>
            <a:off x="244790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Forest</a:t>
            </a:r>
          </a:p>
        </p:txBody>
      </p:sp>
      <p:sp>
        <p:nvSpPr>
          <p:cNvPr id="1238" name="TextBox 1237">
            <a:extLst>
              <a:ext uri="{FF2B5EF4-FFF2-40B4-BE49-F238E27FC236}">
                <a16:creationId xmlns:a16="http://schemas.microsoft.com/office/drawing/2014/main" id="{8D663DBA-CD33-306E-604F-F9ACBE8DD59F}"/>
              </a:ext>
            </a:extLst>
          </p:cNvPr>
          <p:cNvSpPr txBox="1"/>
          <p:nvPr/>
        </p:nvSpPr>
        <p:spPr>
          <a:xfrm>
            <a:off x="244790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Push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Button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B2C1002-A11C-320A-A33E-5080F7BB7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049966" y="1297955"/>
            <a:ext cx="136398" cy="136398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A052DFF1-2038-FC30-938C-91D0CA803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049966" y="1752503"/>
            <a:ext cx="136398" cy="136398"/>
          </a:xfrm>
          <a:prstGeom prst="rect">
            <a:avLst/>
          </a:prstGeom>
        </p:spPr>
      </p:pic>
      <p:pic>
        <p:nvPicPr>
          <p:cNvPr id="265" name="Graphic 264">
            <a:extLst>
              <a:ext uri="{FF2B5EF4-FFF2-40B4-BE49-F238E27FC236}">
                <a16:creationId xmlns:a16="http://schemas.microsoft.com/office/drawing/2014/main" id="{8B4FE984-8FE8-BD80-591D-BED2BAD78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049966" y="2207052"/>
            <a:ext cx="136398" cy="136398"/>
          </a:xfrm>
          <a:prstGeom prst="rect">
            <a:avLst/>
          </a:prstGeom>
        </p:spPr>
      </p:pic>
      <p:pic>
        <p:nvPicPr>
          <p:cNvPr id="417" name="Graphic 416">
            <a:extLst>
              <a:ext uri="{FF2B5EF4-FFF2-40B4-BE49-F238E27FC236}">
                <a16:creationId xmlns:a16="http://schemas.microsoft.com/office/drawing/2014/main" id="{252F2E6F-5859-F794-893D-2768DA7C4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049966" y="2661600"/>
            <a:ext cx="136398" cy="136398"/>
          </a:xfrm>
          <a:prstGeom prst="rect">
            <a:avLst/>
          </a:prstGeom>
        </p:spPr>
      </p:pic>
      <p:pic>
        <p:nvPicPr>
          <p:cNvPr id="437" name="Graphic 436">
            <a:extLst>
              <a:ext uri="{FF2B5EF4-FFF2-40B4-BE49-F238E27FC236}">
                <a16:creationId xmlns:a16="http://schemas.microsoft.com/office/drawing/2014/main" id="{6711CB33-BBCF-7A88-7955-03409514C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049966" y="3116148"/>
            <a:ext cx="136398" cy="136398"/>
          </a:xfrm>
          <a:prstGeom prst="rect">
            <a:avLst/>
          </a:prstGeom>
        </p:spPr>
      </p:pic>
      <p:pic>
        <p:nvPicPr>
          <p:cNvPr id="525" name="Graphic 524">
            <a:extLst>
              <a:ext uri="{FF2B5EF4-FFF2-40B4-BE49-F238E27FC236}">
                <a16:creationId xmlns:a16="http://schemas.microsoft.com/office/drawing/2014/main" id="{FD5A1796-AF2F-527C-AB08-9A631BD55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3049966" y="3570696"/>
            <a:ext cx="136398" cy="136398"/>
          </a:xfrm>
          <a:prstGeom prst="rect">
            <a:avLst/>
          </a:prstGeom>
        </p:spPr>
      </p:pic>
      <p:pic>
        <p:nvPicPr>
          <p:cNvPr id="617" name="Graphic 616">
            <a:extLst>
              <a:ext uri="{FF2B5EF4-FFF2-40B4-BE49-F238E27FC236}">
                <a16:creationId xmlns:a16="http://schemas.microsoft.com/office/drawing/2014/main" id="{DF5717D1-4EEF-A02E-9173-638BF61F7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049966" y="4025244"/>
            <a:ext cx="136398" cy="136398"/>
          </a:xfrm>
          <a:prstGeom prst="rect">
            <a:avLst/>
          </a:prstGeom>
        </p:spPr>
      </p:pic>
      <p:pic>
        <p:nvPicPr>
          <p:cNvPr id="697" name="Graphic 696">
            <a:extLst>
              <a:ext uri="{FF2B5EF4-FFF2-40B4-BE49-F238E27FC236}">
                <a16:creationId xmlns:a16="http://schemas.microsoft.com/office/drawing/2014/main" id="{79FCCD89-B4C9-B9F1-5126-E81EE49EE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049966" y="4479792"/>
            <a:ext cx="136398" cy="136398"/>
          </a:xfrm>
          <a:prstGeom prst="rect">
            <a:avLst/>
          </a:prstGeom>
        </p:spPr>
      </p:pic>
      <p:pic>
        <p:nvPicPr>
          <p:cNvPr id="793" name="Graphic 792">
            <a:extLst>
              <a:ext uri="{FF2B5EF4-FFF2-40B4-BE49-F238E27FC236}">
                <a16:creationId xmlns:a16="http://schemas.microsoft.com/office/drawing/2014/main" id="{57811E4E-36A9-0F30-4799-FF3DC1634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049966" y="4934340"/>
            <a:ext cx="136398" cy="136398"/>
          </a:xfrm>
          <a:prstGeom prst="rect">
            <a:avLst/>
          </a:prstGeom>
        </p:spPr>
      </p:pic>
      <p:pic>
        <p:nvPicPr>
          <p:cNvPr id="881" name="Graphic 880">
            <a:extLst>
              <a:ext uri="{FF2B5EF4-FFF2-40B4-BE49-F238E27FC236}">
                <a16:creationId xmlns:a16="http://schemas.microsoft.com/office/drawing/2014/main" id="{E5CFC9D4-C922-197F-EDC7-58716628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049966" y="5388888"/>
            <a:ext cx="136398" cy="136398"/>
          </a:xfrm>
          <a:prstGeom prst="rect">
            <a:avLst/>
          </a:prstGeom>
        </p:spPr>
      </p:pic>
      <p:pic>
        <p:nvPicPr>
          <p:cNvPr id="963" name="Graphic 962">
            <a:extLst>
              <a:ext uri="{FF2B5EF4-FFF2-40B4-BE49-F238E27FC236}">
                <a16:creationId xmlns:a16="http://schemas.microsoft.com/office/drawing/2014/main" id="{5B4E6EED-00AF-53ED-AF99-CD0800499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049966" y="5843437"/>
            <a:ext cx="136398" cy="136398"/>
          </a:xfrm>
          <a:prstGeom prst="rect">
            <a:avLst/>
          </a:prstGeom>
        </p:spPr>
      </p:pic>
      <p:sp>
        <p:nvSpPr>
          <p:cNvPr id="1019" name="TextBox 1018">
            <a:extLst>
              <a:ext uri="{FF2B5EF4-FFF2-40B4-BE49-F238E27FC236}">
                <a16:creationId xmlns:a16="http://schemas.microsoft.com/office/drawing/2014/main" id="{36B12C48-E5CB-03FC-FDE3-E1D840379E1C}"/>
              </a:ext>
            </a:extLst>
          </p:cNvPr>
          <p:cNvSpPr txBox="1"/>
          <p:nvPr/>
        </p:nvSpPr>
        <p:spPr>
          <a:xfrm>
            <a:off x="290364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Signal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F1563D6-ED85-C0F7-1605-BF07A52F57F2}"/>
              </a:ext>
            </a:extLst>
          </p:cNvPr>
          <p:cNvSpPr txBox="1"/>
          <p:nvPr/>
        </p:nvSpPr>
        <p:spPr>
          <a:xfrm>
            <a:off x="290364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8950B712-2FE3-A8DF-0032-AB5F43A37D4A}"/>
              </a:ext>
            </a:extLst>
          </p:cNvPr>
          <p:cNvSpPr txBox="1"/>
          <p:nvPr/>
        </p:nvSpPr>
        <p:spPr>
          <a:xfrm>
            <a:off x="290364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Three Quarter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17BD9800-2C0B-6466-312D-162377196590}"/>
              </a:ext>
            </a:extLst>
          </p:cNvPr>
          <p:cNvSpPr txBox="1"/>
          <p:nvPr/>
        </p:nvSpPr>
        <p:spPr>
          <a:xfrm>
            <a:off x="290364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One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06C5D7A5-4CCE-6545-391A-CD8C4E7E98F5}"/>
              </a:ext>
            </a:extLst>
          </p:cNvPr>
          <p:cNvSpPr txBox="1"/>
          <p:nvPr/>
        </p:nvSpPr>
        <p:spPr>
          <a:xfrm>
            <a:off x="290364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 Add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16068E0B-A75A-56F0-9B67-51AFCD56E5C4}"/>
              </a:ext>
            </a:extLst>
          </p:cNvPr>
          <p:cNvSpPr txBox="1"/>
          <p:nvPr/>
        </p:nvSpPr>
        <p:spPr>
          <a:xfrm>
            <a:off x="290364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Click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4E679332-0B78-23AE-EEA4-AFA82A7C4CF5}"/>
              </a:ext>
            </a:extLst>
          </p:cNvPr>
          <p:cNvSpPr txBox="1"/>
          <p:nvPr/>
        </p:nvSpPr>
        <p:spPr>
          <a:xfrm>
            <a:off x="290364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Connection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</a:t>
            </a:r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E1F038E7-A14C-BD79-176F-C10CDB0FC0D0}"/>
              </a:ext>
            </a:extLst>
          </p:cNvPr>
          <p:cNvSpPr txBox="1"/>
          <p:nvPr/>
        </p:nvSpPr>
        <p:spPr>
          <a:xfrm>
            <a:off x="290364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195" name="TextBox 1194">
            <a:extLst>
              <a:ext uri="{FF2B5EF4-FFF2-40B4-BE49-F238E27FC236}">
                <a16:creationId xmlns:a16="http://schemas.microsoft.com/office/drawing/2014/main" id="{ACC1B011-57AE-CCF8-4954-B1EAA649703D}"/>
              </a:ext>
            </a:extLst>
          </p:cNvPr>
          <p:cNvSpPr txBox="1"/>
          <p:nvPr/>
        </p:nvSpPr>
        <p:spPr>
          <a:xfrm>
            <a:off x="290364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eSIM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17" name="TextBox 1216">
            <a:extLst>
              <a:ext uri="{FF2B5EF4-FFF2-40B4-BE49-F238E27FC236}">
                <a16:creationId xmlns:a16="http://schemas.microsoft.com/office/drawing/2014/main" id="{46706D6E-9A89-FA16-F5DA-778EC497B71A}"/>
              </a:ext>
            </a:extLst>
          </p:cNvPr>
          <p:cNvSpPr txBox="1"/>
          <p:nvPr/>
        </p:nvSpPr>
        <p:spPr>
          <a:xfrm>
            <a:off x="290364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Fork Knife</a:t>
            </a:r>
          </a:p>
        </p:txBody>
      </p:sp>
      <p:sp>
        <p:nvSpPr>
          <p:cNvPr id="1239" name="TextBox 1238">
            <a:extLst>
              <a:ext uri="{FF2B5EF4-FFF2-40B4-BE49-F238E27FC236}">
                <a16:creationId xmlns:a16="http://schemas.microsoft.com/office/drawing/2014/main" id="{994A61F5-D3FB-7FDC-E98B-AFD283C1D95E}"/>
              </a:ext>
            </a:extLst>
          </p:cNvPr>
          <p:cNvSpPr txBox="1"/>
          <p:nvPr/>
        </p:nvSpPr>
        <p:spPr>
          <a:xfrm>
            <a:off x="290364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Push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Button Stroke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5B4F236-5FCF-A6A2-16AD-DF5C4FED1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505713" y="1297955"/>
            <a:ext cx="136398" cy="136398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484FBF5D-ADBC-8034-42B8-D1F351B3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3505713" y="1752503"/>
            <a:ext cx="136398" cy="136398"/>
          </a:xfrm>
          <a:prstGeom prst="rect">
            <a:avLst/>
          </a:prstGeom>
        </p:spPr>
      </p:pic>
      <p:pic>
        <p:nvPicPr>
          <p:cNvPr id="269" name="Graphic 268">
            <a:extLst>
              <a:ext uri="{FF2B5EF4-FFF2-40B4-BE49-F238E27FC236}">
                <a16:creationId xmlns:a16="http://schemas.microsoft.com/office/drawing/2014/main" id="{3ADD16FB-A42A-8C84-62B8-3FD4C0B58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505713" y="2207052"/>
            <a:ext cx="136398" cy="136398"/>
          </a:xfrm>
          <a:prstGeom prst="rect">
            <a:avLst/>
          </a:prstGeom>
        </p:spPr>
      </p:pic>
      <p:pic>
        <p:nvPicPr>
          <p:cNvPr id="421" name="Graphic 420">
            <a:extLst>
              <a:ext uri="{FF2B5EF4-FFF2-40B4-BE49-F238E27FC236}">
                <a16:creationId xmlns:a16="http://schemas.microsoft.com/office/drawing/2014/main" id="{663E5321-69AE-F2FF-9407-1D02DBB6D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3505713" y="2661600"/>
            <a:ext cx="136398" cy="136398"/>
          </a:xfrm>
          <a:prstGeom prst="rect">
            <a:avLst/>
          </a:prstGeom>
        </p:spPr>
      </p:pic>
      <p:pic>
        <p:nvPicPr>
          <p:cNvPr id="441" name="Graphic 440">
            <a:extLst>
              <a:ext uri="{FF2B5EF4-FFF2-40B4-BE49-F238E27FC236}">
                <a16:creationId xmlns:a16="http://schemas.microsoft.com/office/drawing/2014/main" id="{E03AC963-0B84-D08B-7631-14CE240F7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505713" y="3116148"/>
            <a:ext cx="136398" cy="136398"/>
          </a:xfrm>
          <a:prstGeom prst="rect">
            <a:avLst/>
          </a:prstGeom>
        </p:spPr>
      </p:pic>
      <p:pic>
        <p:nvPicPr>
          <p:cNvPr id="565" name="Graphic 564">
            <a:extLst>
              <a:ext uri="{FF2B5EF4-FFF2-40B4-BE49-F238E27FC236}">
                <a16:creationId xmlns:a16="http://schemas.microsoft.com/office/drawing/2014/main" id="{51E8C81E-4FF2-D340-58AD-CE6F1A96D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3505713" y="3570696"/>
            <a:ext cx="136398" cy="136398"/>
          </a:xfrm>
          <a:prstGeom prst="rect">
            <a:avLst/>
          </a:prstGeom>
        </p:spPr>
      </p:pic>
      <p:pic>
        <p:nvPicPr>
          <p:cNvPr id="621" name="Graphic 620">
            <a:extLst>
              <a:ext uri="{FF2B5EF4-FFF2-40B4-BE49-F238E27FC236}">
                <a16:creationId xmlns:a16="http://schemas.microsoft.com/office/drawing/2014/main" id="{49E02F88-CEF2-18FC-6DBA-AE7D19438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505713" y="4025244"/>
            <a:ext cx="136398" cy="136398"/>
          </a:xfrm>
          <a:prstGeom prst="rect">
            <a:avLst/>
          </a:prstGeom>
        </p:spPr>
      </p:pic>
      <p:pic>
        <p:nvPicPr>
          <p:cNvPr id="705" name="Graphic 704">
            <a:extLst>
              <a:ext uri="{FF2B5EF4-FFF2-40B4-BE49-F238E27FC236}">
                <a16:creationId xmlns:a16="http://schemas.microsoft.com/office/drawing/2014/main" id="{2919F01E-61A5-662F-C3B2-8CF96AA3F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3505713" y="4479792"/>
            <a:ext cx="136398" cy="136398"/>
          </a:xfrm>
          <a:prstGeom prst="rect">
            <a:avLst/>
          </a:prstGeom>
        </p:spPr>
      </p:pic>
      <p:pic>
        <p:nvPicPr>
          <p:cNvPr id="797" name="Graphic 796">
            <a:extLst>
              <a:ext uri="{FF2B5EF4-FFF2-40B4-BE49-F238E27FC236}">
                <a16:creationId xmlns:a16="http://schemas.microsoft.com/office/drawing/2014/main" id="{A562F586-1EDE-A0E1-1AD9-DDD6AB701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3505713" y="4934340"/>
            <a:ext cx="136398" cy="136398"/>
          </a:xfrm>
          <a:prstGeom prst="rect">
            <a:avLst/>
          </a:prstGeom>
        </p:spPr>
      </p:pic>
      <p:pic>
        <p:nvPicPr>
          <p:cNvPr id="885" name="Graphic 884">
            <a:extLst>
              <a:ext uri="{FF2B5EF4-FFF2-40B4-BE49-F238E27FC236}">
                <a16:creationId xmlns:a16="http://schemas.microsoft.com/office/drawing/2014/main" id="{AA0568DF-77ED-D75C-95FF-366DAA964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3505713" y="5388888"/>
            <a:ext cx="136398" cy="136398"/>
          </a:xfrm>
          <a:prstGeom prst="rect">
            <a:avLst/>
          </a:prstGeom>
        </p:spPr>
      </p:pic>
      <p:pic>
        <p:nvPicPr>
          <p:cNvPr id="969" name="Graphic 968">
            <a:extLst>
              <a:ext uri="{FF2B5EF4-FFF2-40B4-BE49-F238E27FC236}">
                <a16:creationId xmlns:a16="http://schemas.microsoft.com/office/drawing/2014/main" id="{78A5986A-A1FC-F1FA-92DC-81ED36630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505713" y="5843437"/>
            <a:ext cx="136398" cy="136398"/>
          </a:xfrm>
          <a:prstGeom prst="rect">
            <a:avLst/>
          </a:prstGeom>
        </p:spPr>
      </p:pic>
      <p:sp>
        <p:nvSpPr>
          <p:cNvPr id="1020" name="TextBox 1019">
            <a:extLst>
              <a:ext uri="{FF2B5EF4-FFF2-40B4-BE49-F238E27FC236}">
                <a16:creationId xmlns:a16="http://schemas.microsoft.com/office/drawing/2014/main" id="{D9576506-C27A-166C-6235-F372AC9D5EA3}"/>
              </a:ext>
            </a:extLst>
          </p:cNvPr>
          <p:cNvSpPr txBox="1"/>
          <p:nvPr/>
        </p:nvSpPr>
        <p:spPr>
          <a:xfrm>
            <a:off x="335939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6G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F3E329AE-2577-7485-0C5A-022C9C7DE7F9}"/>
              </a:ext>
            </a:extLst>
          </p:cNvPr>
          <p:cNvSpPr txBox="1"/>
          <p:nvPr/>
        </p:nvSpPr>
        <p:spPr>
          <a:xfrm>
            <a:off x="335939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BFCE20B9-8202-3C1E-1F11-FF7B1662828F}"/>
              </a:ext>
            </a:extLst>
          </p:cNvPr>
          <p:cNvSpPr txBox="1"/>
          <p:nvPr/>
        </p:nvSpPr>
        <p:spPr>
          <a:xfrm>
            <a:off x="335939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Beer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4350F14F-8916-EDC7-AC14-801856CF5B93}"/>
              </a:ext>
            </a:extLst>
          </p:cNvPr>
          <p:cNvSpPr txBox="1"/>
          <p:nvPr/>
        </p:nvSpPr>
        <p:spPr>
          <a:xfrm>
            <a:off x="335939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Two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07295C7F-0131-3242-85DC-C83BD31E5A62}"/>
              </a:ext>
            </a:extLst>
          </p:cNvPr>
          <p:cNvSpPr txBox="1"/>
          <p:nvPr/>
        </p:nvSpPr>
        <p:spPr>
          <a:xfrm>
            <a:off x="335939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45C817F9-5DEC-A219-065A-AE650A4EE086}"/>
              </a:ext>
            </a:extLst>
          </p:cNvPr>
          <p:cNvSpPr txBox="1"/>
          <p:nvPr/>
        </p:nvSpPr>
        <p:spPr>
          <a:xfrm>
            <a:off x="335939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00EADB7B-110E-B682-777F-2109491B2CEF}"/>
              </a:ext>
            </a:extLst>
          </p:cNvPr>
          <p:cNvSpPr txBox="1"/>
          <p:nvPr/>
        </p:nvSpPr>
        <p:spPr>
          <a:xfrm>
            <a:off x="335939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Construction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Cone</a:t>
            </a:r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CD2ED70E-C02D-8FA1-A674-D46D31A5F5F5}"/>
              </a:ext>
            </a:extLst>
          </p:cNvPr>
          <p:cNvSpPr txBox="1"/>
          <p:nvPr/>
        </p:nvSpPr>
        <p:spPr>
          <a:xfrm>
            <a:off x="335939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196" name="TextBox 1195">
            <a:extLst>
              <a:ext uri="{FF2B5EF4-FFF2-40B4-BE49-F238E27FC236}">
                <a16:creationId xmlns:a16="http://schemas.microsoft.com/office/drawing/2014/main" id="{35B68212-4385-43CB-48C8-2835CBDBF51B}"/>
              </a:ext>
            </a:extLst>
          </p:cNvPr>
          <p:cNvSpPr txBox="1"/>
          <p:nvPr/>
        </p:nvSpPr>
        <p:spPr>
          <a:xfrm>
            <a:off x="335939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Expand</a:t>
            </a:r>
          </a:p>
        </p:txBody>
      </p:sp>
      <p:sp>
        <p:nvSpPr>
          <p:cNvPr id="1218" name="TextBox 1217">
            <a:extLst>
              <a:ext uri="{FF2B5EF4-FFF2-40B4-BE49-F238E27FC236}">
                <a16:creationId xmlns:a16="http://schemas.microsoft.com/office/drawing/2014/main" id="{EF3F8357-4586-906A-CEBA-4FC2ABBD7E41}"/>
              </a:ext>
            </a:extLst>
          </p:cNvPr>
          <p:cNvSpPr txBox="1"/>
          <p:nvPr/>
        </p:nvSpPr>
        <p:spPr>
          <a:xfrm>
            <a:off x="335939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Game Path</a:t>
            </a:r>
          </a:p>
        </p:txBody>
      </p:sp>
      <p:sp>
        <p:nvSpPr>
          <p:cNvPr id="1240" name="TextBox 1239">
            <a:extLst>
              <a:ext uri="{FF2B5EF4-FFF2-40B4-BE49-F238E27FC236}">
                <a16:creationId xmlns:a16="http://schemas.microsoft.com/office/drawing/2014/main" id="{6DA35712-5C95-EA93-053E-412A97082766}"/>
              </a:ext>
            </a:extLst>
          </p:cNvPr>
          <p:cNvSpPr txBox="1"/>
          <p:nvPr/>
        </p:nvSpPr>
        <p:spPr>
          <a:xfrm>
            <a:off x="335939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Handshake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A05F88E-D3F4-C6FB-1F4C-8881C5A64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3961460" y="1297955"/>
            <a:ext cx="136398" cy="136398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81B67AAD-FE42-2E6C-17BC-9C47AB0A7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3961460" y="1752503"/>
            <a:ext cx="136398" cy="136398"/>
          </a:xfrm>
          <a:prstGeom prst="rect">
            <a:avLst/>
          </a:prstGeom>
        </p:spPr>
      </p:pic>
      <p:pic>
        <p:nvPicPr>
          <p:cNvPr id="273" name="Graphic 272">
            <a:extLst>
              <a:ext uri="{FF2B5EF4-FFF2-40B4-BE49-F238E27FC236}">
                <a16:creationId xmlns:a16="http://schemas.microsoft.com/office/drawing/2014/main" id="{BBB58307-4805-0BDA-BAAE-0908AD210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61460" y="2207052"/>
            <a:ext cx="136398" cy="136398"/>
          </a:xfrm>
          <a:prstGeom prst="rect">
            <a:avLst/>
          </a:prstGeom>
        </p:spPr>
      </p:pic>
      <p:pic>
        <p:nvPicPr>
          <p:cNvPr id="345" name="Graphic 344">
            <a:extLst>
              <a:ext uri="{FF2B5EF4-FFF2-40B4-BE49-F238E27FC236}">
                <a16:creationId xmlns:a16="http://schemas.microsoft.com/office/drawing/2014/main" id="{684D0BBF-94E0-BE2D-9E25-D4566E1AF8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961460" y="2661600"/>
            <a:ext cx="136398" cy="136398"/>
          </a:xfrm>
          <a:prstGeom prst="rect">
            <a:avLst/>
          </a:prstGeom>
        </p:spPr>
      </p:pic>
      <p:pic>
        <p:nvPicPr>
          <p:cNvPr id="457" name="Graphic 456">
            <a:extLst>
              <a:ext uri="{FF2B5EF4-FFF2-40B4-BE49-F238E27FC236}">
                <a16:creationId xmlns:a16="http://schemas.microsoft.com/office/drawing/2014/main" id="{2223EF15-7BE1-1AC0-0862-C56AF4956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3961460" y="3116148"/>
            <a:ext cx="136398" cy="136398"/>
          </a:xfrm>
          <a:prstGeom prst="rect">
            <a:avLst/>
          </a:prstGeom>
        </p:spPr>
      </p:pic>
      <p:pic>
        <p:nvPicPr>
          <p:cNvPr id="529" name="Graphic 528">
            <a:extLst>
              <a:ext uri="{FF2B5EF4-FFF2-40B4-BE49-F238E27FC236}">
                <a16:creationId xmlns:a16="http://schemas.microsoft.com/office/drawing/2014/main" id="{48347B31-8682-E5E9-F8ED-EAFA2812D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961460" y="3570696"/>
            <a:ext cx="136398" cy="136398"/>
          </a:xfrm>
          <a:prstGeom prst="rect">
            <a:avLst/>
          </a:prstGeom>
        </p:spPr>
      </p:pic>
      <p:pic>
        <p:nvPicPr>
          <p:cNvPr id="625" name="Graphic 624">
            <a:extLst>
              <a:ext uri="{FF2B5EF4-FFF2-40B4-BE49-F238E27FC236}">
                <a16:creationId xmlns:a16="http://schemas.microsoft.com/office/drawing/2014/main" id="{59F940F7-3789-DECA-7442-D8A9F6177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3961460" y="4025244"/>
            <a:ext cx="136398" cy="136398"/>
          </a:xfrm>
          <a:prstGeom prst="rect">
            <a:avLst/>
          </a:prstGeom>
        </p:spPr>
      </p:pic>
      <p:pic>
        <p:nvPicPr>
          <p:cNvPr id="709" name="Graphic 708">
            <a:extLst>
              <a:ext uri="{FF2B5EF4-FFF2-40B4-BE49-F238E27FC236}">
                <a16:creationId xmlns:a16="http://schemas.microsoft.com/office/drawing/2014/main" id="{10437599-A9A9-9F41-377A-F392488C5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961460" y="4479792"/>
            <a:ext cx="136398" cy="136398"/>
          </a:xfrm>
          <a:prstGeom prst="rect">
            <a:avLst/>
          </a:prstGeom>
        </p:spPr>
      </p:pic>
      <p:pic>
        <p:nvPicPr>
          <p:cNvPr id="813" name="Graphic 812">
            <a:extLst>
              <a:ext uri="{FF2B5EF4-FFF2-40B4-BE49-F238E27FC236}">
                <a16:creationId xmlns:a16="http://schemas.microsoft.com/office/drawing/2014/main" id="{33DAE819-24D0-ACDB-9933-C96F8F104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3961460" y="4934340"/>
            <a:ext cx="136398" cy="136398"/>
          </a:xfrm>
          <a:prstGeom prst="rect">
            <a:avLst/>
          </a:prstGeom>
        </p:spPr>
      </p:pic>
      <p:pic>
        <p:nvPicPr>
          <p:cNvPr id="889" name="Graphic 888">
            <a:extLst>
              <a:ext uri="{FF2B5EF4-FFF2-40B4-BE49-F238E27FC236}">
                <a16:creationId xmlns:a16="http://schemas.microsoft.com/office/drawing/2014/main" id="{D93B8FB1-3BE9-A595-7C90-7FA7A1E90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3961460" y="5388888"/>
            <a:ext cx="136398" cy="136398"/>
          </a:xfrm>
          <a:prstGeom prst="rect">
            <a:avLst/>
          </a:prstGeom>
        </p:spPr>
      </p:pic>
      <p:pic>
        <p:nvPicPr>
          <p:cNvPr id="971" name="Graphic 970">
            <a:extLst>
              <a:ext uri="{FF2B5EF4-FFF2-40B4-BE49-F238E27FC236}">
                <a16:creationId xmlns:a16="http://schemas.microsoft.com/office/drawing/2014/main" id="{A44640F1-FAFB-2C0A-50A9-EDA6426B07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3961460" y="5843437"/>
            <a:ext cx="136398" cy="136398"/>
          </a:xfrm>
          <a:prstGeom prst="rect">
            <a:avLst/>
          </a:prstGeom>
        </p:spPr>
      </p:pic>
      <p:sp>
        <p:nvSpPr>
          <p:cNvPr id="1021" name="TextBox 1020">
            <a:extLst>
              <a:ext uri="{FF2B5EF4-FFF2-40B4-BE49-F238E27FC236}">
                <a16:creationId xmlns:a16="http://schemas.microsoft.com/office/drawing/2014/main" id="{43ED39BF-85DE-2E61-DCF6-DD5B959C35BC}"/>
              </a:ext>
            </a:extLst>
          </p:cNvPr>
          <p:cNvSpPr txBox="1"/>
          <p:nvPr/>
        </p:nvSpPr>
        <p:spPr>
          <a:xfrm>
            <a:off x="381514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24/7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12AB80B-72AE-7568-5CFD-07BB881E70C0}"/>
              </a:ext>
            </a:extLst>
          </p:cNvPr>
          <p:cNvSpPr txBox="1"/>
          <p:nvPr/>
        </p:nvSpPr>
        <p:spPr>
          <a:xfrm>
            <a:off x="381514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Next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1AD79E0D-5346-0908-67F6-C4814D92FC63}"/>
              </a:ext>
            </a:extLst>
          </p:cNvPr>
          <p:cNvSpPr txBox="1"/>
          <p:nvPr/>
        </p:nvSpPr>
        <p:spPr>
          <a:xfrm>
            <a:off x="381514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Beach Tree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87C9FC47-6C85-2AC3-C208-2073535F3AFF}"/>
              </a:ext>
            </a:extLst>
          </p:cNvPr>
          <p:cNvSpPr txBox="1"/>
          <p:nvPr/>
        </p:nvSpPr>
        <p:spPr>
          <a:xfrm>
            <a:off x="381514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Bundle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1D4316DC-0ED6-C1F7-CEE5-F3A12235DDBE}"/>
              </a:ext>
            </a:extLst>
          </p:cNvPr>
          <p:cNvSpPr txBox="1"/>
          <p:nvPr/>
        </p:nvSpPr>
        <p:spPr>
          <a:xfrm>
            <a:off x="381514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8F0A59EE-8EC2-D112-7687-2D238452FF2B}"/>
              </a:ext>
            </a:extLst>
          </p:cNvPr>
          <p:cNvSpPr txBox="1"/>
          <p:nvPr/>
        </p:nvSpPr>
        <p:spPr>
          <a:xfrm>
            <a:off x="381514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 err="1">
                <a:latin typeface="Yes Sans Text" panose="020B0504030101010103" pitchFamily="34" charset="77"/>
              </a:rPr>
              <a:t>Lefit</a:t>
            </a:r>
            <a:r>
              <a:rPr lang="en-US" sz="300" dirty="0">
                <a:latin typeface="Yes Sans Text" panose="020B0504030101010103" pitchFamily="34" charset="77"/>
              </a:rPr>
              <a:t> Right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0434880-48B9-FEF0-E6D2-CE324E62FADB}"/>
              </a:ext>
            </a:extLst>
          </p:cNvPr>
          <p:cNvSpPr txBox="1"/>
          <p:nvPr/>
        </p:nvSpPr>
        <p:spPr>
          <a:xfrm>
            <a:off x="381514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Copy</a:t>
            </a:r>
          </a:p>
        </p:txBody>
      </p:sp>
      <p:sp>
        <p:nvSpPr>
          <p:cNvPr id="1175" name="TextBox 1174">
            <a:extLst>
              <a:ext uri="{FF2B5EF4-FFF2-40B4-BE49-F238E27FC236}">
                <a16:creationId xmlns:a16="http://schemas.microsoft.com/office/drawing/2014/main" id="{7F667418-0962-49F9-3214-2D4F3A8C0F8B}"/>
              </a:ext>
            </a:extLst>
          </p:cNvPr>
          <p:cNvSpPr txBox="1"/>
          <p:nvPr/>
        </p:nvSpPr>
        <p:spPr>
          <a:xfrm>
            <a:off x="381514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Summary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8F1779B9-0627-9E0A-668E-A26374D73959}"/>
              </a:ext>
            </a:extLst>
          </p:cNvPr>
          <p:cNvSpPr txBox="1"/>
          <p:nvPr/>
        </p:nvSpPr>
        <p:spPr>
          <a:xfrm>
            <a:off x="381514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</a:t>
            </a:r>
          </a:p>
        </p:txBody>
      </p:sp>
      <p:sp>
        <p:nvSpPr>
          <p:cNvPr id="1219" name="TextBox 1218">
            <a:extLst>
              <a:ext uri="{FF2B5EF4-FFF2-40B4-BE49-F238E27FC236}">
                <a16:creationId xmlns:a16="http://schemas.microsoft.com/office/drawing/2014/main" id="{52128619-FA36-EF22-BBFF-F768E1C1C39D}"/>
              </a:ext>
            </a:extLst>
          </p:cNvPr>
          <p:cNvSpPr txBox="1"/>
          <p:nvPr/>
        </p:nvSpPr>
        <p:spPr>
          <a:xfrm>
            <a:off x="381514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Games</a:t>
            </a:r>
          </a:p>
        </p:txBody>
      </p:sp>
      <p:sp>
        <p:nvSpPr>
          <p:cNvPr id="1241" name="TextBox 1240">
            <a:extLst>
              <a:ext uri="{FF2B5EF4-FFF2-40B4-BE49-F238E27FC236}">
                <a16:creationId xmlns:a16="http://schemas.microsoft.com/office/drawing/2014/main" id="{B42B2DD8-E78D-4E84-CD4C-A3139F927C16}"/>
              </a:ext>
            </a:extLst>
          </p:cNvPr>
          <p:cNvSpPr txBox="1"/>
          <p:nvPr/>
        </p:nvSpPr>
        <p:spPr>
          <a:xfrm>
            <a:off x="381514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Headphones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2B41963-ADC1-0B01-C7AC-518423208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4417207" y="1297955"/>
            <a:ext cx="136398" cy="136398"/>
          </a:xfrm>
          <a:prstGeom prst="rect">
            <a:avLst/>
          </a:prstGeom>
        </p:spPr>
      </p:pic>
      <p:pic>
        <p:nvPicPr>
          <p:cNvPr id="173" name="Graphic 172">
            <a:extLst>
              <a:ext uri="{FF2B5EF4-FFF2-40B4-BE49-F238E27FC236}">
                <a16:creationId xmlns:a16="http://schemas.microsoft.com/office/drawing/2014/main" id="{CE87EB1C-CBE3-269B-6731-D1825C0F0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4417207" y="1752503"/>
            <a:ext cx="136398" cy="136398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71734265-DE67-1B45-2386-3C063C89F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4417207" y="2207052"/>
            <a:ext cx="136398" cy="136398"/>
          </a:xfrm>
          <a:prstGeom prst="rect">
            <a:avLst/>
          </a:prstGeom>
        </p:spPr>
      </p:pic>
      <p:pic>
        <p:nvPicPr>
          <p:cNvPr id="353" name="Graphic 352">
            <a:extLst>
              <a:ext uri="{FF2B5EF4-FFF2-40B4-BE49-F238E27FC236}">
                <a16:creationId xmlns:a16="http://schemas.microsoft.com/office/drawing/2014/main" id="{EEA789E6-6E9E-040E-DED3-AF2C52B8E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4417207" y="2661600"/>
            <a:ext cx="136398" cy="136398"/>
          </a:xfrm>
          <a:prstGeom prst="rect">
            <a:avLst/>
          </a:prstGeom>
        </p:spPr>
      </p:pic>
      <p:pic>
        <p:nvPicPr>
          <p:cNvPr id="453" name="Graphic 452">
            <a:extLst>
              <a:ext uri="{FF2B5EF4-FFF2-40B4-BE49-F238E27FC236}">
                <a16:creationId xmlns:a16="http://schemas.microsoft.com/office/drawing/2014/main" id="{CDE92AEC-239F-A408-89F5-4DC866648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4417207" y="3116148"/>
            <a:ext cx="136398" cy="136398"/>
          </a:xfrm>
          <a:prstGeom prst="rect">
            <a:avLst/>
          </a:prstGeom>
        </p:spPr>
      </p:pic>
      <p:pic>
        <p:nvPicPr>
          <p:cNvPr id="533" name="Graphic 532">
            <a:extLst>
              <a:ext uri="{FF2B5EF4-FFF2-40B4-BE49-F238E27FC236}">
                <a16:creationId xmlns:a16="http://schemas.microsoft.com/office/drawing/2014/main" id="{B9DFCB8D-1DC2-9082-DC43-BBB49E45BF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417207" y="3570696"/>
            <a:ext cx="136398" cy="136398"/>
          </a:xfrm>
          <a:prstGeom prst="rect">
            <a:avLst/>
          </a:prstGeom>
        </p:spPr>
      </p:pic>
      <p:pic>
        <p:nvPicPr>
          <p:cNvPr id="633" name="Graphic 632">
            <a:extLst>
              <a:ext uri="{FF2B5EF4-FFF2-40B4-BE49-F238E27FC236}">
                <a16:creationId xmlns:a16="http://schemas.microsoft.com/office/drawing/2014/main" id="{7BC3DF6E-6A6F-F3A9-31B1-4A92ACE1D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4417207" y="4025244"/>
            <a:ext cx="136398" cy="136398"/>
          </a:xfrm>
          <a:prstGeom prst="rect">
            <a:avLst/>
          </a:prstGeom>
        </p:spPr>
      </p:pic>
      <p:pic>
        <p:nvPicPr>
          <p:cNvPr id="737" name="Graphic 736">
            <a:extLst>
              <a:ext uri="{FF2B5EF4-FFF2-40B4-BE49-F238E27FC236}">
                <a16:creationId xmlns:a16="http://schemas.microsoft.com/office/drawing/2014/main" id="{D7C30A57-5115-4760-5AA9-023CE6A1D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4417207" y="4479792"/>
            <a:ext cx="136398" cy="136398"/>
          </a:xfrm>
          <a:prstGeom prst="rect">
            <a:avLst/>
          </a:prstGeom>
        </p:spPr>
      </p:pic>
      <p:pic>
        <p:nvPicPr>
          <p:cNvPr id="801" name="Graphic 800">
            <a:extLst>
              <a:ext uri="{FF2B5EF4-FFF2-40B4-BE49-F238E27FC236}">
                <a16:creationId xmlns:a16="http://schemas.microsoft.com/office/drawing/2014/main" id="{181BCC71-5E29-E0DE-24E8-443869DD6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4417207" y="4934340"/>
            <a:ext cx="136398" cy="136398"/>
          </a:xfrm>
          <a:prstGeom prst="rect">
            <a:avLst/>
          </a:prstGeom>
        </p:spPr>
      </p:pic>
      <p:pic>
        <p:nvPicPr>
          <p:cNvPr id="897" name="Graphic 896">
            <a:extLst>
              <a:ext uri="{FF2B5EF4-FFF2-40B4-BE49-F238E27FC236}">
                <a16:creationId xmlns:a16="http://schemas.microsoft.com/office/drawing/2014/main" id="{90657768-45B2-AF32-286B-9EC71D879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4417207" y="5388888"/>
            <a:ext cx="136398" cy="136398"/>
          </a:xfrm>
          <a:prstGeom prst="rect">
            <a:avLst/>
          </a:prstGeom>
        </p:spPr>
      </p:pic>
      <p:pic>
        <p:nvPicPr>
          <p:cNvPr id="973" name="Graphic 972">
            <a:extLst>
              <a:ext uri="{FF2B5EF4-FFF2-40B4-BE49-F238E27FC236}">
                <a16:creationId xmlns:a16="http://schemas.microsoft.com/office/drawing/2014/main" id="{C317114B-FDA2-6BB6-A615-DA9573705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4417207" y="5843437"/>
            <a:ext cx="136398" cy="136398"/>
          </a:xfrm>
          <a:prstGeom prst="rect">
            <a:avLst/>
          </a:prstGeom>
        </p:spPr>
      </p:pic>
      <p:sp>
        <p:nvSpPr>
          <p:cNvPr id="1022" name="TextBox 1021">
            <a:extLst>
              <a:ext uri="{FF2B5EF4-FFF2-40B4-BE49-F238E27FC236}">
                <a16:creationId xmlns:a16="http://schemas.microsoft.com/office/drawing/2014/main" id="{7846F1E2-B0ED-B253-8233-F9E7A892AFC3}"/>
              </a:ext>
            </a:extLst>
          </p:cNvPr>
          <p:cNvSpPr txBox="1"/>
          <p:nvPr/>
        </p:nvSpPr>
        <p:spPr>
          <a:xfrm>
            <a:off x="427088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Address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Book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FE60272-1D64-9547-B00E-3F92FF59527D}"/>
              </a:ext>
            </a:extLst>
          </p:cNvPr>
          <p:cNvSpPr txBox="1"/>
          <p:nvPr/>
        </p:nvSpPr>
        <p:spPr>
          <a:xfrm>
            <a:off x="427088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Previous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72A8A65C-CD90-6D6E-AEEC-5C479A46EF93}"/>
              </a:ext>
            </a:extLst>
          </p:cNvPr>
          <p:cNvSpPr txBox="1"/>
          <p:nvPr/>
        </p:nvSpPr>
        <p:spPr>
          <a:xfrm>
            <a:off x="427088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Beverage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CAF75F11-3DA8-B08B-E1EB-5C8AFDA91225}"/>
              </a:ext>
            </a:extLst>
          </p:cNvPr>
          <p:cNvSpPr txBox="1"/>
          <p:nvPr/>
        </p:nvSpPr>
        <p:spPr>
          <a:xfrm>
            <a:off x="427088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Burger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22E2CDB3-CACB-C3C7-6EA6-415FFAE0B14D}"/>
              </a:ext>
            </a:extLst>
          </p:cNvPr>
          <p:cNvSpPr txBox="1"/>
          <p:nvPr/>
        </p:nvSpPr>
        <p:spPr>
          <a:xfrm>
            <a:off x="427088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</a:t>
            </a: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368674DE-5E9A-4F44-7611-4C26803A0FDA}"/>
              </a:ext>
            </a:extLst>
          </p:cNvPr>
          <p:cNvSpPr txBox="1"/>
          <p:nvPr/>
        </p:nvSpPr>
        <p:spPr>
          <a:xfrm>
            <a:off x="427088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Circle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04D165FE-4ADF-0F42-658A-39F31830259D}"/>
              </a:ext>
            </a:extLst>
          </p:cNvPr>
          <p:cNvSpPr txBox="1"/>
          <p:nvPr/>
        </p:nvSpPr>
        <p:spPr>
          <a:xfrm>
            <a:off x="427088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Credit Card</a:t>
            </a:r>
          </a:p>
        </p:txBody>
      </p:sp>
      <p:sp>
        <p:nvSpPr>
          <p:cNvPr id="1176" name="TextBox 1175">
            <a:extLst>
              <a:ext uri="{FF2B5EF4-FFF2-40B4-BE49-F238E27FC236}">
                <a16:creationId xmlns:a16="http://schemas.microsoft.com/office/drawing/2014/main" id="{49DCA579-DD98-DE27-60C0-94667B69DC75}"/>
              </a:ext>
            </a:extLst>
          </p:cNvPr>
          <p:cNvSpPr txBox="1"/>
          <p:nvPr/>
        </p:nvSpPr>
        <p:spPr>
          <a:xfrm>
            <a:off x="427088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198" name="TextBox 1197">
            <a:extLst>
              <a:ext uri="{FF2B5EF4-FFF2-40B4-BE49-F238E27FC236}">
                <a16:creationId xmlns:a16="http://schemas.microsoft.com/office/drawing/2014/main" id="{CFAB04BA-6F19-24DA-4AB1-C4626819AB29}"/>
              </a:ext>
            </a:extLst>
          </p:cNvPr>
          <p:cNvSpPr txBox="1"/>
          <p:nvPr/>
        </p:nvSpPr>
        <p:spPr>
          <a:xfrm>
            <a:off x="427088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Closed</a:t>
            </a:r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59820687-F11B-E5F4-0578-C66E7BDA96DB}"/>
              </a:ext>
            </a:extLst>
          </p:cNvPr>
          <p:cNvSpPr txBox="1"/>
          <p:nvPr/>
        </p:nvSpPr>
        <p:spPr>
          <a:xfrm>
            <a:off x="427088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Gift</a:t>
            </a:r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266908AC-1F11-9C1D-1D47-FF0DD21BE351}"/>
              </a:ext>
            </a:extLst>
          </p:cNvPr>
          <p:cNvSpPr txBox="1"/>
          <p:nvPr/>
        </p:nvSpPr>
        <p:spPr>
          <a:xfrm>
            <a:off x="427088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Headset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75F3486-874F-1F76-1BF1-812F8051E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4841128" y="1297955"/>
            <a:ext cx="200050" cy="136398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EABC9B22-2598-E2AA-B555-A9FCBA6AC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 rot="10800000">
            <a:off x="4872954" y="1752504"/>
            <a:ext cx="136398" cy="136398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F5CE40CB-0690-CB69-DB97-CB39F93750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4872954" y="2207052"/>
            <a:ext cx="136398" cy="136398"/>
          </a:xfrm>
          <a:prstGeom prst="rect">
            <a:avLst/>
          </a:prstGeom>
        </p:spPr>
      </p:pic>
      <p:pic>
        <p:nvPicPr>
          <p:cNvPr id="349" name="Graphic 348">
            <a:extLst>
              <a:ext uri="{FF2B5EF4-FFF2-40B4-BE49-F238E27FC236}">
                <a16:creationId xmlns:a16="http://schemas.microsoft.com/office/drawing/2014/main" id="{C8A0B3E2-DDDA-65C9-6139-E84DD5721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872954" y="2661600"/>
            <a:ext cx="136398" cy="136398"/>
          </a:xfrm>
          <a:prstGeom prst="rect">
            <a:avLst/>
          </a:prstGeom>
        </p:spPr>
      </p:pic>
      <p:pic>
        <p:nvPicPr>
          <p:cNvPr id="449" name="Graphic 448">
            <a:extLst>
              <a:ext uri="{FF2B5EF4-FFF2-40B4-BE49-F238E27FC236}">
                <a16:creationId xmlns:a16="http://schemas.microsoft.com/office/drawing/2014/main" id="{603BC80E-DD83-32FD-D7CA-94CBB0609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4872954" y="3116148"/>
            <a:ext cx="136398" cy="136398"/>
          </a:xfrm>
          <a:prstGeom prst="rect">
            <a:avLst/>
          </a:prstGeom>
        </p:spPr>
      </p:pic>
      <p:pic>
        <p:nvPicPr>
          <p:cNvPr id="537" name="Graphic 536">
            <a:extLst>
              <a:ext uri="{FF2B5EF4-FFF2-40B4-BE49-F238E27FC236}">
                <a16:creationId xmlns:a16="http://schemas.microsoft.com/office/drawing/2014/main" id="{67C72BBB-6737-83B2-A229-1AD9737E6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4872954" y="3570696"/>
            <a:ext cx="136398" cy="136398"/>
          </a:xfrm>
          <a:prstGeom prst="rect">
            <a:avLst/>
          </a:prstGeom>
        </p:spPr>
      </p:pic>
      <p:pic>
        <p:nvPicPr>
          <p:cNvPr id="629" name="Graphic 628">
            <a:extLst>
              <a:ext uri="{FF2B5EF4-FFF2-40B4-BE49-F238E27FC236}">
                <a16:creationId xmlns:a16="http://schemas.microsoft.com/office/drawing/2014/main" id="{6DB329EB-4E12-7B8C-7778-B1E1F4AB1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4872954" y="4025244"/>
            <a:ext cx="136398" cy="136398"/>
          </a:xfrm>
          <a:prstGeom prst="rect">
            <a:avLst/>
          </a:prstGeom>
        </p:spPr>
      </p:pic>
      <p:pic>
        <p:nvPicPr>
          <p:cNvPr id="713" name="Graphic 712">
            <a:extLst>
              <a:ext uri="{FF2B5EF4-FFF2-40B4-BE49-F238E27FC236}">
                <a16:creationId xmlns:a16="http://schemas.microsoft.com/office/drawing/2014/main" id="{9D3EAF40-5DE9-4CA6-96EF-0770762A8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4872954" y="4479792"/>
            <a:ext cx="136398" cy="136398"/>
          </a:xfrm>
          <a:prstGeom prst="rect">
            <a:avLst/>
          </a:prstGeom>
        </p:spPr>
      </p:pic>
      <p:pic>
        <p:nvPicPr>
          <p:cNvPr id="805" name="Graphic 804">
            <a:extLst>
              <a:ext uri="{FF2B5EF4-FFF2-40B4-BE49-F238E27FC236}">
                <a16:creationId xmlns:a16="http://schemas.microsoft.com/office/drawing/2014/main" id="{8D4391A8-5185-F9BE-455D-FC76AE160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4872954" y="4934340"/>
            <a:ext cx="136398" cy="136398"/>
          </a:xfrm>
          <a:prstGeom prst="rect">
            <a:avLst/>
          </a:prstGeom>
        </p:spPr>
      </p:pic>
      <p:pic>
        <p:nvPicPr>
          <p:cNvPr id="893" name="Graphic 892">
            <a:extLst>
              <a:ext uri="{FF2B5EF4-FFF2-40B4-BE49-F238E27FC236}">
                <a16:creationId xmlns:a16="http://schemas.microsoft.com/office/drawing/2014/main" id="{0360086C-18FB-E533-ECF8-246A8161D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4872954" y="5388888"/>
            <a:ext cx="136398" cy="136398"/>
          </a:xfrm>
          <a:prstGeom prst="rect">
            <a:avLst/>
          </a:prstGeom>
        </p:spPr>
      </p:pic>
      <p:pic>
        <p:nvPicPr>
          <p:cNvPr id="985" name="Graphic 984">
            <a:extLst>
              <a:ext uri="{FF2B5EF4-FFF2-40B4-BE49-F238E27FC236}">
                <a16:creationId xmlns:a16="http://schemas.microsoft.com/office/drawing/2014/main" id="{F8FCF98D-1704-918E-486E-255CE64D5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4872954" y="5843437"/>
            <a:ext cx="136398" cy="136398"/>
          </a:xfrm>
          <a:prstGeom prst="rect">
            <a:avLst/>
          </a:prstGeom>
        </p:spPr>
      </p:pic>
      <p:sp>
        <p:nvSpPr>
          <p:cNvPr id="1023" name="TextBox 1022">
            <a:extLst>
              <a:ext uri="{FF2B5EF4-FFF2-40B4-BE49-F238E27FC236}">
                <a16:creationId xmlns:a16="http://schemas.microsoft.com/office/drawing/2014/main" id="{3A82F590-E471-D1C5-EB6A-AD0FCE280E9A}"/>
              </a:ext>
            </a:extLst>
          </p:cNvPr>
          <p:cNvSpPr txBox="1"/>
          <p:nvPr/>
        </p:nvSpPr>
        <p:spPr>
          <a:xfrm>
            <a:off x="472663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Amex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070E1390-045D-07C6-9E0E-B2F9B4421481}"/>
              </a:ext>
            </a:extLst>
          </p:cNvPr>
          <p:cNvSpPr txBox="1"/>
          <p:nvPr/>
        </p:nvSpPr>
        <p:spPr>
          <a:xfrm>
            <a:off x="472663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5A3D891-6C55-2756-A4ED-7D20A7F97903}"/>
              </a:ext>
            </a:extLst>
          </p:cNvPr>
          <p:cNvSpPr txBox="1"/>
          <p:nvPr/>
        </p:nvSpPr>
        <p:spPr>
          <a:xfrm>
            <a:off x="472663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Bike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4845B662-34A0-5C90-18E3-7E9B87337C44}"/>
              </a:ext>
            </a:extLst>
          </p:cNvPr>
          <p:cNvSpPr txBox="1"/>
          <p:nvPr/>
        </p:nvSpPr>
        <p:spPr>
          <a:xfrm>
            <a:off x="472663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Burger Beverage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7C1121D2-B5FD-623D-5007-CE3D40F6BCE8}"/>
              </a:ext>
            </a:extLst>
          </p:cNvPr>
          <p:cNvSpPr txBox="1"/>
          <p:nvPr/>
        </p:nvSpPr>
        <p:spPr>
          <a:xfrm>
            <a:off x="472663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 Message</a:t>
            </a: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AA207053-71DD-951B-D350-A1981C483B60}"/>
              </a:ext>
            </a:extLst>
          </p:cNvPr>
          <p:cNvSpPr txBox="1"/>
          <p:nvPr/>
        </p:nvSpPr>
        <p:spPr>
          <a:xfrm>
            <a:off x="472663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CO2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04599CBF-2E01-B4C4-7ADD-EDD0E891A524}"/>
              </a:ext>
            </a:extLst>
          </p:cNvPr>
          <p:cNvSpPr txBox="1"/>
          <p:nvPr/>
        </p:nvSpPr>
        <p:spPr>
          <a:xfrm>
            <a:off x="472663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Credit Card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Forward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1B504028-53DF-F1EF-BA40-201840403FE2}"/>
              </a:ext>
            </a:extLst>
          </p:cNvPr>
          <p:cNvSpPr txBox="1"/>
          <p:nvPr/>
        </p:nvSpPr>
        <p:spPr>
          <a:xfrm>
            <a:off x="472663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Circle</a:t>
            </a:r>
          </a:p>
        </p:txBody>
      </p:sp>
      <p:sp>
        <p:nvSpPr>
          <p:cNvPr id="1199" name="TextBox 1198">
            <a:extLst>
              <a:ext uri="{FF2B5EF4-FFF2-40B4-BE49-F238E27FC236}">
                <a16:creationId xmlns:a16="http://schemas.microsoft.com/office/drawing/2014/main" id="{4B7EDC06-3761-BA69-7F3F-1DCA169FBFC4}"/>
              </a:ext>
            </a:extLst>
          </p:cNvPr>
          <p:cNvSpPr txBox="1"/>
          <p:nvPr/>
        </p:nvSpPr>
        <p:spPr>
          <a:xfrm>
            <a:off x="472663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Filled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2E67DC24-AA9F-B8F3-F997-533E461ABE5C}"/>
              </a:ext>
            </a:extLst>
          </p:cNvPr>
          <p:cNvSpPr txBox="1"/>
          <p:nvPr/>
        </p:nvSpPr>
        <p:spPr>
          <a:xfrm>
            <a:off x="472663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Gift Filled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C695A719-B5F6-DAA5-A8C9-D713C0D65A31}"/>
              </a:ext>
            </a:extLst>
          </p:cNvPr>
          <p:cNvSpPr txBox="1"/>
          <p:nvPr/>
        </p:nvSpPr>
        <p:spPr>
          <a:xfrm>
            <a:off x="472663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B2C1850-B60F-CC98-BCAC-AF841DF1A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5328701" y="1297955"/>
            <a:ext cx="136398" cy="136398"/>
          </a:xfrm>
          <a:prstGeom prst="rect">
            <a:avLst/>
          </a:prstGeom>
        </p:spPr>
      </p:pic>
      <p:pic>
        <p:nvPicPr>
          <p:cNvPr id="243" name="Graphic 242">
            <a:extLst>
              <a:ext uri="{FF2B5EF4-FFF2-40B4-BE49-F238E27FC236}">
                <a16:creationId xmlns:a16="http://schemas.microsoft.com/office/drawing/2014/main" id="{A9298B0F-9134-A694-9FC2-5E8E31B3D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5328701" y="1752503"/>
            <a:ext cx="136398" cy="136398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F358B250-CE4B-ACE6-0B97-FD3EF5B52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5328701" y="2207052"/>
            <a:ext cx="136398" cy="136398"/>
          </a:xfrm>
          <a:prstGeom prst="rect">
            <a:avLst/>
          </a:prstGeom>
        </p:spPr>
      </p:pic>
      <p:pic>
        <p:nvPicPr>
          <p:cNvPr id="357" name="Graphic 356">
            <a:extLst>
              <a:ext uri="{FF2B5EF4-FFF2-40B4-BE49-F238E27FC236}">
                <a16:creationId xmlns:a16="http://schemas.microsoft.com/office/drawing/2014/main" id="{C0855F6E-DEDD-4E80-ED9C-3CF5171826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5328701" y="2661600"/>
            <a:ext cx="136398" cy="136398"/>
          </a:xfrm>
          <a:prstGeom prst="rect">
            <a:avLst/>
          </a:prstGeom>
        </p:spPr>
      </p:pic>
      <p:pic>
        <p:nvPicPr>
          <p:cNvPr id="461" name="Graphic 460">
            <a:extLst>
              <a:ext uri="{FF2B5EF4-FFF2-40B4-BE49-F238E27FC236}">
                <a16:creationId xmlns:a16="http://schemas.microsoft.com/office/drawing/2014/main" id="{9890D479-F145-ACF1-916E-46855C16B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5328701" y="3116148"/>
            <a:ext cx="136398" cy="136398"/>
          </a:xfrm>
          <a:prstGeom prst="rect">
            <a:avLst/>
          </a:prstGeom>
        </p:spPr>
      </p:pic>
      <p:pic>
        <p:nvPicPr>
          <p:cNvPr id="541" name="Graphic 540">
            <a:extLst>
              <a:ext uri="{FF2B5EF4-FFF2-40B4-BE49-F238E27FC236}">
                <a16:creationId xmlns:a16="http://schemas.microsoft.com/office/drawing/2014/main" id="{B5B0A1A7-E9F2-18A0-9EE1-E20355C9A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5328701" y="3570696"/>
            <a:ext cx="136398" cy="136398"/>
          </a:xfrm>
          <a:prstGeom prst="rect">
            <a:avLst/>
          </a:prstGeom>
        </p:spPr>
      </p:pic>
      <p:pic>
        <p:nvPicPr>
          <p:cNvPr id="637" name="Graphic 636">
            <a:extLst>
              <a:ext uri="{FF2B5EF4-FFF2-40B4-BE49-F238E27FC236}">
                <a16:creationId xmlns:a16="http://schemas.microsoft.com/office/drawing/2014/main" id="{0986C580-D0DE-ADC6-8E24-018F20E4C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5328701" y="4025244"/>
            <a:ext cx="136398" cy="136398"/>
          </a:xfrm>
          <a:prstGeom prst="rect">
            <a:avLst/>
          </a:prstGeom>
        </p:spPr>
      </p:pic>
      <p:pic>
        <p:nvPicPr>
          <p:cNvPr id="717" name="Graphic 716">
            <a:extLst>
              <a:ext uri="{FF2B5EF4-FFF2-40B4-BE49-F238E27FC236}">
                <a16:creationId xmlns:a16="http://schemas.microsoft.com/office/drawing/2014/main" id="{08DB3020-1954-6442-BAE8-2A871CF18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5328701" y="4479792"/>
            <a:ext cx="136398" cy="136398"/>
          </a:xfrm>
          <a:prstGeom prst="rect">
            <a:avLst/>
          </a:prstGeom>
        </p:spPr>
      </p:pic>
      <p:pic>
        <p:nvPicPr>
          <p:cNvPr id="809" name="Graphic 808">
            <a:extLst>
              <a:ext uri="{FF2B5EF4-FFF2-40B4-BE49-F238E27FC236}">
                <a16:creationId xmlns:a16="http://schemas.microsoft.com/office/drawing/2014/main" id="{10DC4AA4-2A99-B25D-8AD2-EC48EB6C8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5328701" y="4934340"/>
            <a:ext cx="136398" cy="136398"/>
          </a:xfrm>
          <a:prstGeom prst="rect">
            <a:avLst/>
          </a:prstGeom>
        </p:spPr>
      </p:pic>
      <p:pic>
        <p:nvPicPr>
          <p:cNvPr id="901" name="Graphic 900">
            <a:extLst>
              <a:ext uri="{FF2B5EF4-FFF2-40B4-BE49-F238E27FC236}">
                <a16:creationId xmlns:a16="http://schemas.microsoft.com/office/drawing/2014/main" id="{E25CFA76-A92D-4D2D-22E7-309F979FF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5328701" y="5388888"/>
            <a:ext cx="136398" cy="136398"/>
          </a:xfrm>
          <a:prstGeom prst="rect">
            <a:avLst/>
          </a:prstGeom>
        </p:spPr>
      </p:pic>
      <p:pic>
        <p:nvPicPr>
          <p:cNvPr id="975" name="Graphic 974">
            <a:extLst>
              <a:ext uri="{FF2B5EF4-FFF2-40B4-BE49-F238E27FC236}">
                <a16:creationId xmlns:a16="http://schemas.microsoft.com/office/drawing/2014/main" id="{C514D5CC-E6D4-994D-8131-2CBFE1131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5328701" y="5843437"/>
            <a:ext cx="136398" cy="136398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A11F0BF6-BA5E-0C60-722F-3DDF9883FB82}"/>
              </a:ext>
            </a:extLst>
          </p:cNvPr>
          <p:cNvSpPr txBox="1"/>
          <p:nvPr/>
        </p:nvSpPr>
        <p:spPr>
          <a:xfrm>
            <a:off x="5182382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Android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49CED036-563F-65A4-755E-96D7B53EDE4B}"/>
              </a:ext>
            </a:extLst>
          </p:cNvPr>
          <p:cNvSpPr txBox="1"/>
          <p:nvPr/>
        </p:nvSpPr>
        <p:spPr>
          <a:xfrm>
            <a:off x="5182382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Road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284CA6E6-E3D7-66D0-2290-5CEB1DAD6FAD}"/>
              </a:ext>
            </a:extLst>
          </p:cNvPr>
          <p:cNvSpPr txBox="1"/>
          <p:nvPr/>
        </p:nvSpPr>
        <p:spPr>
          <a:xfrm>
            <a:off x="5182382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Bin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DA2226E2-DCB6-EB20-CC68-693CCB8EDF1A}"/>
              </a:ext>
            </a:extLst>
          </p:cNvPr>
          <p:cNvSpPr txBox="1"/>
          <p:nvPr/>
        </p:nvSpPr>
        <p:spPr>
          <a:xfrm>
            <a:off x="5182382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Bus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033591B5-98C1-71CF-DD38-42803B6C84F6}"/>
              </a:ext>
            </a:extLst>
          </p:cNvPr>
          <p:cNvSpPr txBox="1"/>
          <p:nvPr/>
        </p:nvSpPr>
        <p:spPr>
          <a:xfrm>
            <a:off x="5182382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Check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Certificate</a:t>
            </a: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53E37471-A35A-22E1-DD71-05D57A67D8D2}"/>
              </a:ext>
            </a:extLst>
          </p:cNvPr>
          <p:cNvSpPr txBox="1"/>
          <p:nvPr/>
        </p:nvSpPr>
        <p:spPr>
          <a:xfrm>
            <a:off x="5182382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Download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BA5892CD-20AD-95AA-19D5-57B70F43D096}"/>
              </a:ext>
            </a:extLst>
          </p:cNvPr>
          <p:cNvSpPr txBox="1"/>
          <p:nvPr/>
        </p:nvSpPr>
        <p:spPr>
          <a:xfrm>
            <a:off x="5182382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Cricket</a:t>
            </a:r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87C362DF-A80C-7AA7-585B-FC2857969A50}"/>
              </a:ext>
            </a:extLst>
          </p:cNvPr>
          <p:cNvSpPr txBox="1"/>
          <p:nvPr/>
        </p:nvSpPr>
        <p:spPr>
          <a:xfrm>
            <a:off x="5182382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Curved</a:t>
            </a:r>
          </a:p>
        </p:txBody>
      </p:sp>
      <p:sp>
        <p:nvSpPr>
          <p:cNvPr id="1200" name="TextBox 1199">
            <a:extLst>
              <a:ext uri="{FF2B5EF4-FFF2-40B4-BE49-F238E27FC236}">
                <a16:creationId xmlns:a16="http://schemas.microsoft.com/office/drawing/2014/main" id="{18C86152-2735-1DFD-39C7-1085A26A9E88}"/>
              </a:ext>
            </a:extLst>
          </p:cNvPr>
          <p:cNvSpPr txBox="1"/>
          <p:nvPr/>
        </p:nvSpPr>
        <p:spPr>
          <a:xfrm>
            <a:off x="5182382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Stroke</a:t>
            </a:r>
          </a:p>
        </p:txBody>
      </p:sp>
      <p:sp>
        <p:nvSpPr>
          <p:cNvPr id="1222" name="TextBox 1221">
            <a:extLst>
              <a:ext uri="{FF2B5EF4-FFF2-40B4-BE49-F238E27FC236}">
                <a16:creationId xmlns:a16="http://schemas.microsoft.com/office/drawing/2014/main" id="{20C612F9-34D3-D03D-5AC6-3EFB7973E742}"/>
              </a:ext>
            </a:extLst>
          </p:cNvPr>
          <p:cNvSpPr txBox="1"/>
          <p:nvPr/>
        </p:nvSpPr>
        <p:spPr>
          <a:xfrm>
            <a:off x="5182382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Glasses</a:t>
            </a:r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ADB91F7A-0D4B-1C2D-B6B3-450DF55D277A}"/>
              </a:ext>
            </a:extLst>
          </p:cNvPr>
          <p:cNvSpPr txBox="1"/>
          <p:nvPr/>
        </p:nvSpPr>
        <p:spPr>
          <a:xfrm>
            <a:off x="5182382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Add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16D11945-BCF2-8449-7532-65AFEA130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5784448" y="1297955"/>
            <a:ext cx="136398" cy="136398"/>
          </a:xfrm>
          <a:prstGeom prst="rect">
            <a:avLst/>
          </a:prstGeom>
        </p:spPr>
      </p:pic>
      <p:pic>
        <p:nvPicPr>
          <p:cNvPr id="185" name="Graphic 184">
            <a:extLst>
              <a:ext uri="{FF2B5EF4-FFF2-40B4-BE49-F238E27FC236}">
                <a16:creationId xmlns:a16="http://schemas.microsoft.com/office/drawing/2014/main" id="{482F20DE-4EBA-7335-9F24-9F8A247E4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5784448" y="1752503"/>
            <a:ext cx="136398" cy="136398"/>
          </a:xfrm>
          <a:prstGeom prst="rect">
            <a:avLst/>
          </a:prstGeom>
        </p:spPr>
      </p:pic>
      <p:pic>
        <p:nvPicPr>
          <p:cNvPr id="361" name="Graphic 360">
            <a:extLst>
              <a:ext uri="{FF2B5EF4-FFF2-40B4-BE49-F238E27FC236}">
                <a16:creationId xmlns:a16="http://schemas.microsoft.com/office/drawing/2014/main" id="{6631845E-F760-57B9-36E9-6C90A5444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5784448" y="2661600"/>
            <a:ext cx="136398" cy="136398"/>
          </a:xfrm>
          <a:prstGeom prst="rect">
            <a:avLst/>
          </a:prstGeom>
        </p:spPr>
      </p:pic>
      <p:pic>
        <p:nvPicPr>
          <p:cNvPr id="465" name="Graphic 464">
            <a:extLst>
              <a:ext uri="{FF2B5EF4-FFF2-40B4-BE49-F238E27FC236}">
                <a16:creationId xmlns:a16="http://schemas.microsoft.com/office/drawing/2014/main" id="{4ECC25C2-3DE8-0E27-1EFE-C5749918F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5784448" y="3116148"/>
            <a:ext cx="136398" cy="136398"/>
          </a:xfrm>
          <a:prstGeom prst="rect">
            <a:avLst/>
          </a:prstGeom>
        </p:spPr>
      </p:pic>
      <p:pic>
        <p:nvPicPr>
          <p:cNvPr id="545" name="Graphic 544">
            <a:extLst>
              <a:ext uri="{FF2B5EF4-FFF2-40B4-BE49-F238E27FC236}">
                <a16:creationId xmlns:a16="http://schemas.microsoft.com/office/drawing/2014/main" id="{C3C1C568-49A7-4D89-198D-B063CFBDD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5784448" y="3570696"/>
            <a:ext cx="136398" cy="136398"/>
          </a:xfrm>
          <a:prstGeom prst="rect">
            <a:avLst/>
          </a:prstGeom>
        </p:spPr>
      </p:pic>
      <p:pic>
        <p:nvPicPr>
          <p:cNvPr id="641" name="Graphic 640">
            <a:extLst>
              <a:ext uri="{FF2B5EF4-FFF2-40B4-BE49-F238E27FC236}">
                <a16:creationId xmlns:a16="http://schemas.microsoft.com/office/drawing/2014/main" id="{47B4B963-AC5F-4840-1D65-B6DD8A8E7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5784448" y="4025244"/>
            <a:ext cx="136398" cy="136398"/>
          </a:xfrm>
          <a:prstGeom prst="rect">
            <a:avLst/>
          </a:prstGeom>
        </p:spPr>
      </p:pic>
      <p:pic>
        <p:nvPicPr>
          <p:cNvPr id="721" name="Graphic 720">
            <a:extLst>
              <a:ext uri="{FF2B5EF4-FFF2-40B4-BE49-F238E27FC236}">
                <a16:creationId xmlns:a16="http://schemas.microsoft.com/office/drawing/2014/main" id="{D228F418-BF44-8536-D0F1-444888929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5784448" y="4479792"/>
            <a:ext cx="136398" cy="136398"/>
          </a:xfrm>
          <a:prstGeom prst="rect">
            <a:avLst/>
          </a:prstGeom>
        </p:spPr>
      </p:pic>
      <p:pic>
        <p:nvPicPr>
          <p:cNvPr id="821" name="Graphic 820">
            <a:extLst>
              <a:ext uri="{FF2B5EF4-FFF2-40B4-BE49-F238E27FC236}">
                <a16:creationId xmlns:a16="http://schemas.microsoft.com/office/drawing/2014/main" id="{74389EB1-DB6C-54D4-B8F6-58871F127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5784448" y="4934340"/>
            <a:ext cx="136398" cy="136398"/>
          </a:xfrm>
          <a:prstGeom prst="rect">
            <a:avLst/>
          </a:prstGeom>
        </p:spPr>
      </p:pic>
      <p:pic>
        <p:nvPicPr>
          <p:cNvPr id="941" name="Graphic 940">
            <a:extLst>
              <a:ext uri="{FF2B5EF4-FFF2-40B4-BE49-F238E27FC236}">
                <a16:creationId xmlns:a16="http://schemas.microsoft.com/office/drawing/2014/main" id="{108DDEC2-91DA-D2F0-46EF-DBE25C1C2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5784448" y="5388888"/>
            <a:ext cx="136398" cy="136398"/>
          </a:xfrm>
          <a:prstGeom prst="rect">
            <a:avLst/>
          </a:prstGeom>
        </p:spPr>
      </p:pic>
      <p:pic>
        <p:nvPicPr>
          <p:cNvPr id="983" name="Graphic 982">
            <a:extLst>
              <a:ext uri="{FF2B5EF4-FFF2-40B4-BE49-F238E27FC236}">
                <a16:creationId xmlns:a16="http://schemas.microsoft.com/office/drawing/2014/main" id="{26B3ABBF-1BFD-AF9F-11AD-9D27AAEFF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5784448" y="5843437"/>
            <a:ext cx="136398" cy="136398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061D5A5B-30D2-A303-4113-AECF72BA6D95}"/>
              </a:ext>
            </a:extLst>
          </p:cNvPr>
          <p:cNvSpPr txBox="1"/>
          <p:nvPr/>
        </p:nvSpPr>
        <p:spPr>
          <a:xfrm>
            <a:off x="5638129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Android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999F279-3C5E-4F73-DE45-200168DE51BA}"/>
              </a:ext>
            </a:extLst>
          </p:cNvPr>
          <p:cNvSpPr txBox="1"/>
          <p:nvPr/>
        </p:nvSpPr>
        <p:spPr>
          <a:xfrm>
            <a:off x="5638129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8011B45-0CA6-72D4-1233-22D09F48C7BA}"/>
              </a:ext>
            </a:extLst>
          </p:cNvPr>
          <p:cNvSpPr txBox="1"/>
          <p:nvPr/>
        </p:nvSpPr>
        <p:spPr>
          <a:xfrm>
            <a:off x="5638129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Block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40208090-497D-BBA8-2D91-50DF843B8594}"/>
              </a:ext>
            </a:extLst>
          </p:cNvPr>
          <p:cNvSpPr txBox="1"/>
          <p:nvPr/>
        </p:nvSpPr>
        <p:spPr>
          <a:xfrm>
            <a:off x="5638129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Cable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C72731DE-7BA0-6295-C4BC-AAAD0B72B7D4}"/>
              </a:ext>
            </a:extLst>
          </p:cNvPr>
          <p:cNvSpPr txBox="1"/>
          <p:nvPr/>
        </p:nvSpPr>
        <p:spPr>
          <a:xfrm>
            <a:off x="5638129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Child</a:t>
            </a: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7453A8CC-245B-E9A5-4891-5965CC4707C7}"/>
              </a:ext>
            </a:extLst>
          </p:cNvPr>
          <p:cNvSpPr txBox="1"/>
          <p:nvPr/>
        </p:nvSpPr>
        <p:spPr>
          <a:xfrm>
            <a:off x="5638129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Drive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73860452-FDDB-3E89-E25D-63427FA239EA}"/>
              </a:ext>
            </a:extLst>
          </p:cNvPr>
          <p:cNvSpPr txBox="1"/>
          <p:nvPr/>
        </p:nvSpPr>
        <p:spPr>
          <a:xfrm>
            <a:off x="5638129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Cross</a:t>
            </a:r>
          </a:p>
        </p:txBody>
      </p:sp>
      <p:sp>
        <p:nvSpPr>
          <p:cNvPr id="1179" name="TextBox 1178">
            <a:extLst>
              <a:ext uri="{FF2B5EF4-FFF2-40B4-BE49-F238E27FC236}">
                <a16:creationId xmlns:a16="http://schemas.microsoft.com/office/drawing/2014/main" id="{B89FD1FB-5A40-BDA1-C20B-AF8A82EA5B9A}"/>
              </a:ext>
            </a:extLst>
          </p:cNvPr>
          <p:cNvSpPr txBox="1"/>
          <p:nvPr/>
        </p:nvSpPr>
        <p:spPr>
          <a:xfrm>
            <a:off x="5638129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Computer</a:t>
            </a:r>
          </a:p>
        </p:txBody>
      </p:sp>
      <p:sp>
        <p:nvSpPr>
          <p:cNvPr id="1201" name="TextBox 1200">
            <a:extLst>
              <a:ext uri="{FF2B5EF4-FFF2-40B4-BE49-F238E27FC236}">
                <a16:creationId xmlns:a16="http://schemas.microsoft.com/office/drawing/2014/main" id="{937A3052-3806-3ACB-1B03-21C351CBEE28}"/>
              </a:ext>
            </a:extLst>
          </p:cNvPr>
          <p:cNvSpPr txBox="1"/>
          <p:nvPr/>
        </p:nvSpPr>
        <p:spPr>
          <a:xfrm>
            <a:off x="5638129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Facebook</a:t>
            </a: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A4F7F35-82E4-A5B5-DA88-B632C31E49D5}"/>
              </a:ext>
            </a:extLst>
          </p:cNvPr>
          <p:cNvSpPr txBox="1"/>
          <p:nvPr/>
        </p:nvSpPr>
        <p:spPr>
          <a:xfrm>
            <a:off x="5638129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</a:t>
            </a:r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69DD4136-A02E-EB14-E2BC-1DD3120BEE1C}"/>
              </a:ext>
            </a:extLst>
          </p:cNvPr>
          <p:cNvSpPr txBox="1"/>
          <p:nvPr/>
        </p:nvSpPr>
        <p:spPr>
          <a:xfrm>
            <a:off x="5638129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Add Filled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A2563889-7DBC-21D7-A299-CA88D4356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6240195" y="1297955"/>
            <a:ext cx="136398" cy="136398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AFD61DC0-FBB5-A116-076D-38CD88B39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6240195" y="1752503"/>
            <a:ext cx="136398" cy="136398"/>
          </a:xfrm>
          <a:prstGeom prst="rect">
            <a:avLst/>
          </a:prstGeom>
        </p:spPr>
      </p:pic>
      <p:pic>
        <p:nvPicPr>
          <p:cNvPr id="293" name="Graphic 292">
            <a:extLst>
              <a:ext uri="{FF2B5EF4-FFF2-40B4-BE49-F238E27FC236}">
                <a16:creationId xmlns:a16="http://schemas.microsoft.com/office/drawing/2014/main" id="{F324B924-3A67-315A-B0E3-579879CD3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5784448" y="2207052"/>
            <a:ext cx="136398" cy="136398"/>
          </a:xfrm>
          <a:prstGeom prst="rect">
            <a:avLst/>
          </a:prstGeom>
        </p:spPr>
      </p:pic>
      <p:pic>
        <p:nvPicPr>
          <p:cNvPr id="397" name="Graphic 396">
            <a:extLst>
              <a:ext uri="{FF2B5EF4-FFF2-40B4-BE49-F238E27FC236}">
                <a16:creationId xmlns:a16="http://schemas.microsoft.com/office/drawing/2014/main" id="{48145B59-4306-5563-628E-812F47F4F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6240195" y="2661600"/>
            <a:ext cx="136398" cy="136398"/>
          </a:xfrm>
          <a:prstGeom prst="rect">
            <a:avLst/>
          </a:prstGeom>
        </p:spPr>
      </p:pic>
      <p:pic>
        <p:nvPicPr>
          <p:cNvPr id="469" name="Graphic 468">
            <a:extLst>
              <a:ext uri="{FF2B5EF4-FFF2-40B4-BE49-F238E27FC236}">
                <a16:creationId xmlns:a16="http://schemas.microsoft.com/office/drawing/2014/main" id="{D26B5B96-E1C7-0FA4-446F-76984A0C7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6240195" y="3116148"/>
            <a:ext cx="136398" cy="136398"/>
          </a:xfrm>
          <a:prstGeom prst="rect">
            <a:avLst/>
          </a:prstGeom>
        </p:spPr>
      </p:pic>
      <p:pic>
        <p:nvPicPr>
          <p:cNvPr id="549" name="Graphic 548">
            <a:extLst>
              <a:ext uri="{FF2B5EF4-FFF2-40B4-BE49-F238E27FC236}">
                <a16:creationId xmlns:a16="http://schemas.microsoft.com/office/drawing/2014/main" id="{6B2D9FCA-8762-BDBD-018D-73DDA68C4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6240195" y="3570696"/>
            <a:ext cx="136398" cy="136398"/>
          </a:xfrm>
          <a:prstGeom prst="rect">
            <a:avLst/>
          </a:prstGeom>
        </p:spPr>
      </p:pic>
      <p:pic>
        <p:nvPicPr>
          <p:cNvPr id="645" name="Graphic 644">
            <a:extLst>
              <a:ext uri="{FF2B5EF4-FFF2-40B4-BE49-F238E27FC236}">
                <a16:creationId xmlns:a16="http://schemas.microsoft.com/office/drawing/2014/main" id="{E0793B99-B819-FC6A-7C14-8BB7F3AB1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6240195" y="4025244"/>
            <a:ext cx="136398" cy="136398"/>
          </a:xfrm>
          <a:prstGeom prst="rect">
            <a:avLst/>
          </a:prstGeom>
        </p:spPr>
      </p:pic>
      <p:pic>
        <p:nvPicPr>
          <p:cNvPr id="729" name="Graphic 728">
            <a:extLst>
              <a:ext uri="{FF2B5EF4-FFF2-40B4-BE49-F238E27FC236}">
                <a16:creationId xmlns:a16="http://schemas.microsoft.com/office/drawing/2014/main" id="{A11BEA60-12FA-9B3B-DB75-82D34E285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6240195" y="4479792"/>
            <a:ext cx="136398" cy="136398"/>
          </a:xfrm>
          <a:prstGeom prst="rect">
            <a:avLst/>
          </a:prstGeom>
        </p:spPr>
      </p:pic>
      <p:pic>
        <p:nvPicPr>
          <p:cNvPr id="817" name="Graphic 816">
            <a:extLst>
              <a:ext uri="{FF2B5EF4-FFF2-40B4-BE49-F238E27FC236}">
                <a16:creationId xmlns:a16="http://schemas.microsoft.com/office/drawing/2014/main" id="{6589D2E8-834F-5FE3-2F1E-E087806E50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6240195" y="4934340"/>
            <a:ext cx="136398" cy="136398"/>
          </a:xfrm>
          <a:prstGeom prst="rect">
            <a:avLst/>
          </a:prstGeom>
        </p:spPr>
      </p:pic>
      <p:pic>
        <p:nvPicPr>
          <p:cNvPr id="905" name="Graphic 904">
            <a:extLst>
              <a:ext uri="{FF2B5EF4-FFF2-40B4-BE49-F238E27FC236}">
                <a16:creationId xmlns:a16="http://schemas.microsoft.com/office/drawing/2014/main" id="{97A71BF2-149E-FCD1-8B26-0884178A4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6240195" y="5388888"/>
            <a:ext cx="136398" cy="136398"/>
          </a:xfrm>
          <a:prstGeom prst="rect">
            <a:avLst/>
          </a:prstGeom>
        </p:spPr>
      </p:pic>
      <p:pic>
        <p:nvPicPr>
          <p:cNvPr id="979" name="Graphic 978">
            <a:extLst>
              <a:ext uri="{FF2B5EF4-FFF2-40B4-BE49-F238E27FC236}">
                <a16:creationId xmlns:a16="http://schemas.microsoft.com/office/drawing/2014/main" id="{D6D35E86-5B96-AB0C-5AE4-387E3AA61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6240195" y="5843437"/>
            <a:ext cx="136398" cy="136398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B99453BA-C586-F2B6-2754-0C0619A367B7}"/>
              </a:ext>
            </a:extLst>
          </p:cNvPr>
          <p:cNvSpPr txBox="1"/>
          <p:nvPr/>
        </p:nvSpPr>
        <p:spPr>
          <a:xfrm>
            <a:off x="609387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Apple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B16B89EB-3C5C-9187-4FAF-D66E643CB385}"/>
              </a:ext>
            </a:extLst>
          </p:cNvPr>
          <p:cNvSpPr txBox="1"/>
          <p:nvPr/>
        </p:nvSpPr>
        <p:spPr>
          <a:xfrm>
            <a:off x="609387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 Down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78D19817-EAC3-9AF1-14C8-1DF182E1B98E}"/>
              </a:ext>
            </a:extLst>
          </p:cNvPr>
          <p:cNvSpPr txBox="1"/>
          <p:nvPr/>
        </p:nvSpPr>
        <p:spPr>
          <a:xfrm>
            <a:off x="609387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Block Filled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6F2FDA3B-14BE-2488-A5F8-1CC3A1441151}"/>
              </a:ext>
            </a:extLst>
          </p:cNvPr>
          <p:cNvSpPr txBox="1"/>
          <p:nvPr/>
        </p:nvSpPr>
        <p:spPr>
          <a:xfrm>
            <a:off x="609387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CE448D03-6757-BE55-7425-483BDCB73735}"/>
              </a:ext>
            </a:extLst>
          </p:cNvPr>
          <p:cNvSpPr txBox="1"/>
          <p:nvPr/>
        </p:nvSpPr>
        <p:spPr>
          <a:xfrm>
            <a:off x="609387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Chips</a:t>
            </a: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F358F20-E9F1-35D0-490F-7BF8BCDEAC5F}"/>
              </a:ext>
            </a:extLst>
          </p:cNvPr>
          <p:cNvSpPr txBox="1"/>
          <p:nvPr/>
        </p:nvSpPr>
        <p:spPr>
          <a:xfrm>
            <a:off x="609387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Modem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596D54A6-71F8-9707-62F2-F8A122FF8DD8}"/>
              </a:ext>
            </a:extLst>
          </p:cNvPr>
          <p:cNvSpPr txBox="1"/>
          <p:nvPr/>
        </p:nvSpPr>
        <p:spPr>
          <a:xfrm>
            <a:off x="609387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Cross Filled</a:t>
            </a:r>
          </a:p>
        </p:txBody>
      </p:sp>
      <p:sp>
        <p:nvSpPr>
          <p:cNvPr id="1180" name="TextBox 1179">
            <a:extLst>
              <a:ext uri="{FF2B5EF4-FFF2-40B4-BE49-F238E27FC236}">
                <a16:creationId xmlns:a16="http://schemas.microsoft.com/office/drawing/2014/main" id="{2FECDD60-8731-5CB7-DA6A-61D79E981211}"/>
              </a:ext>
            </a:extLst>
          </p:cNvPr>
          <p:cNvSpPr txBox="1"/>
          <p:nvPr/>
        </p:nvSpPr>
        <p:spPr>
          <a:xfrm>
            <a:off x="609387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Deal</a:t>
            </a:r>
          </a:p>
        </p:txBody>
      </p:sp>
      <p:sp>
        <p:nvSpPr>
          <p:cNvPr id="1202" name="TextBox 1201">
            <a:extLst>
              <a:ext uri="{FF2B5EF4-FFF2-40B4-BE49-F238E27FC236}">
                <a16:creationId xmlns:a16="http://schemas.microsoft.com/office/drawing/2014/main" id="{6341025A-F525-2DC2-B308-C3CE0D865950}"/>
              </a:ext>
            </a:extLst>
          </p:cNvPr>
          <p:cNvSpPr txBox="1"/>
          <p:nvPr/>
        </p:nvSpPr>
        <p:spPr>
          <a:xfrm>
            <a:off x="609387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Facebook Filled</a:t>
            </a:r>
          </a:p>
        </p:txBody>
      </p:sp>
      <p:sp>
        <p:nvSpPr>
          <p:cNvPr id="1224" name="TextBox 1223">
            <a:extLst>
              <a:ext uri="{FF2B5EF4-FFF2-40B4-BE49-F238E27FC236}">
                <a16:creationId xmlns:a16="http://schemas.microsoft.com/office/drawing/2014/main" id="{C2CBAB1B-8FC8-CEEE-D5C5-C6FDF0277203}"/>
              </a:ext>
            </a:extLst>
          </p:cNvPr>
          <p:cNvSpPr txBox="1"/>
          <p:nvPr/>
        </p:nvSpPr>
        <p:spPr>
          <a:xfrm>
            <a:off x="609387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Network</a:t>
            </a:r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60CA96D2-FA83-5FEC-122E-685396A67CDC}"/>
              </a:ext>
            </a:extLst>
          </p:cNvPr>
          <p:cNvSpPr txBox="1"/>
          <p:nvPr/>
        </p:nvSpPr>
        <p:spPr>
          <a:xfrm>
            <a:off x="609387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445FB6D9-D971-5E9B-B8DF-F5D5392BB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6695942" y="1297955"/>
            <a:ext cx="136398" cy="136398"/>
          </a:xfrm>
          <a:prstGeom prst="rect">
            <a:avLst/>
          </a:prstGeom>
        </p:spPr>
      </p:pic>
      <p:pic>
        <p:nvPicPr>
          <p:cNvPr id="189" name="Graphic 188">
            <a:extLst>
              <a:ext uri="{FF2B5EF4-FFF2-40B4-BE49-F238E27FC236}">
                <a16:creationId xmlns:a16="http://schemas.microsoft.com/office/drawing/2014/main" id="{BD35E44B-6DA8-B6A6-9CFC-D45C3BA5B4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6695942" y="1752503"/>
            <a:ext cx="136398" cy="136398"/>
          </a:xfrm>
          <a:prstGeom prst="rect">
            <a:avLst/>
          </a:prstGeom>
        </p:spPr>
      </p:pic>
      <p:pic>
        <p:nvPicPr>
          <p:cNvPr id="297" name="Graphic 296">
            <a:extLst>
              <a:ext uri="{FF2B5EF4-FFF2-40B4-BE49-F238E27FC236}">
                <a16:creationId xmlns:a16="http://schemas.microsoft.com/office/drawing/2014/main" id="{20C125A3-AD33-E393-4F0A-FFB31BD18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6695942" y="2207052"/>
            <a:ext cx="136398" cy="136398"/>
          </a:xfrm>
          <a:prstGeom prst="rect">
            <a:avLst/>
          </a:prstGeom>
        </p:spPr>
      </p:pic>
      <p:pic>
        <p:nvPicPr>
          <p:cNvPr id="365" name="Graphic 364">
            <a:extLst>
              <a:ext uri="{FF2B5EF4-FFF2-40B4-BE49-F238E27FC236}">
                <a16:creationId xmlns:a16="http://schemas.microsoft.com/office/drawing/2014/main" id="{430926B5-5862-5DD4-7274-4B4505CCF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6695942" y="2661600"/>
            <a:ext cx="136398" cy="136398"/>
          </a:xfrm>
          <a:prstGeom prst="rect">
            <a:avLst/>
          </a:prstGeom>
        </p:spPr>
      </p:pic>
      <p:pic>
        <p:nvPicPr>
          <p:cNvPr id="473" name="Graphic 472">
            <a:extLst>
              <a:ext uri="{FF2B5EF4-FFF2-40B4-BE49-F238E27FC236}">
                <a16:creationId xmlns:a16="http://schemas.microsoft.com/office/drawing/2014/main" id="{B2ED68BD-658A-70AE-F43D-DFA993E6D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6695942" y="3116148"/>
            <a:ext cx="136398" cy="136398"/>
          </a:xfrm>
          <a:prstGeom prst="rect">
            <a:avLst/>
          </a:prstGeom>
        </p:spPr>
      </p:pic>
      <p:pic>
        <p:nvPicPr>
          <p:cNvPr id="553" name="Graphic 552">
            <a:extLst>
              <a:ext uri="{FF2B5EF4-FFF2-40B4-BE49-F238E27FC236}">
                <a16:creationId xmlns:a16="http://schemas.microsoft.com/office/drawing/2014/main" id="{E6181DBB-DF25-2A42-C4BB-15D41AF3A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6695942" y="3570696"/>
            <a:ext cx="136398" cy="136398"/>
          </a:xfrm>
          <a:prstGeom prst="rect">
            <a:avLst/>
          </a:prstGeom>
        </p:spPr>
      </p:pic>
      <p:pic>
        <p:nvPicPr>
          <p:cNvPr id="649" name="Graphic 648">
            <a:extLst>
              <a:ext uri="{FF2B5EF4-FFF2-40B4-BE49-F238E27FC236}">
                <a16:creationId xmlns:a16="http://schemas.microsoft.com/office/drawing/2014/main" id="{CF569E9B-8523-CF3F-01B2-1811D9C33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6695942" y="4025244"/>
            <a:ext cx="136398" cy="136398"/>
          </a:xfrm>
          <a:prstGeom prst="rect">
            <a:avLst/>
          </a:prstGeom>
        </p:spPr>
      </p:pic>
      <p:pic>
        <p:nvPicPr>
          <p:cNvPr id="725" name="Graphic 724">
            <a:extLst>
              <a:ext uri="{FF2B5EF4-FFF2-40B4-BE49-F238E27FC236}">
                <a16:creationId xmlns:a16="http://schemas.microsoft.com/office/drawing/2014/main" id="{F4EC34C8-1E11-BEBB-DDA5-93FED5CEF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6695942" y="4479792"/>
            <a:ext cx="136398" cy="136398"/>
          </a:xfrm>
          <a:prstGeom prst="rect">
            <a:avLst/>
          </a:prstGeom>
        </p:spPr>
      </p:pic>
      <p:pic>
        <p:nvPicPr>
          <p:cNvPr id="825" name="Graphic 824">
            <a:extLst>
              <a:ext uri="{FF2B5EF4-FFF2-40B4-BE49-F238E27FC236}">
                <a16:creationId xmlns:a16="http://schemas.microsoft.com/office/drawing/2014/main" id="{AA16052E-6D56-7B77-AA45-907F90842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6695942" y="4934340"/>
            <a:ext cx="136398" cy="136398"/>
          </a:xfrm>
          <a:prstGeom prst="rect">
            <a:avLst/>
          </a:prstGeom>
        </p:spPr>
      </p:pic>
      <p:pic>
        <p:nvPicPr>
          <p:cNvPr id="909" name="Graphic 908">
            <a:extLst>
              <a:ext uri="{FF2B5EF4-FFF2-40B4-BE49-F238E27FC236}">
                <a16:creationId xmlns:a16="http://schemas.microsoft.com/office/drawing/2014/main" id="{F6F90F63-2A67-6167-C585-D6BDF7375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6695942" y="5388888"/>
            <a:ext cx="136398" cy="136398"/>
          </a:xfrm>
          <a:prstGeom prst="rect">
            <a:avLst/>
          </a:prstGeom>
        </p:spPr>
      </p:pic>
      <p:pic>
        <p:nvPicPr>
          <p:cNvPr id="977" name="Graphic 976">
            <a:extLst>
              <a:ext uri="{FF2B5EF4-FFF2-40B4-BE49-F238E27FC236}">
                <a16:creationId xmlns:a16="http://schemas.microsoft.com/office/drawing/2014/main" id="{0948EB4B-3F76-8334-7DE1-A77C86F79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6695942" y="5843437"/>
            <a:ext cx="136398" cy="136398"/>
          </a:xfrm>
          <a:prstGeom prst="rect">
            <a:avLst/>
          </a:prstGeom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A770001B-50CF-3EAA-28E3-3D1F37D4B1A1}"/>
              </a:ext>
            </a:extLst>
          </p:cNvPr>
          <p:cNvSpPr txBox="1"/>
          <p:nvPr/>
        </p:nvSpPr>
        <p:spPr>
          <a:xfrm>
            <a:off x="654962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Apple Filled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BD5DB497-EA54-59F7-0DC1-A97A5E52A5D5}"/>
              </a:ext>
            </a:extLst>
          </p:cNvPr>
          <p:cNvSpPr txBox="1"/>
          <p:nvPr/>
        </p:nvSpPr>
        <p:spPr>
          <a:xfrm>
            <a:off x="654962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Upload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8718AFD-CC4B-BDD2-DCE6-E7979C08143D}"/>
              </a:ext>
            </a:extLst>
          </p:cNvPr>
          <p:cNvSpPr txBox="1"/>
          <p:nvPr/>
        </p:nvSpPr>
        <p:spPr>
          <a:xfrm>
            <a:off x="654962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Blog</a:t>
            </a: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98452E7D-203D-9819-2571-ECB0FC1ADCBE}"/>
              </a:ext>
            </a:extLst>
          </p:cNvPr>
          <p:cNvSpPr txBox="1"/>
          <p:nvPr/>
        </p:nvSpPr>
        <p:spPr>
          <a:xfrm>
            <a:off x="654962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Add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6C61FAF4-0BD1-BC14-4CBC-9D8BD0D0F861}"/>
              </a:ext>
            </a:extLst>
          </p:cNvPr>
          <p:cNvSpPr txBox="1"/>
          <p:nvPr/>
        </p:nvSpPr>
        <p:spPr>
          <a:xfrm>
            <a:off x="654962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Chat Bubble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 Message</a:t>
            </a: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D9F93F95-9FDA-0E29-7655-DB45461B17EF}"/>
              </a:ext>
            </a:extLst>
          </p:cNvPr>
          <p:cNvSpPr txBox="1"/>
          <p:nvPr/>
        </p:nvSpPr>
        <p:spPr>
          <a:xfrm>
            <a:off x="654962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Network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59E5DAEC-82EE-64EB-4108-2F51CDB1D4D9}"/>
              </a:ext>
            </a:extLst>
          </p:cNvPr>
          <p:cNvSpPr txBox="1"/>
          <p:nvPr/>
        </p:nvSpPr>
        <p:spPr>
          <a:xfrm>
            <a:off x="654962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Dashboard</a:t>
            </a:r>
          </a:p>
        </p:txBody>
      </p:sp>
      <p:sp>
        <p:nvSpPr>
          <p:cNvPr id="1181" name="TextBox 1180">
            <a:extLst>
              <a:ext uri="{FF2B5EF4-FFF2-40B4-BE49-F238E27FC236}">
                <a16:creationId xmlns:a16="http://schemas.microsoft.com/office/drawing/2014/main" id="{80967A94-9E0A-0E6E-45FD-DB16687E7F6B}"/>
              </a:ext>
            </a:extLst>
          </p:cNvPr>
          <p:cNvSpPr txBox="1"/>
          <p:nvPr/>
        </p:nvSpPr>
        <p:spPr>
          <a:xfrm>
            <a:off x="654962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Deal Filled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72A941AE-1EC1-D37D-06EB-1E39F2C227AE}"/>
              </a:ext>
            </a:extLst>
          </p:cNvPr>
          <p:cNvSpPr txBox="1"/>
          <p:nvPr/>
        </p:nvSpPr>
        <p:spPr>
          <a:xfrm>
            <a:off x="654962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Factory</a:t>
            </a:r>
          </a:p>
        </p:txBody>
      </p:sp>
      <p:sp>
        <p:nvSpPr>
          <p:cNvPr id="1225" name="TextBox 1224">
            <a:extLst>
              <a:ext uri="{FF2B5EF4-FFF2-40B4-BE49-F238E27FC236}">
                <a16:creationId xmlns:a16="http://schemas.microsoft.com/office/drawing/2014/main" id="{CFEB4CD8-BF58-BBC8-4C64-792FCBB67F02}"/>
              </a:ext>
            </a:extLst>
          </p:cNvPr>
          <p:cNvSpPr txBox="1"/>
          <p:nvPr/>
        </p:nvSpPr>
        <p:spPr>
          <a:xfrm>
            <a:off x="654962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Phone</a:t>
            </a:r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455E13B7-7EA2-1BF8-347C-AD0774963710}"/>
              </a:ext>
            </a:extLst>
          </p:cNvPr>
          <p:cNvSpPr txBox="1"/>
          <p:nvPr/>
        </p:nvSpPr>
        <p:spPr>
          <a:xfrm>
            <a:off x="654962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 Filled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9D5A23B1-601A-DF24-E7EB-84C750824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7151689" y="1297955"/>
            <a:ext cx="136398" cy="136398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8DBC4116-421B-F117-4AD2-FCC600A1B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7151689" y="1752503"/>
            <a:ext cx="136398" cy="136398"/>
          </a:xfrm>
          <a:prstGeom prst="rect">
            <a:avLst/>
          </a:prstGeom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DA67F3A8-5962-512E-6F2B-0653476F9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7151689" y="2207052"/>
            <a:ext cx="136398" cy="136398"/>
          </a:xfrm>
          <a:prstGeom prst="rect">
            <a:avLst/>
          </a:prstGeom>
        </p:spPr>
      </p:pic>
      <p:pic>
        <p:nvPicPr>
          <p:cNvPr id="369" name="Graphic 368">
            <a:extLst>
              <a:ext uri="{FF2B5EF4-FFF2-40B4-BE49-F238E27FC236}">
                <a16:creationId xmlns:a16="http://schemas.microsoft.com/office/drawing/2014/main" id="{4D791DBB-AA57-74E7-A53D-24B116A7E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7151689" y="2661600"/>
            <a:ext cx="136398" cy="136398"/>
          </a:xfrm>
          <a:prstGeom prst="rect">
            <a:avLst/>
          </a:prstGeom>
        </p:spPr>
      </p:pic>
      <p:pic>
        <p:nvPicPr>
          <p:cNvPr id="477" name="Graphic 476">
            <a:extLst>
              <a:ext uri="{FF2B5EF4-FFF2-40B4-BE49-F238E27FC236}">
                <a16:creationId xmlns:a16="http://schemas.microsoft.com/office/drawing/2014/main" id="{E11C26C5-CB99-C43A-AD93-C677F46CA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7151689" y="3116148"/>
            <a:ext cx="136398" cy="136398"/>
          </a:xfrm>
          <a:prstGeom prst="rect">
            <a:avLst/>
          </a:prstGeom>
        </p:spPr>
      </p:pic>
      <p:pic>
        <p:nvPicPr>
          <p:cNvPr id="557" name="Graphic 556">
            <a:extLst>
              <a:ext uri="{FF2B5EF4-FFF2-40B4-BE49-F238E27FC236}">
                <a16:creationId xmlns:a16="http://schemas.microsoft.com/office/drawing/2014/main" id="{3FCEFB66-D4CA-BE73-4EFB-D81CB700D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7151689" y="3570696"/>
            <a:ext cx="136398" cy="136398"/>
          </a:xfrm>
          <a:prstGeom prst="rect">
            <a:avLst/>
          </a:prstGeom>
        </p:spPr>
      </p:pic>
      <p:pic>
        <p:nvPicPr>
          <p:cNvPr id="661" name="Graphic 660">
            <a:extLst>
              <a:ext uri="{FF2B5EF4-FFF2-40B4-BE49-F238E27FC236}">
                <a16:creationId xmlns:a16="http://schemas.microsoft.com/office/drawing/2014/main" id="{F272DE39-67F0-4D76-B56B-40B287167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7151689" y="4025244"/>
            <a:ext cx="136398" cy="136398"/>
          </a:xfrm>
          <a:prstGeom prst="rect">
            <a:avLst/>
          </a:prstGeom>
        </p:spPr>
      </p:pic>
      <p:pic>
        <p:nvPicPr>
          <p:cNvPr id="733" name="Graphic 732">
            <a:extLst>
              <a:ext uri="{FF2B5EF4-FFF2-40B4-BE49-F238E27FC236}">
                <a16:creationId xmlns:a16="http://schemas.microsoft.com/office/drawing/2014/main" id="{B741E7EA-E662-3609-0B40-5CBC74BA3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7151689" y="4479792"/>
            <a:ext cx="136398" cy="136398"/>
          </a:xfrm>
          <a:prstGeom prst="rect">
            <a:avLst/>
          </a:prstGeom>
        </p:spPr>
      </p:pic>
      <p:pic>
        <p:nvPicPr>
          <p:cNvPr id="829" name="Graphic 828">
            <a:extLst>
              <a:ext uri="{FF2B5EF4-FFF2-40B4-BE49-F238E27FC236}">
                <a16:creationId xmlns:a16="http://schemas.microsoft.com/office/drawing/2014/main" id="{F4B6407E-3846-DF76-7D57-3B48491C5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7151689" y="4934340"/>
            <a:ext cx="136398" cy="136398"/>
          </a:xfrm>
          <a:prstGeom prst="rect">
            <a:avLst/>
          </a:prstGeom>
        </p:spPr>
      </p:pic>
      <p:pic>
        <p:nvPicPr>
          <p:cNvPr id="913" name="Graphic 912">
            <a:extLst>
              <a:ext uri="{FF2B5EF4-FFF2-40B4-BE49-F238E27FC236}">
                <a16:creationId xmlns:a16="http://schemas.microsoft.com/office/drawing/2014/main" id="{68AB4D1E-DA57-B0AC-6FF8-EF6F2C9AD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7151689" y="5388888"/>
            <a:ext cx="136398" cy="136398"/>
          </a:xfrm>
          <a:prstGeom prst="rect">
            <a:avLst/>
          </a:prstGeom>
        </p:spPr>
      </p:pic>
      <p:pic>
        <p:nvPicPr>
          <p:cNvPr id="981" name="Graphic 980">
            <a:extLst>
              <a:ext uri="{FF2B5EF4-FFF2-40B4-BE49-F238E27FC236}">
                <a16:creationId xmlns:a16="http://schemas.microsoft.com/office/drawing/2014/main" id="{F936964A-0C20-6D8F-2D58-6EBD2DF2E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7151689" y="5843437"/>
            <a:ext cx="136398" cy="136398"/>
          </a:xfrm>
          <a:prstGeom prst="rect">
            <a:avLst/>
          </a:prstGeom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29F3B51E-8CFD-57E9-2DFE-296998D3E251}"/>
              </a:ext>
            </a:extLst>
          </p:cNvPr>
          <p:cNvSpPr txBox="1"/>
          <p:nvPr/>
        </p:nvSpPr>
        <p:spPr>
          <a:xfrm>
            <a:off x="70053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Applications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3A1CD84F-C717-1652-8DB4-6C09EF2C53F7}"/>
              </a:ext>
            </a:extLst>
          </p:cNvPr>
          <p:cNvSpPr txBox="1"/>
          <p:nvPr/>
        </p:nvSpPr>
        <p:spPr>
          <a:xfrm>
            <a:off x="70053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Attachment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08A014A-B758-1492-1A4E-E16F88EC4415}"/>
              </a:ext>
            </a:extLst>
          </p:cNvPr>
          <p:cNvSpPr txBox="1"/>
          <p:nvPr/>
        </p:nvSpPr>
        <p:spPr>
          <a:xfrm>
            <a:off x="70053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Bluetooth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D76D9F2-34DD-A95B-3E39-E4BC8DABBEEE}"/>
              </a:ext>
            </a:extLst>
          </p:cNvPr>
          <p:cNvSpPr txBox="1"/>
          <p:nvPr/>
        </p:nvSpPr>
        <p:spPr>
          <a:xfrm>
            <a:off x="70053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Cancel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DBA0C29E-B7CB-4F2D-43F9-1207DD33FB47}"/>
              </a:ext>
            </a:extLst>
          </p:cNvPr>
          <p:cNvSpPr txBox="1"/>
          <p:nvPr/>
        </p:nvSpPr>
        <p:spPr>
          <a:xfrm>
            <a:off x="70053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Chat Bubble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5353C588-0BFD-860F-D71E-DA3F37830DFC}"/>
              </a:ext>
            </a:extLst>
          </p:cNvPr>
          <p:cNvSpPr txBox="1"/>
          <p:nvPr/>
        </p:nvSpPr>
        <p:spPr>
          <a:xfrm>
            <a:off x="70053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Sun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207BF34F-4F2C-25A7-F6F4-B9E3330E974C}"/>
              </a:ext>
            </a:extLst>
          </p:cNvPr>
          <p:cNvSpPr txBox="1"/>
          <p:nvPr/>
        </p:nvSpPr>
        <p:spPr>
          <a:xfrm>
            <a:off x="70053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</a:t>
            </a: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A5FC65C9-D270-DBCB-4E8F-EF07286892B7}"/>
              </a:ext>
            </a:extLst>
          </p:cNvPr>
          <p:cNvSpPr txBox="1"/>
          <p:nvPr/>
        </p:nvSpPr>
        <p:spPr>
          <a:xfrm>
            <a:off x="70053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30E54E37-78A0-AF34-54F3-F2EA103848BB}"/>
              </a:ext>
            </a:extLst>
          </p:cNvPr>
          <p:cNvSpPr txBox="1"/>
          <p:nvPr/>
        </p:nvSpPr>
        <p:spPr>
          <a:xfrm>
            <a:off x="70053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Fan Wind</a:t>
            </a:r>
          </a:p>
        </p:txBody>
      </p:sp>
      <p:sp>
        <p:nvSpPr>
          <p:cNvPr id="1226" name="TextBox 1225">
            <a:extLst>
              <a:ext uri="{FF2B5EF4-FFF2-40B4-BE49-F238E27FC236}">
                <a16:creationId xmlns:a16="http://schemas.microsoft.com/office/drawing/2014/main" id="{16447148-23EA-54AD-5CA3-C05BB57FE225}"/>
              </a:ext>
            </a:extLst>
          </p:cNvPr>
          <p:cNvSpPr txBox="1"/>
          <p:nvPr/>
        </p:nvSpPr>
        <p:spPr>
          <a:xfrm>
            <a:off x="70053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Plane</a:t>
            </a:r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35D214AC-228E-0906-577C-8D431A5551C8}"/>
              </a:ext>
            </a:extLst>
          </p:cNvPr>
          <p:cNvSpPr txBox="1"/>
          <p:nvPr/>
        </p:nvSpPr>
        <p:spPr>
          <a:xfrm>
            <a:off x="70053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Filled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223E64BA-43EB-0363-FE6E-F54DD7575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7607436" y="1297955"/>
            <a:ext cx="136398" cy="136398"/>
          </a:xfrm>
          <a:prstGeom prst="rect">
            <a:avLst/>
          </a:prstGeom>
        </p:spPr>
      </p:pic>
      <p:pic>
        <p:nvPicPr>
          <p:cNvPr id="217" name="Graphic 216">
            <a:extLst>
              <a:ext uri="{FF2B5EF4-FFF2-40B4-BE49-F238E27FC236}">
                <a16:creationId xmlns:a16="http://schemas.microsoft.com/office/drawing/2014/main" id="{914F422A-F162-D297-8E99-106E4B9BF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7607436" y="1752503"/>
            <a:ext cx="136398" cy="136398"/>
          </a:xfrm>
          <a:prstGeom prst="rect">
            <a:avLst/>
          </a:prstGeom>
        </p:spPr>
      </p:pic>
      <p:pic>
        <p:nvPicPr>
          <p:cNvPr id="305" name="Graphic 304">
            <a:extLst>
              <a:ext uri="{FF2B5EF4-FFF2-40B4-BE49-F238E27FC236}">
                <a16:creationId xmlns:a16="http://schemas.microsoft.com/office/drawing/2014/main" id="{D460B6DD-9E58-93BF-5628-569CA98A0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7607436" y="2207052"/>
            <a:ext cx="136398" cy="136398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C1F284A1-FB91-0109-9FE4-0C177D2A9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7607436" y="2661600"/>
            <a:ext cx="136398" cy="136398"/>
          </a:xfrm>
          <a:prstGeom prst="rect">
            <a:avLst/>
          </a:prstGeom>
        </p:spPr>
      </p:pic>
      <p:pic>
        <p:nvPicPr>
          <p:cNvPr id="481" name="Graphic 480">
            <a:extLst>
              <a:ext uri="{FF2B5EF4-FFF2-40B4-BE49-F238E27FC236}">
                <a16:creationId xmlns:a16="http://schemas.microsoft.com/office/drawing/2014/main" id="{D9201AD2-87FF-5EAD-83E5-DD5D812FF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7607436" y="3116148"/>
            <a:ext cx="136398" cy="136398"/>
          </a:xfrm>
          <a:prstGeom prst="rect">
            <a:avLst/>
          </a:prstGeom>
        </p:spPr>
      </p:pic>
      <p:pic>
        <p:nvPicPr>
          <p:cNvPr id="561" name="Graphic 560">
            <a:extLst>
              <a:ext uri="{FF2B5EF4-FFF2-40B4-BE49-F238E27FC236}">
                <a16:creationId xmlns:a16="http://schemas.microsoft.com/office/drawing/2014/main" id="{6E539C42-AB32-0F73-17CA-2EB1EB1A9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7607436" y="3570696"/>
            <a:ext cx="136398" cy="136398"/>
          </a:xfrm>
          <a:prstGeom prst="rect">
            <a:avLst/>
          </a:prstGeom>
        </p:spPr>
      </p:pic>
      <p:pic>
        <p:nvPicPr>
          <p:cNvPr id="653" name="Graphic 652">
            <a:extLst>
              <a:ext uri="{FF2B5EF4-FFF2-40B4-BE49-F238E27FC236}">
                <a16:creationId xmlns:a16="http://schemas.microsoft.com/office/drawing/2014/main" id="{01A735DC-36B0-672A-302A-D63584882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7607436" y="4025244"/>
            <a:ext cx="136398" cy="136398"/>
          </a:xfrm>
          <a:prstGeom prst="rect">
            <a:avLst/>
          </a:prstGeom>
        </p:spPr>
      </p:pic>
      <p:pic>
        <p:nvPicPr>
          <p:cNvPr id="741" name="Graphic 740">
            <a:extLst>
              <a:ext uri="{FF2B5EF4-FFF2-40B4-BE49-F238E27FC236}">
                <a16:creationId xmlns:a16="http://schemas.microsoft.com/office/drawing/2014/main" id="{EFD604E2-409D-10FC-1AB8-44847840B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7607436" y="4479792"/>
            <a:ext cx="136398" cy="136398"/>
          </a:xfrm>
          <a:prstGeom prst="rect">
            <a:avLst/>
          </a:prstGeom>
        </p:spPr>
      </p:pic>
      <p:pic>
        <p:nvPicPr>
          <p:cNvPr id="837" name="Graphic 836">
            <a:extLst>
              <a:ext uri="{FF2B5EF4-FFF2-40B4-BE49-F238E27FC236}">
                <a16:creationId xmlns:a16="http://schemas.microsoft.com/office/drawing/2014/main" id="{799599AF-7779-3C17-A54A-DEB33483F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7607436" y="4934340"/>
            <a:ext cx="136398" cy="136398"/>
          </a:xfrm>
          <a:prstGeom prst="rect">
            <a:avLst/>
          </a:prstGeom>
        </p:spPr>
      </p:pic>
      <p:pic>
        <p:nvPicPr>
          <p:cNvPr id="917" name="Graphic 916">
            <a:extLst>
              <a:ext uri="{FF2B5EF4-FFF2-40B4-BE49-F238E27FC236}">
                <a16:creationId xmlns:a16="http://schemas.microsoft.com/office/drawing/2014/main" id="{7C6C5CE1-623A-7925-243F-C30D84A7E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7607436" y="5388888"/>
            <a:ext cx="136398" cy="136398"/>
          </a:xfrm>
          <a:prstGeom prst="rect">
            <a:avLst/>
          </a:prstGeom>
        </p:spPr>
      </p:pic>
      <p:pic>
        <p:nvPicPr>
          <p:cNvPr id="991" name="Graphic 990">
            <a:extLst>
              <a:ext uri="{FF2B5EF4-FFF2-40B4-BE49-F238E27FC236}">
                <a16:creationId xmlns:a16="http://schemas.microsoft.com/office/drawing/2014/main" id="{E3A395A4-DB59-647A-2B12-B14289FB2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7607436" y="5843437"/>
            <a:ext cx="136398" cy="136398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2F8C0897-F0A3-3DED-A141-BEFE182D6C8D}"/>
              </a:ext>
            </a:extLst>
          </p:cNvPr>
          <p:cNvSpPr txBox="1"/>
          <p:nvPr/>
        </p:nvSpPr>
        <p:spPr>
          <a:xfrm>
            <a:off x="746111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 Store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BFFC6823-B655-92B8-9757-2048A10F24BB}"/>
              </a:ext>
            </a:extLst>
          </p:cNvPr>
          <p:cNvSpPr txBox="1"/>
          <p:nvPr/>
        </p:nvSpPr>
        <p:spPr>
          <a:xfrm>
            <a:off x="746111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Australia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2C973FBB-B90C-438D-C391-DAD392684150}"/>
              </a:ext>
            </a:extLst>
          </p:cNvPr>
          <p:cNvSpPr txBox="1"/>
          <p:nvPr/>
        </p:nvSpPr>
        <p:spPr>
          <a:xfrm>
            <a:off x="746111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Book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F61398D6-69BF-F212-8329-6CE88136A15E}"/>
              </a:ext>
            </a:extLst>
          </p:cNvPr>
          <p:cNvSpPr txBox="1"/>
          <p:nvPr/>
        </p:nvSpPr>
        <p:spPr>
          <a:xfrm>
            <a:off x="746111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Day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7850F834-143F-7DE1-71B9-B3B591124A23}"/>
              </a:ext>
            </a:extLst>
          </p:cNvPr>
          <p:cNvSpPr txBox="1"/>
          <p:nvPr/>
        </p:nvSpPr>
        <p:spPr>
          <a:xfrm>
            <a:off x="746111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F767DC2A-4D0C-1C61-4B55-8EFCB8807F68}"/>
              </a:ext>
            </a:extLst>
          </p:cNvPr>
          <p:cNvSpPr txBox="1"/>
          <p:nvPr/>
        </p:nvSpPr>
        <p:spPr>
          <a:xfrm>
            <a:off x="746111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Upload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EE6DC596-803D-DB7A-059F-52CC6CE305D4}"/>
              </a:ext>
            </a:extLst>
          </p:cNvPr>
          <p:cNvSpPr txBox="1"/>
          <p:nvPr/>
        </p:nvSpPr>
        <p:spPr>
          <a:xfrm>
            <a:off x="746111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3D23FEEE-F70D-B834-83A5-CC9255C6200D}"/>
              </a:ext>
            </a:extLst>
          </p:cNvPr>
          <p:cNvSpPr txBox="1"/>
          <p:nvPr/>
        </p:nvSpPr>
        <p:spPr>
          <a:xfrm>
            <a:off x="746111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 Tag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9A13C2DE-C516-707B-E55D-F33B974C0AD9}"/>
              </a:ext>
            </a:extLst>
          </p:cNvPr>
          <p:cNvSpPr txBox="1"/>
          <p:nvPr/>
        </p:nvSpPr>
        <p:spPr>
          <a:xfrm>
            <a:off x="746111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Backward</a:t>
            </a:r>
          </a:p>
        </p:txBody>
      </p:sp>
      <p:sp>
        <p:nvSpPr>
          <p:cNvPr id="1227" name="TextBox 1226">
            <a:extLst>
              <a:ext uri="{FF2B5EF4-FFF2-40B4-BE49-F238E27FC236}">
                <a16:creationId xmlns:a16="http://schemas.microsoft.com/office/drawing/2014/main" id="{94CA16DD-4874-A2DF-9A70-33E81EA1D34E}"/>
              </a:ext>
            </a:extLst>
          </p:cNvPr>
          <p:cNvSpPr txBox="1"/>
          <p:nvPr/>
        </p:nvSpPr>
        <p:spPr>
          <a:xfrm>
            <a:off x="746111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7BA0B596-024C-FFCD-604F-D2CF13BCFB44}"/>
              </a:ext>
            </a:extLst>
          </p:cNvPr>
          <p:cNvSpPr txBox="1"/>
          <p:nvPr/>
        </p:nvSpPr>
        <p:spPr>
          <a:xfrm>
            <a:off x="746111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E0CF1B6C-6A1F-474E-3EB5-91CEAC34F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8063183" y="1297955"/>
            <a:ext cx="136398" cy="136398"/>
          </a:xfrm>
          <a:prstGeom prst="rect">
            <a:avLst/>
          </a:prstGeom>
        </p:spPr>
      </p:pic>
      <p:pic>
        <p:nvPicPr>
          <p:cNvPr id="213" name="Graphic 212">
            <a:extLst>
              <a:ext uri="{FF2B5EF4-FFF2-40B4-BE49-F238E27FC236}">
                <a16:creationId xmlns:a16="http://schemas.microsoft.com/office/drawing/2014/main" id="{97EA730D-525F-17BC-5FA6-069139C63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8063183" y="1752503"/>
            <a:ext cx="136398" cy="136398"/>
          </a:xfrm>
          <a:prstGeom prst="rect">
            <a:avLst/>
          </a:prstGeom>
        </p:spPr>
      </p:pic>
      <p:pic>
        <p:nvPicPr>
          <p:cNvPr id="309" name="Graphic 308">
            <a:extLst>
              <a:ext uri="{FF2B5EF4-FFF2-40B4-BE49-F238E27FC236}">
                <a16:creationId xmlns:a16="http://schemas.microsoft.com/office/drawing/2014/main" id="{23547F2D-584E-F727-C569-3D2992E9F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8518930" y="2207052"/>
            <a:ext cx="136398" cy="136398"/>
          </a:xfrm>
          <a:prstGeom prst="rect">
            <a:avLst/>
          </a:prstGeom>
        </p:spPr>
      </p:pic>
      <p:pic>
        <p:nvPicPr>
          <p:cNvPr id="377" name="Graphic 376">
            <a:extLst>
              <a:ext uri="{FF2B5EF4-FFF2-40B4-BE49-F238E27FC236}">
                <a16:creationId xmlns:a16="http://schemas.microsoft.com/office/drawing/2014/main" id="{96F3E004-3B4A-5525-E7DC-0F36A0D39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8063183" y="2661600"/>
            <a:ext cx="136398" cy="136398"/>
          </a:xfrm>
          <a:prstGeom prst="rect">
            <a:avLst/>
          </a:prstGeom>
        </p:spPr>
      </p:pic>
      <p:pic>
        <p:nvPicPr>
          <p:cNvPr id="489" name="Graphic 488">
            <a:extLst>
              <a:ext uri="{FF2B5EF4-FFF2-40B4-BE49-F238E27FC236}">
                <a16:creationId xmlns:a16="http://schemas.microsoft.com/office/drawing/2014/main" id="{8648B126-7B6F-8BBE-7120-FBC2C810C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8063183" y="3116148"/>
            <a:ext cx="136398" cy="136398"/>
          </a:xfrm>
          <a:prstGeom prst="rect">
            <a:avLst/>
          </a:prstGeom>
        </p:spPr>
      </p:pic>
      <p:pic>
        <p:nvPicPr>
          <p:cNvPr id="573" name="Graphic 572">
            <a:extLst>
              <a:ext uri="{FF2B5EF4-FFF2-40B4-BE49-F238E27FC236}">
                <a16:creationId xmlns:a16="http://schemas.microsoft.com/office/drawing/2014/main" id="{C68D633B-43D0-6E52-A303-80E99C549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8063183" y="3570696"/>
            <a:ext cx="136398" cy="136398"/>
          </a:xfrm>
          <a:prstGeom prst="rect">
            <a:avLst/>
          </a:prstGeom>
        </p:spPr>
      </p:pic>
      <p:pic>
        <p:nvPicPr>
          <p:cNvPr id="657" name="Graphic 656">
            <a:extLst>
              <a:ext uri="{FF2B5EF4-FFF2-40B4-BE49-F238E27FC236}">
                <a16:creationId xmlns:a16="http://schemas.microsoft.com/office/drawing/2014/main" id="{FD66858A-DA68-9055-9324-4BC187CAA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8063183" y="4025244"/>
            <a:ext cx="136398" cy="136398"/>
          </a:xfrm>
          <a:prstGeom prst="rect">
            <a:avLst/>
          </a:prstGeom>
        </p:spPr>
      </p:pic>
      <p:pic>
        <p:nvPicPr>
          <p:cNvPr id="745" name="Graphic 744">
            <a:extLst>
              <a:ext uri="{FF2B5EF4-FFF2-40B4-BE49-F238E27FC236}">
                <a16:creationId xmlns:a16="http://schemas.microsoft.com/office/drawing/2014/main" id="{197C1955-8D0C-4EA3-B1C9-5398A7B4C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8063183" y="4479792"/>
            <a:ext cx="136398" cy="136398"/>
          </a:xfrm>
          <a:prstGeom prst="rect">
            <a:avLst/>
          </a:prstGeom>
        </p:spPr>
      </p:pic>
      <p:pic>
        <p:nvPicPr>
          <p:cNvPr id="833" name="Graphic 832">
            <a:extLst>
              <a:ext uri="{FF2B5EF4-FFF2-40B4-BE49-F238E27FC236}">
                <a16:creationId xmlns:a16="http://schemas.microsoft.com/office/drawing/2014/main" id="{F86E1A24-36D3-5BDB-5640-C86B3C69F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8063183" y="4934340"/>
            <a:ext cx="136398" cy="136398"/>
          </a:xfrm>
          <a:prstGeom prst="rect">
            <a:avLst/>
          </a:prstGeom>
        </p:spPr>
      </p:pic>
      <p:pic>
        <p:nvPicPr>
          <p:cNvPr id="921" name="Graphic 920">
            <a:extLst>
              <a:ext uri="{FF2B5EF4-FFF2-40B4-BE49-F238E27FC236}">
                <a16:creationId xmlns:a16="http://schemas.microsoft.com/office/drawing/2014/main" id="{C3A1C724-8C9A-AF3B-F17E-BF4A9C5D3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8063183" y="5388888"/>
            <a:ext cx="136398" cy="136398"/>
          </a:xfrm>
          <a:prstGeom prst="rect">
            <a:avLst/>
          </a:prstGeom>
        </p:spPr>
      </p:pic>
      <p:pic>
        <p:nvPicPr>
          <p:cNvPr id="987" name="Graphic 986">
            <a:extLst>
              <a:ext uri="{FF2B5EF4-FFF2-40B4-BE49-F238E27FC236}">
                <a16:creationId xmlns:a16="http://schemas.microsoft.com/office/drawing/2014/main" id="{D31A8572-8729-81EB-11C5-EF5664F52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8063183" y="5843437"/>
            <a:ext cx="136398" cy="136398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1A503728-DE97-D11C-E528-A58B69FE2F15}"/>
              </a:ext>
            </a:extLst>
          </p:cNvPr>
          <p:cNvSpPr txBox="1"/>
          <p:nvPr/>
        </p:nvSpPr>
        <p:spPr>
          <a:xfrm>
            <a:off x="791686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 Store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345A840-1880-CA92-58FE-5243DA5AE6F8}"/>
              </a:ext>
            </a:extLst>
          </p:cNvPr>
          <p:cNvSpPr txBox="1"/>
          <p:nvPr/>
        </p:nvSpPr>
        <p:spPr>
          <a:xfrm>
            <a:off x="791686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Australia Signal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A3F55C8C-CDCD-3016-E768-C24C5EDB97F7}"/>
              </a:ext>
            </a:extLst>
          </p:cNvPr>
          <p:cNvSpPr txBox="1"/>
          <p:nvPr/>
        </p:nvSpPr>
        <p:spPr>
          <a:xfrm>
            <a:off x="791686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Box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210E1B73-C00F-0BC4-168C-89A89A3CFEBB}"/>
              </a:ext>
            </a:extLst>
          </p:cNvPr>
          <p:cNvSpPr txBox="1"/>
          <p:nvPr/>
        </p:nvSpPr>
        <p:spPr>
          <a:xfrm>
            <a:off x="791686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Edit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05739A1A-A142-52A2-E841-60E38E69E208}"/>
              </a:ext>
            </a:extLst>
          </p:cNvPr>
          <p:cNvSpPr txBox="1"/>
          <p:nvPr/>
        </p:nvSpPr>
        <p:spPr>
          <a:xfrm>
            <a:off x="791686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Exclamation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AF2C71F0-3F61-FFA4-AB95-5BC4250F6709}"/>
              </a:ext>
            </a:extLst>
          </p:cNvPr>
          <p:cNvSpPr txBox="1"/>
          <p:nvPr/>
        </p:nvSpPr>
        <p:spPr>
          <a:xfrm>
            <a:off x="791686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Co2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247FD957-E212-2E27-891C-305C050DEC20}"/>
              </a:ext>
            </a:extLst>
          </p:cNvPr>
          <p:cNvSpPr txBox="1"/>
          <p:nvPr/>
        </p:nvSpPr>
        <p:spPr>
          <a:xfrm>
            <a:off x="791686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 Connection</a:t>
            </a: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39FD220D-EB93-93E5-2FDF-31DF10DB4E0D}"/>
              </a:ext>
            </a:extLst>
          </p:cNvPr>
          <p:cNvSpPr txBox="1"/>
          <p:nvPr/>
        </p:nvSpPr>
        <p:spPr>
          <a:xfrm>
            <a:off x="791686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Donate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Your Device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1ADB0B94-A5AC-D4CB-BC69-F670AED22264}"/>
              </a:ext>
            </a:extLst>
          </p:cNvPr>
          <p:cNvSpPr txBox="1"/>
          <p:nvPr/>
        </p:nvSpPr>
        <p:spPr>
          <a:xfrm>
            <a:off x="791686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Backward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ED7F3E2E-6362-DA84-EFF9-5B1BD723634D}"/>
              </a:ext>
            </a:extLst>
          </p:cNvPr>
          <p:cNvSpPr txBox="1"/>
          <p:nvPr/>
        </p:nvSpPr>
        <p:spPr>
          <a:xfrm>
            <a:off x="791686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Roaming</a:t>
            </a:r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4C9922F7-AD75-0647-2F88-1100DEB22ABC}"/>
              </a:ext>
            </a:extLst>
          </p:cNvPr>
          <p:cNvSpPr txBox="1"/>
          <p:nvPr/>
        </p:nvSpPr>
        <p:spPr>
          <a:xfrm>
            <a:off x="791686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 Filled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F25A124C-3F27-A49A-33D5-8E2361205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8518930" y="1297955"/>
            <a:ext cx="136398" cy="136398"/>
          </a:xfrm>
          <a:prstGeom prst="rect">
            <a:avLst/>
          </a:prstGeom>
        </p:spPr>
      </p:pic>
      <p:pic>
        <p:nvPicPr>
          <p:cNvPr id="221" name="Graphic 220">
            <a:extLst>
              <a:ext uri="{FF2B5EF4-FFF2-40B4-BE49-F238E27FC236}">
                <a16:creationId xmlns:a16="http://schemas.microsoft.com/office/drawing/2014/main" id="{49755D2C-BEEC-B91D-2BA9-DBA5F1930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8518930" y="1752503"/>
            <a:ext cx="136398" cy="136398"/>
          </a:xfrm>
          <a:prstGeom prst="rect">
            <a:avLst/>
          </a:prstGeom>
        </p:spPr>
      </p:pic>
      <p:pic>
        <p:nvPicPr>
          <p:cNvPr id="381" name="Graphic 380">
            <a:extLst>
              <a:ext uri="{FF2B5EF4-FFF2-40B4-BE49-F238E27FC236}">
                <a16:creationId xmlns:a16="http://schemas.microsoft.com/office/drawing/2014/main" id="{5BFC9767-9DFC-3935-6550-D30E21160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8518930" y="2661600"/>
            <a:ext cx="136398" cy="136398"/>
          </a:xfrm>
          <a:prstGeom prst="rect">
            <a:avLst/>
          </a:prstGeom>
        </p:spPr>
      </p:pic>
      <p:pic>
        <p:nvPicPr>
          <p:cNvPr id="485" name="Graphic 484">
            <a:extLst>
              <a:ext uri="{FF2B5EF4-FFF2-40B4-BE49-F238E27FC236}">
                <a16:creationId xmlns:a16="http://schemas.microsoft.com/office/drawing/2014/main" id="{84726BCF-8DD1-2796-4F9E-69B633BAA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8518930" y="3116148"/>
            <a:ext cx="136398" cy="136398"/>
          </a:xfrm>
          <a:prstGeom prst="rect">
            <a:avLst/>
          </a:prstGeom>
        </p:spPr>
      </p:pic>
      <p:pic>
        <p:nvPicPr>
          <p:cNvPr id="569" name="Graphic 568">
            <a:extLst>
              <a:ext uri="{FF2B5EF4-FFF2-40B4-BE49-F238E27FC236}">
                <a16:creationId xmlns:a16="http://schemas.microsoft.com/office/drawing/2014/main" id="{DAE4D9BA-3B49-4743-D824-B473BE623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8518930" y="3570696"/>
            <a:ext cx="136398" cy="136398"/>
          </a:xfrm>
          <a:prstGeom prst="rect">
            <a:avLst/>
          </a:prstGeom>
        </p:spPr>
      </p:pic>
      <p:pic>
        <p:nvPicPr>
          <p:cNvPr id="665" name="Graphic 664">
            <a:extLst>
              <a:ext uri="{FF2B5EF4-FFF2-40B4-BE49-F238E27FC236}">
                <a16:creationId xmlns:a16="http://schemas.microsoft.com/office/drawing/2014/main" id="{84FE838D-B725-CB06-17E4-85B6F1F5F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8518930" y="4025244"/>
            <a:ext cx="136398" cy="136398"/>
          </a:xfrm>
          <a:prstGeom prst="rect">
            <a:avLst/>
          </a:prstGeom>
        </p:spPr>
      </p:pic>
      <p:pic>
        <p:nvPicPr>
          <p:cNvPr id="749" name="Graphic 748">
            <a:extLst>
              <a:ext uri="{FF2B5EF4-FFF2-40B4-BE49-F238E27FC236}">
                <a16:creationId xmlns:a16="http://schemas.microsoft.com/office/drawing/2014/main" id="{17E81A6E-E631-618A-A19C-2F65091A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8518930" y="4479792"/>
            <a:ext cx="136398" cy="136398"/>
          </a:xfrm>
          <a:prstGeom prst="rect">
            <a:avLst/>
          </a:prstGeom>
        </p:spPr>
      </p:pic>
      <p:pic>
        <p:nvPicPr>
          <p:cNvPr id="845" name="Graphic 844">
            <a:extLst>
              <a:ext uri="{FF2B5EF4-FFF2-40B4-BE49-F238E27FC236}">
                <a16:creationId xmlns:a16="http://schemas.microsoft.com/office/drawing/2014/main" id="{406FD49B-3942-0CF4-E33B-03AB0ED17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8518930" y="4934340"/>
            <a:ext cx="136398" cy="136398"/>
          </a:xfrm>
          <a:prstGeom prst="rect">
            <a:avLst/>
          </a:prstGeom>
        </p:spPr>
      </p:pic>
      <p:pic>
        <p:nvPicPr>
          <p:cNvPr id="929" name="Graphic 928">
            <a:extLst>
              <a:ext uri="{FF2B5EF4-FFF2-40B4-BE49-F238E27FC236}">
                <a16:creationId xmlns:a16="http://schemas.microsoft.com/office/drawing/2014/main" id="{81D0356E-99C1-517B-634B-214F63570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8518930" y="5388888"/>
            <a:ext cx="136398" cy="136398"/>
          </a:xfrm>
          <a:prstGeom prst="rect">
            <a:avLst/>
          </a:prstGeom>
        </p:spPr>
      </p:pic>
      <p:pic>
        <p:nvPicPr>
          <p:cNvPr id="993" name="Graphic 992">
            <a:extLst>
              <a:ext uri="{FF2B5EF4-FFF2-40B4-BE49-F238E27FC236}">
                <a16:creationId xmlns:a16="http://schemas.microsoft.com/office/drawing/2014/main" id="{3FDC5137-06A4-1619-D0E6-E20D82E72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8518930" y="5843437"/>
            <a:ext cx="136398" cy="136398"/>
          </a:xfrm>
          <a:prstGeom prst="rect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8A98A916-2C4B-79DF-FC83-DC0AE6B0B567}"/>
              </a:ext>
            </a:extLst>
          </p:cNvPr>
          <p:cNvSpPr txBox="1"/>
          <p:nvPr/>
        </p:nvSpPr>
        <p:spPr>
          <a:xfrm>
            <a:off x="837261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Back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794B065A-30C3-241A-936B-82EBDFECFF3D}"/>
              </a:ext>
            </a:extLst>
          </p:cNvPr>
          <p:cNvSpPr txBox="1"/>
          <p:nvPr/>
        </p:nvSpPr>
        <p:spPr>
          <a:xfrm>
            <a:off x="837261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Round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8E27D2AB-7056-236D-85FD-A90D740EC8E1}"/>
              </a:ext>
            </a:extLst>
          </p:cNvPr>
          <p:cNvSpPr txBox="1"/>
          <p:nvPr/>
        </p:nvSpPr>
        <p:spPr>
          <a:xfrm>
            <a:off x="837261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Box Location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BC83B80F-BCED-0F11-936D-4D24ACDE1ED6}"/>
              </a:ext>
            </a:extLst>
          </p:cNvPr>
          <p:cNvSpPr txBox="1"/>
          <p:nvPr/>
        </p:nvSpPr>
        <p:spPr>
          <a:xfrm>
            <a:off x="837261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Event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5EEA5337-01A2-CAB5-6FB7-D1B66A2F208D}"/>
              </a:ext>
            </a:extLst>
          </p:cNvPr>
          <p:cNvSpPr txBox="1"/>
          <p:nvPr/>
        </p:nvSpPr>
        <p:spPr>
          <a:xfrm>
            <a:off x="837261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Exclamation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 Filled</a:t>
            </a: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52FD92D9-9A94-CD67-71E3-59E29EE9F65B}"/>
              </a:ext>
            </a:extLst>
          </p:cNvPr>
          <p:cNvSpPr txBox="1"/>
          <p:nvPr/>
        </p:nvSpPr>
        <p:spPr>
          <a:xfrm>
            <a:off x="837261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Co2 Circle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 Carbon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Offset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1A96AB04-40D4-5E4D-BE9E-6C1C45058853}"/>
              </a:ext>
            </a:extLst>
          </p:cNvPr>
          <p:cNvSpPr txBox="1"/>
          <p:nvPr/>
        </p:nvSpPr>
        <p:spPr>
          <a:xfrm>
            <a:off x="837261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4K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8625706E-8F14-C9A8-0F00-38D838802EEB}"/>
              </a:ext>
            </a:extLst>
          </p:cNvPr>
          <p:cNvSpPr txBox="1"/>
          <p:nvPr/>
        </p:nvSpPr>
        <p:spPr>
          <a:xfrm>
            <a:off x="837261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Donut</a:t>
            </a:r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35AE7B79-123D-11EF-80FA-C9750932C00D}"/>
              </a:ext>
            </a:extLst>
          </p:cNvPr>
          <p:cNvSpPr txBox="1"/>
          <p:nvPr/>
        </p:nvSpPr>
        <p:spPr>
          <a:xfrm>
            <a:off x="837261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Forward</a:t>
            </a:r>
          </a:p>
        </p:txBody>
      </p:sp>
      <p:sp>
        <p:nvSpPr>
          <p:cNvPr id="1229" name="TextBox 1228">
            <a:extLst>
              <a:ext uri="{FF2B5EF4-FFF2-40B4-BE49-F238E27FC236}">
                <a16:creationId xmlns:a16="http://schemas.microsoft.com/office/drawing/2014/main" id="{4AECEFDB-B1C8-0973-BB2E-9EDF33560730}"/>
              </a:ext>
            </a:extLst>
          </p:cNvPr>
          <p:cNvSpPr txBox="1"/>
          <p:nvPr/>
        </p:nvSpPr>
        <p:spPr>
          <a:xfrm>
            <a:off x="837261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Signal</a:t>
            </a:r>
          </a:p>
        </p:txBody>
      </p:sp>
      <p:sp>
        <p:nvSpPr>
          <p:cNvPr id="1251" name="TextBox 1250">
            <a:extLst>
              <a:ext uri="{FF2B5EF4-FFF2-40B4-BE49-F238E27FC236}">
                <a16:creationId xmlns:a16="http://schemas.microsoft.com/office/drawing/2014/main" id="{AF43E2BB-9DB6-B56B-D473-0ED6CD1F5EF8}"/>
              </a:ext>
            </a:extLst>
          </p:cNvPr>
          <p:cNvSpPr txBox="1"/>
          <p:nvPr/>
        </p:nvSpPr>
        <p:spPr>
          <a:xfrm>
            <a:off x="837261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Houses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EF7A5FDF-965D-DBA6-2BE2-8639F8642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8974677" y="1297955"/>
            <a:ext cx="136398" cy="136398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4007E6DA-84E7-BD7B-18EC-339F1770F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8974677" y="1752503"/>
            <a:ext cx="136398" cy="136398"/>
          </a:xfrm>
          <a:prstGeom prst="rect">
            <a:avLst/>
          </a:prstGeom>
        </p:spPr>
      </p:pic>
      <p:pic>
        <p:nvPicPr>
          <p:cNvPr id="317" name="Graphic 316">
            <a:extLst>
              <a:ext uri="{FF2B5EF4-FFF2-40B4-BE49-F238E27FC236}">
                <a16:creationId xmlns:a16="http://schemas.microsoft.com/office/drawing/2014/main" id="{1F81C037-FE84-F9D8-1CF0-A4D69C379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8974677" y="2207052"/>
            <a:ext cx="136398" cy="136398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26066B79-95BE-5FD7-A6A5-8A2421AB7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8974677" y="2661600"/>
            <a:ext cx="136398" cy="136398"/>
          </a:xfrm>
          <a:prstGeom prst="rect">
            <a:avLst/>
          </a:prstGeom>
        </p:spPr>
      </p:pic>
      <p:pic>
        <p:nvPicPr>
          <p:cNvPr id="497" name="Graphic 496">
            <a:extLst>
              <a:ext uri="{FF2B5EF4-FFF2-40B4-BE49-F238E27FC236}">
                <a16:creationId xmlns:a16="http://schemas.microsoft.com/office/drawing/2014/main" id="{B989B394-8980-A2D3-CB0B-3ACDAD433F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8974677" y="3116148"/>
            <a:ext cx="136398" cy="136398"/>
          </a:xfrm>
          <a:prstGeom prst="rect">
            <a:avLst/>
          </a:prstGeom>
        </p:spPr>
      </p:pic>
      <p:pic>
        <p:nvPicPr>
          <p:cNvPr id="577" name="Graphic 576">
            <a:extLst>
              <a:ext uri="{FF2B5EF4-FFF2-40B4-BE49-F238E27FC236}">
                <a16:creationId xmlns:a16="http://schemas.microsoft.com/office/drawing/2014/main" id="{3E4E3C25-E95A-DEFA-42C4-5F4537266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8974677" y="3570696"/>
            <a:ext cx="136398" cy="136398"/>
          </a:xfrm>
          <a:prstGeom prst="rect">
            <a:avLst/>
          </a:prstGeom>
        </p:spPr>
      </p:pic>
      <p:pic>
        <p:nvPicPr>
          <p:cNvPr id="669" name="Graphic 668">
            <a:extLst>
              <a:ext uri="{FF2B5EF4-FFF2-40B4-BE49-F238E27FC236}">
                <a16:creationId xmlns:a16="http://schemas.microsoft.com/office/drawing/2014/main" id="{933ED258-1024-5A57-3BE9-E3C201FDC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8974677" y="4025244"/>
            <a:ext cx="136398" cy="136398"/>
          </a:xfrm>
          <a:prstGeom prst="rect">
            <a:avLst/>
          </a:prstGeom>
        </p:spPr>
      </p:pic>
      <p:pic>
        <p:nvPicPr>
          <p:cNvPr id="753" name="Graphic 752">
            <a:extLst>
              <a:ext uri="{FF2B5EF4-FFF2-40B4-BE49-F238E27FC236}">
                <a16:creationId xmlns:a16="http://schemas.microsoft.com/office/drawing/2014/main" id="{BC607664-ED69-136C-E145-79979AC8A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8974677" y="4479792"/>
            <a:ext cx="136398" cy="136398"/>
          </a:xfrm>
          <a:prstGeom prst="rect">
            <a:avLst/>
          </a:prstGeom>
        </p:spPr>
      </p:pic>
      <p:pic>
        <p:nvPicPr>
          <p:cNvPr id="841" name="Graphic 840">
            <a:extLst>
              <a:ext uri="{FF2B5EF4-FFF2-40B4-BE49-F238E27FC236}">
                <a16:creationId xmlns:a16="http://schemas.microsoft.com/office/drawing/2014/main" id="{1081B30D-07EE-DFEB-4F16-4101BB117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8974677" y="4934340"/>
            <a:ext cx="136398" cy="136398"/>
          </a:xfrm>
          <a:prstGeom prst="rect">
            <a:avLst/>
          </a:prstGeom>
        </p:spPr>
      </p:pic>
      <p:pic>
        <p:nvPicPr>
          <p:cNvPr id="925" name="Graphic 924">
            <a:extLst>
              <a:ext uri="{FF2B5EF4-FFF2-40B4-BE49-F238E27FC236}">
                <a16:creationId xmlns:a16="http://schemas.microsoft.com/office/drawing/2014/main" id="{B13A9F19-87C9-BCF7-3C20-49C097354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8974677" y="5388888"/>
            <a:ext cx="136398" cy="136398"/>
          </a:xfrm>
          <a:prstGeom prst="rect">
            <a:avLst/>
          </a:prstGeom>
        </p:spPr>
      </p:pic>
      <p:pic>
        <p:nvPicPr>
          <p:cNvPr id="989" name="Graphic 988">
            <a:extLst>
              <a:ext uri="{FF2B5EF4-FFF2-40B4-BE49-F238E27FC236}">
                <a16:creationId xmlns:a16="http://schemas.microsoft.com/office/drawing/2014/main" id="{BE33C397-F48E-A440-004D-EEF1CE9D9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6"/>
              </a:ext>
            </a:extLst>
          </a:blip>
          <a:stretch>
            <a:fillRect/>
          </a:stretch>
        </p:blipFill>
        <p:spPr>
          <a:xfrm>
            <a:off x="8974677" y="5843437"/>
            <a:ext cx="136398" cy="136398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2B226283-F588-291D-7D78-879186101FCB}"/>
              </a:ext>
            </a:extLst>
          </p:cNvPr>
          <p:cNvSpPr txBox="1"/>
          <p:nvPr/>
        </p:nvSpPr>
        <p:spPr>
          <a:xfrm>
            <a:off x="882835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Backward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6BDA423-A2FF-55F8-8389-88D472033D0F}"/>
              </a:ext>
            </a:extLst>
          </p:cNvPr>
          <p:cNvSpPr txBox="1"/>
          <p:nvPr/>
        </p:nvSpPr>
        <p:spPr>
          <a:xfrm>
            <a:off x="882835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0F63BB0D-A6C8-0293-3254-6D107C5529A4}"/>
              </a:ext>
            </a:extLst>
          </p:cNvPr>
          <p:cNvSpPr txBox="1"/>
          <p:nvPr/>
        </p:nvSpPr>
        <p:spPr>
          <a:xfrm>
            <a:off x="882835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Bridge</a:t>
            </a: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4EA8B89E-00EF-5BCC-95DD-6074984AF9AC}"/>
              </a:ext>
            </a:extLst>
          </p:cNvPr>
          <p:cNvSpPr txBox="1"/>
          <p:nvPr/>
        </p:nvSpPr>
        <p:spPr>
          <a:xfrm>
            <a:off x="882835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Month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F0542390-E2E5-620C-38AC-1BD0C60114E7}"/>
              </a:ext>
            </a:extLst>
          </p:cNvPr>
          <p:cNvSpPr txBox="1"/>
          <p:nvPr/>
        </p:nvSpPr>
        <p:spPr>
          <a:xfrm>
            <a:off x="882835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Info</a:t>
            </a: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E4C40416-A9F7-0EFD-3E60-055D85B37561}"/>
              </a:ext>
            </a:extLst>
          </p:cNvPr>
          <p:cNvSpPr txBox="1"/>
          <p:nvPr/>
        </p:nvSpPr>
        <p:spPr>
          <a:xfrm>
            <a:off x="882835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Coat Hanger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64EB313C-5B01-3B5C-5307-48CBEF5B1C8F}"/>
              </a:ext>
            </a:extLst>
          </p:cNvPr>
          <p:cNvSpPr txBox="1"/>
          <p:nvPr/>
        </p:nvSpPr>
        <p:spPr>
          <a:xfrm>
            <a:off x="882835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HD</a:t>
            </a: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66E42A50-B074-7609-DA76-87738498A711}"/>
              </a:ext>
            </a:extLst>
          </p:cNvPr>
          <p:cNvSpPr txBox="1"/>
          <p:nvPr/>
        </p:nvSpPr>
        <p:spPr>
          <a:xfrm>
            <a:off x="882835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Drone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C15A03AF-9ED9-ED9F-7159-BF159E3C8282}"/>
              </a:ext>
            </a:extLst>
          </p:cNvPr>
          <p:cNvSpPr txBox="1"/>
          <p:nvPr/>
        </p:nvSpPr>
        <p:spPr>
          <a:xfrm>
            <a:off x="882835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Forward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30" name="TextBox 1229">
            <a:extLst>
              <a:ext uri="{FF2B5EF4-FFF2-40B4-BE49-F238E27FC236}">
                <a16:creationId xmlns:a16="http://schemas.microsoft.com/office/drawing/2014/main" id="{2C2B150D-43C9-91AD-9218-07C983425A88}"/>
              </a:ext>
            </a:extLst>
          </p:cNvPr>
          <p:cNvSpPr txBox="1"/>
          <p:nvPr/>
        </p:nvSpPr>
        <p:spPr>
          <a:xfrm>
            <a:off x="882835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Signal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52" name="TextBox 1251">
            <a:extLst>
              <a:ext uri="{FF2B5EF4-FFF2-40B4-BE49-F238E27FC236}">
                <a16:creationId xmlns:a16="http://schemas.microsoft.com/office/drawing/2014/main" id="{ACA6CC83-E2BC-94E1-3229-2B14812C902D}"/>
              </a:ext>
            </a:extLst>
          </p:cNvPr>
          <p:cNvSpPr txBox="1"/>
          <p:nvPr/>
        </p:nvSpPr>
        <p:spPr>
          <a:xfrm>
            <a:off x="882835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47E0AED-F243-38ED-C1A8-A5D5C0749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9430424" y="1297955"/>
            <a:ext cx="136398" cy="136398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93DEE514-D2DD-4666-187D-DD1578AB4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8"/>
              </a:ext>
            </a:extLst>
          </a:blip>
          <a:stretch>
            <a:fillRect/>
          </a:stretch>
        </p:blipFill>
        <p:spPr>
          <a:xfrm>
            <a:off x="9430424" y="1752503"/>
            <a:ext cx="136398" cy="136398"/>
          </a:xfrm>
          <a:prstGeom prst="rect">
            <a:avLst/>
          </a:prstGeom>
        </p:spPr>
      </p:pic>
      <p:pic>
        <p:nvPicPr>
          <p:cNvPr id="321" name="Graphic 320">
            <a:extLst>
              <a:ext uri="{FF2B5EF4-FFF2-40B4-BE49-F238E27FC236}">
                <a16:creationId xmlns:a16="http://schemas.microsoft.com/office/drawing/2014/main" id="{676FD0A2-18BF-AB55-66D3-458B0ED01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9886171" y="2207052"/>
            <a:ext cx="136398" cy="136398"/>
          </a:xfrm>
          <a:prstGeom prst="rect">
            <a:avLst/>
          </a:prstGeom>
        </p:spPr>
      </p:pic>
      <p:pic>
        <p:nvPicPr>
          <p:cNvPr id="389" name="Graphic 388">
            <a:extLst>
              <a:ext uri="{FF2B5EF4-FFF2-40B4-BE49-F238E27FC236}">
                <a16:creationId xmlns:a16="http://schemas.microsoft.com/office/drawing/2014/main" id="{D857498A-3353-AA51-5B4B-6C31314CA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0"/>
              </a:ext>
            </a:extLst>
          </a:blip>
          <a:stretch>
            <a:fillRect/>
          </a:stretch>
        </p:blipFill>
        <p:spPr>
          <a:xfrm>
            <a:off x="9430424" y="2661600"/>
            <a:ext cx="136398" cy="136398"/>
          </a:xfrm>
          <a:prstGeom prst="rect">
            <a:avLst/>
          </a:prstGeom>
        </p:spPr>
      </p:pic>
      <p:pic>
        <p:nvPicPr>
          <p:cNvPr id="493" name="Graphic 492">
            <a:extLst>
              <a:ext uri="{FF2B5EF4-FFF2-40B4-BE49-F238E27FC236}">
                <a16:creationId xmlns:a16="http://schemas.microsoft.com/office/drawing/2014/main" id="{3F29CA6E-7F93-DCEE-0B32-B1AC57542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tretch>
            <a:fillRect/>
          </a:stretch>
        </p:blipFill>
        <p:spPr>
          <a:xfrm>
            <a:off x="9430424" y="3116148"/>
            <a:ext cx="136398" cy="136398"/>
          </a:xfrm>
          <a:prstGeom prst="rect">
            <a:avLst/>
          </a:prstGeom>
        </p:spPr>
      </p:pic>
      <p:pic>
        <p:nvPicPr>
          <p:cNvPr id="581" name="Graphic 580">
            <a:extLst>
              <a:ext uri="{FF2B5EF4-FFF2-40B4-BE49-F238E27FC236}">
                <a16:creationId xmlns:a16="http://schemas.microsoft.com/office/drawing/2014/main" id="{5FD9F96D-A213-F792-4F68-64CE43067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2"/>
              </a:ext>
            </a:extLst>
          </a:blip>
          <a:stretch>
            <a:fillRect/>
          </a:stretch>
        </p:blipFill>
        <p:spPr>
          <a:xfrm>
            <a:off x="9430424" y="3570696"/>
            <a:ext cx="136398" cy="136398"/>
          </a:xfrm>
          <a:prstGeom prst="rect">
            <a:avLst/>
          </a:prstGeom>
        </p:spPr>
      </p:pic>
      <p:pic>
        <p:nvPicPr>
          <p:cNvPr id="673" name="Graphic 672">
            <a:extLst>
              <a:ext uri="{FF2B5EF4-FFF2-40B4-BE49-F238E27FC236}">
                <a16:creationId xmlns:a16="http://schemas.microsoft.com/office/drawing/2014/main" id="{79E13C61-2EAF-BB8C-36D4-5088B11A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tretch>
            <a:fillRect/>
          </a:stretch>
        </p:blipFill>
        <p:spPr>
          <a:xfrm>
            <a:off x="9430424" y="4025244"/>
            <a:ext cx="136398" cy="136398"/>
          </a:xfrm>
          <a:prstGeom prst="rect">
            <a:avLst/>
          </a:prstGeom>
        </p:spPr>
      </p:pic>
      <p:pic>
        <p:nvPicPr>
          <p:cNvPr id="757" name="Graphic 756">
            <a:extLst>
              <a:ext uri="{FF2B5EF4-FFF2-40B4-BE49-F238E27FC236}">
                <a16:creationId xmlns:a16="http://schemas.microsoft.com/office/drawing/2014/main" id="{966BA8BE-10F0-910B-4193-366BB6A14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4"/>
              </a:ext>
            </a:extLst>
          </a:blip>
          <a:stretch>
            <a:fillRect/>
          </a:stretch>
        </p:blipFill>
        <p:spPr>
          <a:xfrm>
            <a:off x="9430424" y="4479792"/>
            <a:ext cx="136398" cy="136398"/>
          </a:xfrm>
          <a:prstGeom prst="rect">
            <a:avLst/>
          </a:prstGeom>
        </p:spPr>
      </p:pic>
      <p:pic>
        <p:nvPicPr>
          <p:cNvPr id="849" name="Graphic 848">
            <a:extLst>
              <a:ext uri="{FF2B5EF4-FFF2-40B4-BE49-F238E27FC236}">
                <a16:creationId xmlns:a16="http://schemas.microsoft.com/office/drawing/2014/main" id="{B7D272A4-F273-D6F8-AEF5-D41707CBD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5"/>
              </a:ext>
            </a:extLst>
          </a:blip>
          <a:stretch>
            <a:fillRect/>
          </a:stretch>
        </p:blipFill>
        <p:spPr>
          <a:xfrm>
            <a:off x="9430424" y="4934340"/>
            <a:ext cx="136398" cy="136398"/>
          </a:xfrm>
          <a:prstGeom prst="rect">
            <a:avLst/>
          </a:prstGeom>
        </p:spPr>
      </p:pic>
      <p:pic>
        <p:nvPicPr>
          <p:cNvPr id="933" name="Graphic 932">
            <a:extLst>
              <a:ext uri="{FF2B5EF4-FFF2-40B4-BE49-F238E27FC236}">
                <a16:creationId xmlns:a16="http://schemas.microsoft.com/office/drawing/2014/main" id="{244F22DC-BD20-B36C-F967-7F5D58D62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6"/>
              </a:ext>
            </a:extLst>
          </a:blip>
          <a:stretch>
            <a:fillRect/>
          </a:stretch>
        </p:blipFill>
        <p:spPr>
          <a:xfrm>
            <a:off x="9430424" y="5388888"/>
            <a:ext cx="136398" cy="136398"/>
          </a:xfrm>
          <a:prstGeom prst="rect">
            <a:avLst/>
          </a:prstGeom>
        </p:spPr>
      </p:pic>
      <p:pic>
        <p:nvPicPr>
          <p:cNvPr id="995" name="Graphic 994">
            <a:extLst>
              <a:ext uri="{FF2B5EF4-FFF2-40B4-BE49-F238E27FC236}">
                <a16:creationId xmlns:a16="http://schemas.microsoft.com/office/drawing/2014/main" id="{BBD27AE3-9FDA-2074-18B7-9AB6589356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tretch>
            <a:fillRect/>
          </a:stretch>
        </p:blipFill>
        <p:spPr>
          <a:xfrm>
            <a:off x="9430424" y="5843437"/>
            <a:ext cx="136398" cy="136398"/>
          </a:xfrm>
          <a:prstGeom prst="rect">
            <a:avLst/>
          </a:prstGeom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52C947FA-8BD3-53E0-9BE7-1B1535708705}"/>
              </a:ext>
            </a:extLst>
          </p:cNvPr>
          <p:cNvSpPr txBox="1"/>
          <p:nvPr/>
        </p:nvSpPr>
        <p:spPr>
          <a:xfrm>
            <a:off x="928410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Circular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DE1960B7-4A9A-D9C2-B707-DAC7AAC1AC2C}"/>
              </a:ext>
            </a:extLst>
          </p:cNvPr>
          <p:cNvSpPr txBox="1"/>
          <p:nvPr/>
        </p:nvSpPr>
        <p:spPr>
          <a:xfrm>
            <a:off x="928410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One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C6536CE-C951-7030-6178-F4896D7FC265}"/>
              </a:ext>
            </a:extLst>
          </p:cNvPr>
          <p:cNvSpPr txBox="1"/>
          <p:nvPr/>
        </p:nvSpPr>
        <p:spPr>
          <a:xfrm>
            <a:off x="928410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25DE603D-7506-D667-8E3C-21DF2A03CA88}"/>
              </a:ext>
            </a:extLst>
          </p:cNvPr>
          <p:cNvSpPr txBox="1"/>
          <p:nvPr/>
        </p:nvSpPr>
        <p:spPr>
          <a:xfrm>
            <a:off x="928410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Search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AB47CFC-3B51-0BDE-3F66-96CB44B077BF}"/>
              </a:ext>
            </a:extLst>
          </p:cNvPr>
          <p:cNvSpPr txBox="1"/>
          <p:nvPr/>
        </p:nvSpPr>
        <p:spPr>
          <a:xfrm>
            <a:off x="928410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Info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A2738966-1553-70BB-1BE3-750AE7302555}"/>
              </a:ext>
            </a:extLst>
          </p:cNvPr>
          <p:cNvSpPr txBox="1"/>
          <p:nvPr/>
        </p:nvSpPr>
        <p:spPr>
          <a:xfrm>
            <a:off x="928410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Coffee Cup</a:t>
            </a: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993865EE-4031-CF95-F94E-383731897AD5}"/>
              </a:ext>
            </a:extLst>
          </p:cNvPr>
          <p:cNvSpPr txBox="1"/>
          <p:nvPr/>
        </p:nvSpPr>
        <p:spPr>
          <a:xfrm>
            <a:off x="928410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SD</a:t>
            </a:r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3F4779E7-D0DB-D9F2-D19A-C79576C6880D}"/>
              </a:ext>
            </a:extLst>
          </p:cNvPr>
          <p:cNvSpPr txBox="1"/>
          <p:nvPr/>
        </p:nvSpPr>
        <p:spPr>
          <a:xfrm>
            <a:off x="928410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Earth</a:t>
            </a: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C49D1A37-3AF0-CC02-B75D-B52CADFDE870}"/>
              </a:ext>
            </a:extLst>
          </p:cNvPr>
          <p:cNvSpPr txBox="1"/>
          <p:nvPr/>
        </p:nvSpPr>
        <p:spPr>
          <a:xfrm>
            <a:off x="928410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Ferry</a:t>
            </a: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452EE53F-BC78-0C68-2B20-84656591B207}"/>
              </a:ext>
            </a:extLst>
          </p:cNvPr>
          <p:cNvSpPr txBox="1"/>
          <p:nvPr/>
        </p:nvSpPr>
        <p:spPr>
          <a:xfrm>
            <a:off x="928410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Stand</a:t>
            </a:r>
          </a:p>
        </p:txBody>
      </p:sp>
      <p:sp>
        <p:nvSpPr>
          <p:cNvPr id="1253" name="TextBox 1252">
            <a:extLst>
              <a:ext uri="{FF2B5EF4-FFF2-40B4-BE49-F238E27FC236}">
                <a16:creationId xmlns:a16="http://schemas.microsoft.com/office/drawing/2014/main" id="{CB188703-A008-5515-1816-95D3AF99ED11}"/>
              </a:ext>
            </a:extLst>
          </p:cNvPr>
          <p:cNvSpPr txBox="1"/>
          <p:nvPr/>
        </p:nvSpPr>
        <p:spPr>
          <a:xfrm>
            <a:off x="928410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Ice Cream</a:t>
            </a:r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5B2F4F79-6877-E287-E294-B555B88FD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8"/>
              </a:ext>
            </a:extLst>
          </a:blip>
          <a:stretch>
            <a:fillRect/>
          </a:stretch>
        </p:blipFill>
        <p:spPr>
          <a:xfrm>
            <a:off x="9886171" y="1297955"/>
            <a:ext cx="136398" cy="136398"/>
          </a:xfrm>
          <a:prstGeom prst="rect">
            <a:avLst/>
          </a:prstGeom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9E0C0380-86E9-512B-AB99-5A9C3D07B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tretch>
            <a:fillRect/>
          </a:stretch>
        </p:blipFill>
        <p:spPr>
          <a:xfrm>
            <a:off x="9886171" y="1752503"/>
            <a:ext cx="136398" cy="136398"/>
          </a:xfrm>
          <a:prstGeom prst="rect">
            <a:avLst/>
          </a:prstGeom>
        </p:spPr>
      </p:pic>
      <p:pic>
        <p:nvPicPr>
          <p:cNvPr id="393" name="Graphic 392">
            <a:extLst>
              <a:ext uri="{FF2B5EF4-FFF2-40B4-BE49-F238E27FC236}">
                <a16:creationId xmlns:a16="http://schemas.microsoft.com/office/drawing/2014/main" id="{68E00C9F-98A8-36E6-0331-17BB6B826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0"/>
              </a:ext>
            </a:extLst>
          </a:blip>
          <a:stretch>
            <a:fillRect/>
          </a:stretch>
        </p:blipFill>
        <p:spPr>
          <a:xfrm>
            <a:off x="9886171" y="2661600"/>
            <a:ext cx="136398" cy="136398"/>
          </a:xfrm>
          <a:prstGeom prst="rect">
            <a:avLst/>
          </a:prstGeom>
        </p:spPr>
      </p:pic>
      <p:pic>
        <p:nvPicPr>
          <p:cNvPr id="501" name="Graphic 500">
            <a:extLst>
              <a:ext uri="{FF2B5EF4-FFF2-40B4-BE49-F238E27FC236}">
                <a16:creationId xmlns:a16="http://schemas.microsoft.com/office/drawing/2014/main" id="{5129D39D-AC5E-C9D5-334D-5F14D253C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tretch>
            <a:fillRect/>
          </a:stretch>
        </p:blipFill>
        <p:spPr>
          <a:xfrm>
            <a:off x="9886171" y="3116148"/>
            <a:ext cx="136398" cy="136398"/>
          </a:xfrm>
          <a:prstGeom prst="rect">
            <a:avLst/>
          </a:prstGeom>
        </p:spPr>
      </p:pic>
      <p:pic>
        <p:nvPicPr>
          <p:cNvPr id="585" name="Graphic 584">
            <a:extLst>
              <a:ext uri="{FF2B5EF4-FFF2-40B4-BE49-F238E27FC236}">
                <a16:creationId xmlns:a16="http://schemas.microsoft.com/office/drawing/2014/main" id="{83EA2C3F-3217-DB3C-6B44-4BBD90F6F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2"/>
              </a:ext>
            </a:extLst>
          </a:blip>
          <a:stretch>
            <a:fillRect/>
          </a:stretch>
        </p:blipFill>
        <p:spPr>
          <a:xfrm>
            <a:off x="9886171" y="3570696"/>
            <a:ext cx="136398" cy="136398"/>
          </a:xfrm>
          <a:prstGeom prst="rect">
            <a:avLst/>
          </a:prstGeom>
        </p:spPr>
      </p:pic>
      <p:pic>
        <p:nvPicPr>
          <p:cNvPr id="677" name="Graphic 676">
            <a:extLst>
              <a:ext uri="{FF2B5EF4-FFF2-40B4-BE49-F238E27FC236}">
                <a16:creationId xmlns:a16="http://schemas.microsoft.com/office/drawing/2014/main" id="{86376C91-6DC9-91B7-702C-4DAA496D7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tretch>
            <a:fillRect/>
          </a:stretch>
        </p:blipFill>
        <p:spPr>
          <a:xfrm>
            <a:off x="9886171" y="4025244"/>
            <a:ext cx="136398" cy="136398"/>
          </a:xfrm>
          <a:prstGeom prst="rect">
            <a:avLst/>
          </a:prstGeom>
        </p:spPr>
      </p:pic>
      <p:pic>
        <p:nvPicPr>
          <p:cNvPr id="761" name="Graphic 760">
            <a:extLst>
              <a:ext uri="{FF2B5EF4-FFF2-40B4-BE49-F238E27FC236}">
                <a16:creationId xmlns:a16="http://schemas.microsoft.com/office/drawing/2014/main" id="{650403EC-2F05-2552-7EE9-F0A915CDA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4"/>
              </a:ext>
            </a:extLst>
          </a:blip>
          <a:stretch>
            <a:fillRect/>
          </a:stretch>
        </p:blipFill>
        <p:spPr>
          <a:xfrm>
            <a:off x="9886171" y="4479792"/>
            <a:ext cx="136398" cy="136398"/>
          </a:xfrm>
          <a:prstGeom prst="rect">
            <a:avLst/>
          </a:prstGeom>
        </p:spPr>
      </p:pic>
      <p:pic>
        <p:nvPicPr>
          <p:cNvPr id="853" name="Graphic 852">
            <a:extLst>
              <a:ext uri="{FF2B5EF4-FFF2-40B4-BE49-F238E27FC236}">
                <a16:creationId xmlns:a16="http://schemas.microsoft.com/office/drawing/2014/main" id="{4C86E174-4277-AF8A-97E5-7DB557BE7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tretch>
            <a:fillRect/>
          </a:stretch>
        </p:blipFill>
        <p:spPr>
          <a:xfrm>
            <a:off x="9886171" y="4934340"/>
            <a:ext cx="136398" cy="136398"/>
          </a:xfrm>
          <a:prstGeom prst="rect">
            <a:avLst/>
          </a:prstGeom>
        </p:spPr>
      </p:pic>
      <p:pic>
        <p:nvPicPr>
          <p:cNvPr id="937" name="Graphic 936">
            <a:extLst>
              <a:ext uri="{FF2B5EF4-FFF2-40B4-BE49-F238E27FC236}">
                <a16:creationId xmlns:a16="http://schemas.microsoft.com/office/drawing/2014/main" id="{7C066B52-9740-99E6-C8E4-61293C2934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6"/>
              </a:ext>
            </a:extLst>
          </a:blip>
          <a:stretch>
            <a:fillRect/>
          </a:stretch>
        </p:blipFill>
        <p:spPr>
          <a:xfrm>
            <a:off x="9886171" y="5388888"/>
            <a:ext cx="136398" cy="136398"/>
          </a:xfrm>
          <a:prstGeom prst="rect">
            <a:avLst/>
          </a:prstGeom>
        </p:spPr>
      </p:pic>
      <p:pic>
        <p:nvPicPr>
          <p:cNvPr id="997" name="Graphic 996">
            <a:extLst>
              <a:ext uri="{FF2B5EF4-FFF2-40B4-BE49-F238E27FC236}">
                <a16:creationId xmlns:a16="http://schemas.microsoft.com/office/drawing/2014/main" id="{BA9CE161-F0B6-B94B-D7B7-EE761F9A6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tretch>
            <a:fillRect/>
          </a:stretch>
        </p:blipFill>
        <p:spPr>
          <a:xfrm>
            <a:off x="9886171" y="5843437"/>
            <a:ext cx="136398" cy="136398"/>
          </a:xfrm>
          <a:prstGeom prst="rect">
            <a:avLst/>
          </a:prstGeom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9832477D-B1AB-F680-B481-E86927AB7806}"/>
              </a:ext>
            </a:extLst>
          </p:cNvPr>
          <p:cNvSpPr txBox="1"/>
          <p:nvPr/>
        </p:nvSpPr>
        <p:spPr>
          <a:xfrm>
            <a:off x="9739852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Curved Back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FFBA870-469D-AC13-C145-5B807FA8B820}"/>
              </a:ext>
            </a:extLst>
          </p:cNvPr>
          <p:cNvSpPr txBox="1"/>
          <p:nvPr/>
        </p:nvSpPr>
        <p:spPr>
          <a:xfrm>
            <a:off x="9739852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Three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2592879D-AF96-77FD-C660-4E3F08EB2DF9}"/>
              </a:ext>
            </a:extLst>
          </p:cNvPr>
          <p:cNvSpPr txBox="1"/>
          <p:nvPr/>
        </p:nvSpPr>
        <p:spPr>
          <a:xfrm>
            <a:off x="9739852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Health</a:t>
            </a:r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9E6676BB-80E9-3627-E4BD-EDBDF2E9E82F}"/>
              </a:ext>
            </a:extLst>
          </p:cNvPr>
          <p:cNvSpPr txBox="1"/>
          <p:nvPr/>
        </p:nvSpPr>
        <p:spPr>
          <a:xfrm>
            <a:off x="9739852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Year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845E5674-9E0B-64ED-8756-6351D4CA2FED}"/>
              </a:ext>
            </a:extLst>
          </p:cNvPr>
          <p:cNvSpPr txBox="1"/>
          <p:nvPr/>
        </p:nvSpPr>
        <p:spPr>
          <a:xfrm>
            <a:off x="9739852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Pause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7A188955-CA62-5B0A-35C1-C65C702558A6}"/>
              </a:ext>
            </a:extLst>
          </p:cNvPr>
          <p:cNvSpPr txBox="1"/>
          <p:nvPr/>
        </p:nvSpPr>
        <p:spPr>
          <a:xfrm>
            <a:off x="9739852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Coffee Mug</a:t>
            </a: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9657E3C8-DD63-0E35-15E7-E63861AA2953}"/>
              </a:ext>
            </a:extLst>
          </p:cNvPr>
          <p:cNvSpPr txBox="1"/>
          <p:nvPr/>
        </p:nvSpPr>
        <p:spPr>
          <a:xfrm>
            <a:off x="9739852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Desktop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BB6B59DC-C01C-CEB6-DA21-C2CD9FB8BAEE}"/>
              </a:ext>
            </a:extLst>
          </p:cNvPr>
          <p:cNvSpPr txBox="1"/>
          <p:nvPr/>
        </p:nvSpPr>
        <p:spPr>
          <a:xfrm>
            <a:off x="9739852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Eco</a:t>
            </a:r>
          </a:p>
        </p:txBody>
      </p:sp>
      <p:sp>
        <p:nvSpPr>
          <p:cNvPr id="1210" name="TextBox 1209">
            <a:extLst>
              <a:ext uri="{FF2B5EF4-FFF2-40B4-BE49-F238E27FC236}">
                <a16:creationId xmlns:a16="http://schemas.microsoft.com/office/drawing/2014/main" id="{86B796E9-AAE0-1DA1-B884-6D24E3E919B0}"/>
              </a:ext>
            </a:extLst>
          </p:cNvPr>
          <p:cNvSpPr txBox="1"/>
          <p:nvPr/>
        </p:nvSpPr>
        <p:spPr>
          <a:xfrm>
            <a:off x="9739852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Filter</a:t>
            </a: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4F9672CA-3DFB-4FC7-9C8B-18489EF8D3EF}"/>
              </a:ext>
            </a:extLst>
          </p:cNvPr>
          <p:cNvSpPr txBox="1"/>
          <p:nvPr/>
        </p:nvSpPr>
        <p:spPr>
          <a:xfrm>
            <a:off x="9739852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254" name="TextBox 1253">
            <a:extLst>
              <a:ext uri="{FF2B5EF4-FFF2-40B4-BE49-F238E27FC236}">
                <a16:creationId xmlns:a16="http://schemas.microsoft.com/office/drawing/2014/main" id="{2D9AF69F-0479-010B-5A23-7E59E2C9EF1C}"/>
              </a:ext>
            </a:extLst>
          </p:cNvPr>
          <p:cNvSpPr txBox="1"/>
          <p:nvPr/>
        </p:nvSpPr>
        <p:spPr>
          <a:xfrm>
            <a:off x="9739852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Infinity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583E7F09-B048-8C11-2AF4-DCAAC7908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8"/>
              </a:ext>
            </a:extLst>
          </a:blip>
          <a:stretch>
            <a:fillRect/>
          </a:stretch>
        </p:blipFill>
        <p:spPr>
          <a:xfrm>
            <a:off x="10341918" y="1297955"/>
            <a:ext cx="136398" cy="136398"/>
          </a:xfrm>
          <a:prstGeom prst="rect">
            <a:avLst/>
          </a:prstGeom>
        </p:spPr>
      </p:pic>
      <p:pic>
        <p:nvPicPr>
          <p:cNvPr id="237" name="Graphic 236">
            <a:extLst>
              <a:ext uri="{FF2B5EF4-FFF2-40B4-BE49-F238E27FC236}">
                <a16:creationId xmlns:a16="http://schemas.microsoft.com/office/drawing/2014/main" id="{3D159472-3B5A-975D-7548-7CDF5E9E2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tretch>
            <a:fillRect/>
          </a:stretch>
        </p:blipFill>
        <p:spPr>
          <a:xfrm>
            <a:off x="10341918" y="1752503"/>
            <a:ext cx="136398" cy="136398"/>
          </a:xfrm>
          <a:prstGeom prst="rect">
            <a:avLst/>
          </a:prstGeom>
        </p:spPr>
      </p:pic>
      <p:pic>
        <p:nvPicPr>
          <p:cNvPr id="329" name="Graphic 328">
            <a:extLst>
              <a:ext uri="{FF2B5EF4-FFF2-40B4-BE49-F238E27FC236}">
                <a16:creationId xmlns:a16="http://schemas.microsoft.com/office/drawing/2014/main" id="{C4C5C3A5-7E87-BCAE-C64B-031A1F1FD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0"/>
              </a:ext>
            </a:extLst>
          </a:blip>
          <a:stretch>
            <a:fillRect/>
          </a:stretch>
        </p:blipFill>
        <p:spPr>
          <a:xfrm>
            <a:off x="9430424" y="2207052"/>
            <a:ext cx="136398" cy="136398"/>
          </a:xfrm>
          <a:prstGeom prst="rect">
            <a:avLst/>
          </a:prstGeom>
        </p:spPr>
      </p:pic>
      <p:pic>
        <p:nvPicPr>
          <p:cNvPr id="401" name="Graphic 400">
            <a:extLst>
              <a:ext uri="{FF2B5EF4-FFF2-40B4-BE49-F238E27FC236}">
                <a16:creationId xmlns:a16="http://schemas.microsoft.com/office/drawing/2014/main" id="{585771EF-831C-21CB-6014-4DD4F19D6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tretch>
            <a:fillRect/>
          </a:stretch>
        </p:blipFill>
        <p:spPr>
          <a:xfrm>
            <a:off x="10341918" y="2661600"/>
            <a:ext cx="136398" cy="136398"/>
          </a:xfrm>
          <a:prstGeom prst="rect">
            <a:avLst/>
          </a:prstGeom>
        </p:spPr>
      </p:pic>
      <p:pic>
        <p:nvPicPr>
          <p:cNvPr id="505" name="Graphic 504">
            <a:extLst>
              <a:ext uri="{FF2B5EF4-FFF2-40B4-BE49-F238E27FC236}">
                <a16:creationId xmlns:a16="http://schemas.microsoft.com/office/drawing/2014/main" id="{09E40CC8-3EFF-03A9-E956-7272E42EF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2"/>
              </a:ext>
            </a:extLst>
          </a:blip>
          <a:stretch>
            <a:fillRect/>
          </a:stretch>
        </p:blipFill>
        <p:spPr>
          <a:xfrm>
            <a:off x="10341918" y="3116148"/>
            <a:ext cx="136398" cy="136398"/>
          </a:xfrm>
          <a:prstGeom prst="rect">
            <a:avLst/>
          </a:prstGeom>
        </p:spPr>
      </p:pic>
      <p:pic>
        <p:nvPicPr>
          <p:cNvPr id="597" name="Graphic 596">
            <a:extLst>
              <a:ext uri="{FF2B5EF4-FFF2-40B4-BE49-F238E27FC236}">
                <a16:creationId xmlns:a16="http://schemas.microsoft.com/office/drawing/2014/main" id="{7A309F89-DAC6-380F-507B-41E994FD7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tretch>
            <a:fillRect/>
          </a:stretch>
        </p:blipFill>
        <p:spPr>
          <a:xfrm>
            <a:off x="10341918" y="3570696"/>
            <a:ext cx="136398" cy="136398"/>
          </a:xfrm>
          <a:prstGeom prst="rect">
            <a:avLst/>
          </a:prstGeom>
        </p:spPr>
      </p:pic>
      <p:pic>
        <p:nvPicPr>
          <p:cNvPr id="681" name="Graphic 680">
            <a:extLst>
              <a:ext uri="{FF2B5EF4-FFF2-40B4-BE49-F238E27FC236}">
                <a16:creationId xmlns:a16="http://schemas.microsoft.com/office/drawing/2014/main" id="{C384C3B6-190D-0AF7-BCC1-A81CD74A8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4"/>
              </a:ext>
            </a:extLst>
          </a:blip>
          <a:stretch>
            <a:fillRect/>
          </a:stretch>
        </p:blipFill>
        <p:spPr>
          <a:xfrm>
            <a:off x="10341918" y="4025244"/>
            <a:ext cx="136398" cy="136398"/>
          </a:xfrm>
          <a:prstGeom prst="rect">
            <a:avLst/>
          </a:prstGeom>
        </p:spPr>
      </p:pic>
      <p:pic>
        <p:nvPicPr>
          <p:cNvPr id="765" name="Graphic 764">
            <a:extLst>
              <a:ext uri="{FF2B5EF4-FFF2-40B4-BE49-F238E27FC236}">
                <a16:creationId xmlns:a16="http://schemas.microsoft.com/office/drawing/2014/main" id="{2E38EB01-C262-AD21-1B4D-A1C2EF270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tretch>
            <a:fillRect/>
          </a:stretch>
        </p:blipFill>
        <p:spPr>
          <a:xfrm>
            <a:off x="10341918" y="4479792"/>
            <a:ext cx="136398" cy="136398"/>
          </a:xfrm>
          <a:prstGeom prst="rect">
            <a:avLst/>
          </a:prstGeom>
        </p:spPr>
      </p:pic>
      <p:pic>
        <p:nvPicPr>
          <p:cNvPr id="861" name="Graphic 860">
            <a:extLst>
              <a:ext uri="{FF2B5EF4-FFF2-40B4-BE49-F238E27FC236}">
                <a16:creationId xmlns:a16="http://schemas.microsoft.com/office/drawing/2014/main" id="{7CDC1988-32E9-1C92-31CB-E6B45B3D1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6"/>
              </a:ext>
            </a:extLst>
          </a:blip>
          <a:stretch>
            <a:fillRect/>
          </a:stretch>
        </p:blipFill>
        <p:spPr>
          <a:xfrm>
            <a:off x="10341918" y="4934340"/>
            <a:ext cx="136398" cy="136398"/>
          </a:xfrm>
          <a:prstGeom prst="rect">
            <a:avLst/>
          </a:prstGeom>
        </p:spPr>
      </p:pic>
      <p:pic>
        <p:nvPicPr>
          <p:cNvPr id="945" name="Graphic 944">
            <a:extLst>
              <a:ext uri="{FF2B5EF4-FFF2-40B4-BE49-F238E27FC236}">
                <a16:creationId xmlns:a16="http://schemas.microsoft.com/office/drawing/2014/main" id="{004F77A4-153E-3A9D-BEDD-09E78784F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tretch>
            <a:fillRect/>
          </a:stretch>
        </p:blipFill>
        <p:spPr>
          <a:xfrm>
            <a:off x="10341918" y="5388888"/>
            <a:ext cx="136398" cy="136398"/>
          </a:xfrm>
          <a:prstGeom prst="rect">
            <a:avLst/>
          </a:prstGeom>
        </p:spPr>
      </p:pic>
      <p:pic>
        <p:nvPicPr>
          <p:cNvPr id="1001" name="Graphic 1000">
            <a:extLst>
              <a:ext uri="{FF2B5EF4-FFF2-40B4-BE49-F238E27FC236}">
                <a16:creationId xmlns:a16="http://schemas.microsoft.com/office/drawing/2014/main" id="{B59079ED-6CEB-2225-F5D6-58E46DAA8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8"/>
              </a:ext>
            </a:extLst>
          </a:blip>
          <a:stretch>
            <a:fillRect/>
          </a:stretch>
        </p:blipFill>
        <p:spPr>
          <a:xfrm>
            <a:off x="10341918" y="5843437"/>
            <a:ext cx="136398" cy="136398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700236D2-B525-D398-E1E0-5183E6AC5857}"/>
              </a:ext>
            </a:extLst>
          </p:cNvPr>
          <p:cNvSpPr txBox="1"/>
          <p:nvPr/>
        </p:nvSpPr>
        <p:spPr>
          <a:xfrm>
            <a:off x="10195599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Curved Down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16FAE56-9002-0080-150F-26E0D084C851}"/>
              </a:ext>
            </a:extLst>
          </p:cNvPr>
          <p:cNvSpPr txBox="1"/>
          <p:nvPr/>
        </p:nvSpPr>
        <p:spPr>
          <a:xfrm>
            <a:off x="10195599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Two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A15BF9C2-B71F-156D-D25B-6B3B6ACE5036}"/>
              </a:ext>
            </a:extLst>
          </p:cNvPr>
          <p:cNvSpPr txBox="1"/>
          <p:nvPr/>
        </p:nvSpPr>
        <p:spPr>
          <a:xfrm>
            <a:off x="10195599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58CF6D9-61D7-7461-556C-20B73CBEA11A}"/>
              </a:ext>
            </a:extLst>
          </p:cNvPr>
          <p:cNvSpPr txBox="1"/>
          <p:nvPr/>
        </p:nvSpPr>
        <p:spPr>
          <a:xfrm>
            <a:off x="10195599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Call Effects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F6C7A36B-23DF-65AC-424A-E35D7CEEB4C3}"/>
              </a:ext>
            </a:extLst>
          </p:cNvPr>
          <p:cNvSpPr txBox="1"/>
          <p:nvPr/>
        </p:nvSpPr>
        <p:spPr>
          <a:xfrm>
            <a:off x="10195599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Plus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9F4EC42F-1576-D7AF-D9E9-812DACDEC43F}"/>
              </a:ext>
            </a:extLst>
          </p:cNvPr>
          <p:cNvSpPr txBox="1"/>
          <p:nvPr/>
        </p:nvSpPr>
        <p:spPr>
          <a:xfrm>
            <a:off x="10195599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Cog</a:t>
            </a: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E23CBF28-A67B-CB45-737B-9884A0FBDC00}"/>
              </a:ext>
            </a:extLst>
          </p:cNvPr>
          <p:cNvSpPr txBox="1"/>
          <p:nvPr/>
        </p:nvSpPr>
        <p:spPr>
          <a:xfrm>
            <a:off x="10195599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Add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295C5482-A8C3-5E48-836D-BA4C386B8A82}"/>
              </a:ext>
            </a:extLst>
          </p:cNvPr>
          <p:cNvSpPr txBox="1"/>
          <p:nvPr/>
        </p:nvSpPr>
        <p:spPr>
          <a:xfrm>
            <a:off x="10195599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Education</a:t>
            </a:r>
          </a:p>
        </p:txBody>
      </p:sp>
      <p:sp>
        <p:nvSpPr>
          <p:cNvPr id="1211" name="TextBox 1210">
            <a:extLst>
              <a:ext uri="{FF2B5EF4-FFF2-40B4-BE49-F238E27FC236}">
                <a16:creationId xmlns:a16="http://schemas.microsoft.com/office/drawing/2014/main" id="{2EF8EF2A-D700-B702-28C0-A53BC686B873}"/>
              </a:ext>
            </a:extLst>
          </p:cNvPr>
          <p:cNvSpPr txBox="1"/>
          <p:nvPr/>
        </p:nvSpPr>
        <p:spPr>
          <a:xfrm>
            <a:off x="10195599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Fingerprint</a:t>
            </a:r>
          </a:p>
        </p:txBody>
      </p:sp>
      <p:sp>
        <p:nvSpPr>
          <p:cNvPr id="1233" name="TextBox 1232">
            <a:extLst>
              <a:ext uri="{FF2B5EF4-FFF2-40B4-BE49-F238E27FC236}">
                <a16:creationId xmlns:a16="http://schemas.microsoft.com/office/drawing/2014/main" id="{51A99B54-2022-0A52-5733-D855773E4437}"/>
              </a:ext>
            </a:extLst>
          </p:cNvPr>
          <p:cNvSpPr txBox="1"/>
          <p:nvPr/>
        </p:nvSpPr>
        <p:spPr>
          <a:xfrm>
            <a:off x="10195599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Graph Column</a:t>
            </a:r>
          </a:p>
        </p:txBody>
      </p:sp>
      <p:sp>
        <p:nvSpPr>
          <p:cNvPr id="1255" name="TextBox 1254">
            <a:extLst>
              <a:ext uri="{FF2B5EF4-FFF2-40B4-BE49-F238E27FC236}">
                <a16:creationId xmlns:a16="http://schemas.microsoft.com/office/drawing/2014/main" id="{F2C8704C-85CB-0F48-B009-41C1E166C8A8}"/>
              </a:ext>
            </a:extLst>
          </p:cNvPr>
          <p:cNvSpPr txBox="1"/>
          <p:nvPr/>
        </p:nvSpPr>
        <p:spPr>
          <a:xfrm>
            <a:off x="10195599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Instagram</a:t>
            </a: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75E62C11-59DE-EC1F-B9A0-8D67A2C65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tretch>
            <a:fillRect/>
          </a:stretch>
        </p:blipFill>
        <p:spPr>
          <a:xfrm>
            <a:off x="10797656" y="1297955"/>
            <a:ext cx="136398" cy="136398"/>
          </a:xfrm>
          <a:prstGeom prst="rect">
            <a:avLst/>
          </a:prstGeom>
        </p:spPr>
      </p:pic>
      <p:pic>
        <p:nvPicPr>
          <p:cNvPr id="241" name="Graphic 240">
            <a:extLst>
              <a:ext uri="{FF2B5EF4-FFF2-40B4-BE49-F238E27FC236}">
                <a16:creationId xmlns:a16="http://schemas.microsoft.com/office/drawing/2014/main" id="{670CF05D-3DA7-53A6-F307-D86B8262F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0"/>
              </a:ext>
            </a:extLst>
          </a:blip>
          <a:stretch>
            <a:fillRect/>
          </a:stretch>
        </p:blipFill>
        <p:spPr>
          <a:xfrm>
            <a:off x="10797656" y="1752503"/>
            <a:ext cx="136398" cy="136398"/>
          </a:xfrm>
          <a:prstGeom prst="rect">
            <a:avLst/>
          </a:prstGeom>
        </p:spPr>
      </p:pic>
      <p:pic>
        <p:nvPicPr>
          <p:cNvPr id="333" name="Graphic 332">
            <a:extLst>
              <a:ext uri="{FF2B5EF4-FFF2-40B4-BE49-F238E27FC236}">
                <a16:creationId xmlns:a16="http://schemas.microsoft.com/office/drawing/2014/main" id="{D8489A29-A8CF-F6EC-069F-4E4A1666F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tretch>
            <a:fillRect/>
          </a:stretch>
        </p:blipFill>
        <p:spPr>
          <a:xfrm>
            <a:off x="10797656" y="2207052"/>
            <a:ext cx="136398" cy="136398"/>
          </a:xfrm>
          <a:prstGeom prst="rect">
            <a:avLst/>
          </a:prstGeom>
        </p:spPr>
      </p:pic>
      <p:pic>
        <p:nvPicPr>
          <p:cNvPr id="405" name="Graphic 404">
            <a:extLst>
              <a:ext uri="{FF2B5EF4-FFF2-40B4-BE49-F238E27FC236}">
                <a16:creationId xmlns:a16="http://schemas.microsoft.com/office/drawing/2014/main" id="{70FAD9F5-0EDB-5E19-D567-C46B7D7F1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2"/>
              </a:ext>
            </a:extLst>
          </a:blip>
          <a:stretch>
            <a:fillRect/>
          </a:stretch>
        </p:blipFill>
        <p:spPr>
          <a:xfrm>
            <a:off x="10797656" y="2661600"/>
            <a:ext cx="136398" cy="136398"/>
          </a:xfrm>
          <a:prstGeom prst="rect">
            <a:avLst/>
          </a:prstGeom>
        </p:spPr>
      </p:pic>
      <p:pic>
        <p:nvPicPr>
          <p:cNvPr id="513" name="Graphic 512">
            <a:extLst>
              <a:ext uri="{FF2B5EF4-FFF2-40B4-BE49-F238E27FC236}">
                <a16:creationId xmlns:a16="http://schemas.microsoft.com/office/drawing/2014/main" id="{BD5F5F62-7A84-03DF-8C36-A7FC134F3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tretch>
            <a:fillRect/>
          </a:stretch>
        </p:blipFill>
        <p:spPr>
          <a:xfrm>
            <a:off x="10797656" y="3116148"/>
            <a:ext cx="136398" cy="136398"/>
          </a:xfrm>
          <a:prstGeom prst="rect">
            <a:avLst/>
          </a:prstGeom>
        </p:spPr>
      </p:pic>
      <p:pic>
        <p:nvPicPr>
          <p:cNvPr id="589" name="Graphic 588">
            <a:extLst>
              <a:ext uri="{FF2B5EF4-FFF2-40B4-BE49-F238E27FC236}">
                <a16:creationId xmlns:a16="http://schemas.microsoft.com/office/drawing/2014/main" id="{305CC9EC-5609-0486-401C-D14C8E4FC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4"/>
              </a:ext>
            </a:extLst>
          </a:blip>
          <a:stretch>
            <a:fillRect/>
          </a:stretch>
        </p:blipFill>
        <p:spPr>
          <a:xfrm>
            <a:off x="10797656" y="3570696"/>
            <a:ext cx="136398" cy="136398"/>
          </a:xfrm>
          <a:prstGeom prst="rect">
            <a:avLst/>
          </a:prstGeom>
        </p:spPr>
      </p:pic>
      <p:pic>
        <p:nvPicPr>
          <p:cNvPr id="685" name="Graphic 684">
            <a:extLst>
              <a:ext uri="{FF2B5EF4-FFF2-40B4-BE49-F238E27FC236}">
                <a16:creationId xmlns:a16="http://schemas.microsoft.com/office/drawing/2014/main" id="{3A36193D-A196-AFC5-D2B8-EDD9190B3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tretch>
            <a:fillRect/>
          </a:stretch>
        </p:blipFill>
        <p:spPr>
          <a:xfrm>
            <a:off x="10797656" y="4025244"/>
            <a:ext cx="136398" cy="136398"/>
          </a:xfrm>
          <a:prstGeom prst="rect">
            <a:avLst/>
          </a:prstGeom>
        </p:spPr>
      </p:pic>
      <p:pic>
        <p:nvPicPr>
          <p:cNvPr id="769" name="Graphic 768">
            <a:extLst>
              <a:ext uri="{FF2B5EF4-FFF2-40B4-BE49-F238E27FC236}">
                <a16:creationId xmlns:a16="http://schemas.microsoft.com/office/drawing/2014/main" id="{FF3B086E-1642-20F3-8297-CA7D4AE6C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6"/>
              </a:ext>
            </a:extLst>
          </a:blip>
          <a:stretch>
            <a:fillRect/>
          </a:stretch>
        </p:blipFill>
        <p:spPr>
          <a:xfrm>
            <a:off x="10797656" y="4479792"/>
            <a:ext cx="136398" cy="136398"/>
          </a:xfrm>
          <a:prstGeom prst="rect">
            <a:avLst/>
          </a:prstGeom>
        </p:spPr>
      </p:pic>
      <p:pic>
        <p:nvPicPr>
          <p:cNvPr id="857" name="Graphic 856">
            <a:extLst>
              <a:ext uri="{FF2B5EF4-FFF2-40B4-BE49-F238E27FC236}">
                <a16:creationId xmlns:a16="http://schemas.microsoft.com/office/drawing/2014/main" id="{AFE6AFD7-F91B-2FB9-4C27-A0E8E3AA9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7"/>
              </a:ext>
            </a:extLst>
          </a:blip>
          <a:stretch>
            <a:fillRect/>
          </a:stretch>
        </p:blipFill>
        <p:spPr>
          <a:xfrm>
            <a:off x="10797656" y="4934340"/>
            <a:ext cx="136398" cy="136398"/>
          </a:xfrm>
          <a:prstGeom prst="rect">
            <a:avLst/>
          </a:prstGeom>
        </p:spPr>
      </p:pic>
      <p:pic>
        <p:nvPicPr>
          <p:cNvPr id="949" name="Graphic 948">
            <a:extLst>
              <a:ext uri="{FF2B5EF4-FFF2-40B4-BE49-F238E27FC236}">
                <a16:creationId xmlns:a16="http://schemas.microsoft.com/office/drawing/2014/main" id="{0CEEE645-21DF-DFF4-FC7D-AFC5A7214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8"/>
              </a:ext>
            </a:extLst>
          </a:blip>
          <a:stretch>
            <a:fillRect/>
          </a:stretch>
        </p:blipFill>
        <p:spPr>
          <a:xfrm>
            <a:off x="10797656" y="5388888"/>
            <a:ext cx="136398" cy="136398"/>
          </a:xfrm>
          <a:prstGeom prst="rect">
            <a:avLst/>
          </a:prstGeom>
        </p:spPr>
      </p:pic>
      <p:pic>
        <p:nvPicPr>
          <p:cNvPr id="999" name="Graphic 998">
            <a:extLst>
              <a:ext uri="{FF2B5EF4-FFF2-40B4-BE49-F238E27FC236}">
                <a16:creationId xmlns:a16="http://schemas.microsoft.com/office/drawing/2014/main" id="{D422ECCF-2F88-7EAF-962F-3024B31AAD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9"/>
              </a:ext>
            </a:extLst>
          </a:blip>
          <a:stretch>
            <a:fillRect/>
          </a:stretch>
        </p:blipFill>
        <p:spPr>
          <a:xfrm>
            <a:off x="10797656" y="5843437"/>
            <a:ext cx="136398" cy="136398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D102C58F-0EF1-51BF-2498-BB2FA2B3B3AC}"/>
              </a:ext>
            </a:extLst>
          </p:cNvPr>
          <p:cNvSpPr txBox="1"/>
          <p:nvPr/>
        </p:nvSpPr>
        <p:spPr>
          <a:xfrm>
            <a:off x="10651337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Curved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1E6F8891-54A2-4B2C-C7B9-0E033E5C54A3}"/>
              </a:ext>
            </a:extLst>
          </p:cNvPr>
          <p:cNvSpPr txBox="1"/>
          <p:nvPr/>
        </p:nvSpPr>
        <p:spPr>
          <a:xfrm>
            <a:off x="10651337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Change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3DD27309-3682-B4BD-3317-9AC38C3914C5}"/>
              </a:ext>
            </a:extLst>
          </p:cNvPr>
          <p:cNvSpPr txBox="1"/>
          <p:nvPr/>
        </p:nvSpPr>
        <p:spPr>
          <a:xfrm>
            <a:off x="10651337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Bug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832F3E66-0B18-B8FD-C799-BE3E4A90C5BC}"/>
              </a:ext>
            </a:extLst>
          </p:cNvPr>
          <p:cNvSpPr txBox="1"/>
          <p:nvPr/>
        </p:nvSpPr>
        <p:spPr>
          <a:xfrm>
            <a:off x="10651337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Call Translate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791E1E59-3E0E-4C47-3637-698603B67C61}"/>
              </a:ext>
            </a:extLst>
          </p:cNvPr>
          <p:cNvSpPr txBox="1"/>
          <p:nvPr/>
        </p:nvSpPr>
        <p:spPr>
          <a:xfrm>
            <a:off x="10651337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EBBC868F-B9A4-40C9-D94C-D3BF65207EBE}"/>
              </a:ext>
            </a:extLst>
          </p:cNvPr>
          <p:cNvSpPr txBox="1"/>
          <p:nvPr/>
        </p:nvSpPr>
        <p:spPr>
          <a:xfrm>
            <a:off x="10651337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Cog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13D9F07C-F273-253F-EE58-138AD1CB9DAF}"/>
              </a:ext>
            </a:extLst>
          </p:cNvPr>
          <p:cNvSpPr txBox="1"/>
          <p:nvPr/>
        </p:nvSpPr>
        <p:spPr>
          <a:xfrm>
            <a:off x="10651337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Download</a:t>
            </a:r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720A68DA-AE2A-B359-33BE-D22E416132CA}"/>
              </a:ext>
            </a:extLst>
          </p:cNvPr>
          <p:cNvSpPr txBox="1"/>
          <p:nvPr/>
        </p:nvSpPr>
        <p:spPr>
          <a:xfrm>
            <a:off x="10651337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Elevator</a:t>
            </a:r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AA51B218-649B-B288-8205-288C00677487}"/>
              </a:ext>
            </a:extLst>
          </p:cNvPr>
          <p:cNvSpPr txBox="1"/>
          <p:nvPr/>
        </p:nvSpPr>
        <p:spPr>
          <a:xfrm>
            <a:off x="10651337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Fingerprint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234" name="TextBox 1233">
            <a:extLst>
              <a:ext uri="{FF2B5EF4-FFF2-40B4-BE49-F238E27FC236}">
                <a16:creationId xmlns:a16="http://schemas.microsoft.com/office/drawing/2014/main" id="{3DB26395-3692-0D44-3351-B49953CF01FD}"/>
              </a:ext>
            </a:extLst>
          </p:cNvPr>
          <p:cNvSpPr txBox="1"/>
          <p:nvPr/>
        </p:nvSpPr>
        <p:spPr>
          <a:xfrm>
            <a:off x="10651337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Grid 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56" name="TextBox 1255">
            <a:extLst>
              <a:ext uri="{FF2B5EF4-FFF2-40B4-BE49-F238E27FC236}">
                <a16:creationId xmlns:a16="http://schemas.microsoft.com/office/drawing/2014/main" id="{A5DE195B-5FB8-6121-EE99-476F407CED08}"/>
              </a:ext>
            </a:extLst>
          </p:cNvPr>
          <p:cNvSpPr txBox="1"/>
          <p:nvPr/>
        </p:nvSpPr>
        <p:spPr>
          <a:xfrm>
            <a:off x="10651337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Instagram Filled</a:t>
            </a:r>
          </a:p>
        </p:txBody>
      </p:sp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Optus Icons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F9CF64A-2A2A-13D1-5679-F5855260D7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0"/>
              </a:ext>
            </a:extLst>
          </a:blip>
          <a:stretch>
            <a:fillRect/>
          </a:stretch>
        </p:blipFill>
        <p:spPr>
          <a:xfrm>
            <a:off x="10341918" y="2207052"/>
            <a:ext cx="136398" cy="1363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6981D0F-6426-A358-91A4-72BA6692F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8069417" y="2202126"/>
            <a:ext cx="136398" cy="1363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448FFC8-D9D0-7D8B-0B0F-B1D56F33ED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2"/>
              </a:ext>
            </a:extLst>
          </a:blip>
          <a:stretch>
            <a:fillRect/>
          </a:stretch>
        </p:blipFill>
        <p:spPr>
          <a:xfrm>
            <a:off x="6233961" y="2207052"/>
            <a:ext cx="136398" cy="13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9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47C9942-3413-6C42-C22E-9C75CAC15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00208" y="1297955"/>
            <a:ext cx="136398" cy="136398"/>
          </a:xfrm>
          <a:prstGeom prst="rect">
            <a:avLst/>
          </a:prstGeom>
        </p:spPr>
      </p:pic>
      <p:pic>
        <p:nvPicPr>
          <p:cNvPr id="193" name="Graphic 192">
            <a:extLst>
              <a:ext uri="{FF2B5EF4-FFF2-40B4-BE49-F238E27FC236}">
                <a16:creationId xmlns:a16="http://schemas.microsoft.com/office/drawing/2014/main" id="{BC68AD7C-0C81-2984-2081-6E79DB932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300208" y="1752503"/>
            <a:ext cx="136398" cy="136398"/>
          </a:xfrm>
          <a:prstGeom prst="rect">
            <a:avLst/>
          </a:prstGeom>
        </p:spPr>
      </p:pic>
      <p:pic>
        <p:nvPicPr>
          <p:cNvPr id="249" name="Graphic 248">
            <a:extLst>
              <a:ext uri="{FF2B5EF4-FFF2-40B4-BE49-F238E27FC236}">
                <a16:creationId xmlns:a16="http://schemas.microsoft.com/office/drawing/2014/main" id="{1441E97F-BD47-17BB-DC32-5BCA3FD30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00208" y="2207052"/>
            <a:ext cx="136398" cy="136398"/>
          </a:xfrm>
          <a:prstGeom prst="rect">
            <a:avLst/>
          </a:prstGeom>
        </p:spPr>
      </p:pic>
      <p:pic>
        <p:nvPicPr>
          <p:cNvPr id="337" name="Graphic 336">
            <a:extLst>
              <a:ext uri="{FF2B5EF4-FFF2-40B4-BE49-F238E27FC236}">
                <a16:creationId xmlns:a16="http://schemas.microsoft.com/office/drawing/2014/main" id="{D55F8CA3-9A81-3E4B-D8B6-A5A1D5EA1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300208" y="2661600"/>
            <a:ext cx="136398" cy="136398"/>
          </a:xfrm>
          <a:prstGeom prst="rect">
            <a:avLst/>
          </a:prstGeom>
        </p:spPr>
      </p:pic>
      <p:pic>
        <p:nvPicPr>
          <p:cNvPr id="425" name="Graphic 424">
            <a:extLst>
              <a:ext uri="{FF2B5EF4-FFF2-40B4-BE49-F238E27FC236}">
                <a16:creationId xmlns:a16="http://schemas.microsoft.com/office/drawing/2014/main" id="{07138759-8417-2DD3-6E58-D35B5B7CC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300208" y="3116148"/>
            <a:ext cx="136398" cy="136398"/>
          </a:xfrm>
          <a:prstGeom prst="rect">
            <a:avLst/>
          </a:prstGeom>
        </p:spPr>
      </p:pic>
      <p:pic>
        <p:nvPicPr>
          <p:cNvPr id="509" name="Graphic 508">
            <a:extLst>
              <a:ext uri="{FF2B5EF4-FFF2-40B4-BE49-F238E27FC236}">
                <a16:creationId xmlns:a16="http://schemas.microsoft.com/office/drawing/2014/main" id="{E05181E6-02FA-683D-263C-5591EE0C4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300208" y="3570696"/>
            <a:ext cx="136398" cy="136398"/>
          </a:xfrm>
          <a:prstGeom prst="rect">
            <a:avLst/>
          </a:prstGeom>
        </p:spPr>
      </p:pic>
      <p:pic>
        <p:nvPicPr>
          <p:cNvPr id="601" name="Graphic 600">
            <a:extLst>
              <a:ext uri="{FF2B5EF4-FFF2-40B4-BE49-F238E27FC236}">
                <a16:creationId xmlns:a16="http://schemas.microsoft.com/office/drawing/2014/main" id="{4BC5CD16-7887-DDA5-CEEA-C65674BC9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00208" y="4025244"/>
            <a:ext cx="136398" cy="136398"/>
          </a:xfrm>
          <a:prstGeom prst="rect">
            <a:avLst/>
          </a:prstGeom>
        </p:spPr>
      </p:pic>
      <p:pic>
        <p:nvPicPr>
          <p:cNvPr id="689" name="Graphic 688">
            <a:extLst>
              <a:ext uri="{FF2B5EF4-FFF2-40B4-BE49-F238E27FC236}">
                <a16:creationId xmlns:a16="http://schemas.microsoft.com/office/drawing/2014/main" id="{FC162BAC-5B7E-8C30-5AB2-6E08AC518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300208" y="4479792"/>
            <a:ext cx="136398" cy="136398"/>
          </a:xfrm>
          <a:prstGeom prst="rect">
            <a:avLst/>
          </a:prstGeom>
        </p:spPr>
      </p:pic>
      <p:pic>
        <p:nvPicPr>
          <p:cNvPr id="773" name="Graphic 772">
            <a:extLst>
              <a:ext uri="{FF2B5EF4-FFF2-40B4-BE49-F238E27FC236}">
                <a16:creationId xmlns:a16="http://schemas.microsoft.com/office/drawing/2014/main" id="{D7F779C1-F066-7B88-FFC3-8EEF493B2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00208" y="4934340"/>
            <a:ext cx="136398" cy="136398"/>
          </a:xfrm>
          <a:prstGeom prst="rect">
            <a:avLst/>
          </a:prstGeom>
        </p:spPr>
      </p:pic>
      <p:pic>
        <p:nvPicPr>
          <p:cNvPr id="865" name="Graphic 864">
            <a:extLst>
              <a:ext uri="{FF2B5EF4-FFF2-40B4-BE49-F238E27FC236}">
                <a16:creationId xmlns:a16="http://schemas.microsoft.com/office/drawing/2014/main" id="{727EAA62-B21A-5C68-9668-13DAFF3FC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300208" y="5388888"/>
            <a:ext cx="136398" cy="136398"/>
          </a:xfrm>
          <a:prstGeom prst="rect">
            <a:avLst/>
          </a:prstGeom>
        </p:spPr>
      </p:pic>
      <p:pic>
        <p:nvPicPr>
          <p:cNvPr id="953" name="Graphic 952">
            <a:extLst>
              <a:ext uri="{FF2B5EF4-FFF2-40B4-BE49-F238E27FC236}">
                <a16:creationId xmlns:a16="http://schemas.microsoft.com/office/drawing/2014/main" id="{B19F8B0E-4FE6-6458-3F33-BB99D3972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300208" y="5843437"/>
            <a:ext cx="136398" cy="136398"/>
          </a:xfrm>
          <a:prstGeom prst="rect">
            <a:avLst/>
          </a:prstGeom>
        </p:spPr>
      </p:pic>
      <p:sp>
        <p:nvSpPr>
          <p:cNvPr id="1015" name="TextBox 1014">
            <a:extLst>
              <a:ext uri="{FF2B5EF4-FFF2-40B4-BE49-F238E27FC236}">
                <a16:creationId xmlns:a16="http://schemas.microsoft.com/office/drawing/2014/main" id="{A01842D2-C065-1B16-73B7-2F398C273125}"/>
              </a:ext>
            </a:extLst>
          </p:cNvPr>
          <p:cNvSpPr txBox="1"/>
          <p:nvPr/>
        </p:nvSpPr>
        <p:spPr>
          <a:xfrm>
            <a:off x="1227120" y="1455739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Invoice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5E38968-E142-73F2-E197-655ABA916ACC}"/>
              </a:ext>
            </a:extLst>
          </p:cNvPr>
          <p:cNvSpPr txBox="1"/>
          <p:nvPr/>
        </p:nvSpPr>
        <p:spPr>
          <a:xfrm>
            <a:off x="1227120" y="192547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Microphone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0DB9B76A-C281-4260-1181-CD7F755BBCA1}"/>
              </a:ext>
            </a:extLst>
          </p:cNvPr>
          <p:cNvSpPr txBox="1"/>
          <p:nvPr/>
        </p:nvSpPr>
        <p:spPr>
          <a:xfrm>
            <a:off x="1227120" y="23900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Music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4A8E056D-0F7F-2168-0E39-F72BBBD525F8}"/>
              </a:ext>
            </a:extLst>
          </p:cNvPr>
          <p:cNvSpPr txBox="1"/>
          <p:nvPr/>
        </p:nvSpPr>
        <p:spPr>
          <a:xfrm>
            <a:off x="1227120" y="28449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Next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58EFCD37-96BD-2BC8-820A-2AB9D402D482}"/>
              </a:ext>
            </a:extLst>
          </p:cNvPr>
          <p:cNvSpPr txBox="1"/>
          <p:nvPr/>
        </p:nvSpPr>
        <p:spPr>
          <a:xfrm>
            <a:off x="1227120" y="33019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Video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1A939AA-C5B6-B0C7-8FBC-0ECED0C04B95}"/>
              </a:ext>
            </a:extLst>
          </p:cNvPr>
          <p:cNvSpPr txBox="1"/>
          <p:nvPr/>
        </p:nvSpPr>
        <p:spPr>
          <a:xfrm>
            <a:off x="1227120" y="37591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Plug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23BD8B03-4738-B688-FCF6-E3B07D6A572E}"/>
              </a:ext>
            </a:extLst>
          </p:cNvPr>
          <p:cNvSpPr txBox="1"/>
          <p:nvPr/>
        </p:nvSpPr>
        <p:spPr>
          <a:xfrm>
            <a:off x="1227120" y="4213740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Rugby Ball</a:t>
            </a:r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0BEFD738-FF2C-5289-9381-79F352010678}"/>
              </a:ext>
            </a:extLst>
          </p:cNvPr>
          <p:cNvSpPr txBox="1"/>
          <p:nvPr/>
        </p:nvSpPr>
        <p:spPr>
          <a:xfrm>
            <a:off x="1227120" y="46737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CCTV</a:t>
            </a: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32D76B4E-27FA-7198-61B4-D67153B22140}"/>
              </a:ext>
            </a:extLst>
          </p:cNvPr>
          <p:cNvSpPr txBox="1"/>
          <p:nvPr/>
        </p:nvSpPr>
        <p:spPr>
          <a:xfrm>
            <a:off x="1227120" y="51332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Circle Tick</a:t>
            </a:r>
          </a:p>
        </p:txBody>
      </p:sp>
      <p:sp>
        <p:nvSpPr>
          <p:cNvPr id="1213" name="TextBox 1212">
            <a:extLst>
              <a:ext uri="{FF2B5EF4-FFF2-40B4-BE49-F238E27FC236}">
                <a16:creationId xmlns:a16="http://schemas.microsoft.com/office/drawing/2014/main" id="{A97C7B76-F42F-913C-5CB3-765F36DBDB9A}"/>
              </a:ext>
            </a:extLst>
          </p:cNvPr>
          <p:cNvSpPr txBox="1"/>
          <p:nvPr/>
        </p:nvSpPr>
        <p:spPr>
          <a:xfrm>
            <a:off x="1227120" y="5580203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Timer</a:t>
            </a:r>
          </a:p>
        </p:txBody>
      </p:sp>
      <p:sp>
        <p:nvSpPr>
          <p:cNvPr id="1235" name="TextBox 1234">
            <a:extLst>
              <a:ext uri="{FF2B5EF4-FFF2-40B4-BE49-F238E27FC236}">
                <a16:creationId xmlns:a16="http://schemas.microsoft.com/office/drawing/2014/main" id="{8036CEFC-6577-C335-909A-4B977CA40379}"/>
              </a:ext>
            </a:extLst>
          </p:cNvPr>
          <p:cNvSpPr txBox="1"/>
          <p:nvPr/>
        </p:nvSpPr>
        <p:spPr>
          <a:xfrm>
            <a:off x="1227120" y="60453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Waterdrop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150B744-6E6A-A494-0E30-6EFFD40F8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716589" y="1297955"/>
            <a:ext cx="136398" cy="136398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2B6EE789-56A0-6946-7BBF-0C292419D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716589" y="1752503"/>
            <a:ext cx="136398" cy="136398"/>
          </a:xfrm>
          <a:prstGeom prst="rect">
            <a:avLst/>
          </a:prstGeom>
        </p:spPr>
      </p:pic>
      <p:pic>
        <p:nvPicPr>
          <p:cNvPr id="253" name="Graphic 252">
            <a:extLst>
              <a:ext uri="{FF2B5EF4-FFF2-40B4-BE49-F238E27FC236}">
                <a16:creationId xmlns:a16="http://schemas.microsoft.com/office/drawing/2014/main" id="{23080DA8-433E-6D2B-D0D7-F9D61CE07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716589" y="2207052"/>
            <a:ext cx="136398" cy="136398"/>
          </a:xfrm>
          <a:prstGeom prst="rect">
            <a:avLst/>
          </a:prstGeom>
        </p:spPr>
      </p:pic>
      <p:pic>
        <p:nvPicPr>
          <p:cNvPr id="341" name="Graphic 340">
            <a:extLst>
              <a:ext uri="{FF2B5EF4-FFF2-40B4-BE49-F238E27FC236}">
                <a16:creationId xmlns:a16="http://schemas.microsoft.com/office/drawing/2014/main" id="{DCE56786-4A9C-1359-CC37-D4BDA6F1E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716589" y="2661600"/>
            <a:ext cx="136398" cy="136398"/>
          </a:xfrm>
          <a:prstGeom prst="rect">
            <a:avLst/>
          </a:prstGeom>
        </p:spPr>
      </p:pic>
      <p:pic>
        <p:nvPicPr>
          <p:cNvPr id="433" name="Graphic 432">
            <a:extLst>
              <a:ext uri="{FF2B5EF4-FFF2-40B4-BE49-F238E27FC236}">
                <a16:creationId xmlns:a16="http://schemas.microsoft.com/office/drawing/2014/main" id="{9F1C41F9-5B38-DF76-881B-2614635EE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716589" y="3116148"/>
            <a:ext cx="136398" cy="136398"/>
          </a:xfrm>
          <a:prstGeom prst="rect">
            <a:avLst/>
          </a:prstGeom>
        </p:spPr>
      </p:pic>
      <p:pic>
        <p:nvPicPr>
          <p:cNvPr id="517" name="Graphic 516">
            <a:extLst>
              <a:ext uri="{FF2B5EF4-FFF2-40B4-BE49-F238E27FC236}">
                <a16:creationId xmlns:a16="http://schemas.microsoft.com/office/drawing/2014/main" id="{374B83A0-74F0-3C80-2EA6-3E97D35E7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716589" y="3570696"/>
            <a:ext cx="136398" cy="136398"/>
          </a:xfrm>
          <a:prstGeom prst="rect">
            <a:avLst/>
          </a:prstGeom>
        </p:spPr>
      </p:pic>
      <p:pic>
        <p:nvPicPr>
          <p:cNvPr id="605" name="Graphic 604">
            <a:extLst>
              <a:ext uri="{FF2B5EF4-FFF2-40B4-BE49-F238E27FC236}">
                <a16:creationId xmlns:a16="http://schemas.microsoft.com/office/drawing/2014/main" id="{EC132FD8-6F04-5B74-0A31-2334B14E1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1716589" y="4025244"/>
            <a:ext cx="136398" cy="136398"/>
          </a:xfrm>
          <a:prstGeom prst="rect">
            <a:avLst/>
          </a:prstGeom>
        </p:spPr>
      </p:pic>
      <p:pic>
        <p:nvPicPr>
          <p:cNvPr id="693" name="Graphic 692">
            <a:extLst>
              <a:ext uri="{FF2B5EF4-FFF2-40B4-BE49-F238E27FC236}">
                <a16:creationId xmlns:a16="http://schemas.microsoft.com/office/drawing/2014/main" id="{F18543FB-8549-CB83-0176-CAAEA9C9D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716589" y="4479792"/>
            <a:ext cx="136398" cy="136398"/>
          </a:xfrm>
          <a:prstGeom prst="rect">
            <a:avLst/>
          </a:prstGeom>
        </p:spPr>
      </p:pic>
      <p:pic>
        <p:nvPicPr>
          <p:cNvPr id="781" name="Graphic 780">
            <a:extLst>
              <a:ext uri="{FF2B5EF4-FFF2-40B4-BE49-F238E27FC236}">
                <a16:creationId xmlns:a16="http://schemas.microsoft.com/office/drawing/2014/main" id="{F7C91704-9CE3-7389-9428-47EF8663A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1716589" y="4934340"/>
            <a:ext cx="136398" cy="136398"/>
          </a:xfrm>
          <a:prstGeom prst="rect">
            <a:avLst/>
          </a:prstGeom>
        </p:spPr>
      </p:pic>
      <p:pic>
        <p:nvPicPr>
          <p:cNvPr id="869" name="Graphic 868">
            <a:extLst>
              <a:ext uri="{FF2B5EF4-FFF2-40B4-BE49-F238E27FC236}">
                <a16:creationId xmlns:a16="http://schemas.microsoft.com/office/drawing/2014/main" id="{55C40AB1-D794-0E53-D5C7-46262E892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1716589" y="5388888"/>
            <a:ext cx="136398" cy="136398"/>
          </a:xfrm>
          <a:prstGeom prst="rect">
            <a:avLst/>
          </a:prstGeom>
        </p:spPr>
      </p:pic>
      <p:pic>
        <p:nvPicPr>
          <p:cNvPr id="957" name="Graphic 956">
            <a:extLst>
              <a:ext uri="{FF2B5EF4-FFF2-40B4-BE49-F238E27FC236}">
                <a16:creationId xmlns:a16="http://schemas.microsoft.com/office/drawing/2014/main" id="{7CA4B71C-052B-806C-A7CA-91DF7891E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716589" y="5843437"/>
            <a:ext cx="136398" cy="136398"/>
          </a:xfrm>
          <a:prstGeom prst="rect">
            <a:avLst/>
          </a:prstGeom>
        </p:spPr>
      </p:pic>
      <p:sp>
        <p:nvSpPr>
          <p:cNvPr id="1016" name="TextBox 1015">
            <a:extLst>
              <a:ext uri="{FF2B5EF4-FFF2-40B4-BE49-F238E27FC236}">
                <a16:creationId xmlns:a16="http://schemas.microsoft.com/office/drawing/2014/main" id="{E4CD7982-4CA0-9705-3C7B-5C82AE22651E}"/>
              </a:ext>
            </a:extLst>
          </p:cNvPr>
          <p:cNvSpPr txBox="1"/>
          <p:nvPr/>
        </p:nvSpPr>
        <p:spPr>
          <a:xfrm>
            <a:off x="15702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Key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07F28A0F-E594-2543-8A3B-C3C72DA94163}"/>
              </a:ext>
            </a:extLst>
          </p:cNvPr>
          <p:cNvSpPr txBox="1"/>
          <p:nvPr/>
        </p:nvSpPr>
        <p:spPr>
          <a:xfrm>
            <a:off x="15702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027F0D46-0A04-3CD1-2683-03D0EF4C255A}"/>
              </a:ext>
            </a:extLst>
          </p:cNvPr>
          <p:cNvSpPr txBox="1"/>
          <p:nvPr/>
        </p:nvSpPr>
        <p:spPr>
          <a:xfrm>
            <a:off x="15702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Necktie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B082B66-83C7-C5AE-3422-EBB2762747DB}"/>
              </a:ext>
            </a:extLst>
          </p:cNvPr>
          <p:cNvSpPr txBox="1"/>
          <p:nvPr/>
        </p:nvSpPr>
        <p:spPr>
          <a:xfrm>
            <a:off x="15702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Previous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6D04B66A-5229-CC7C-4B1B-8AFD7BE25EA6}"/>
              </a:ext>
            </a:extLst>
          </p:cNvPr>
          <p:cNvSpPr txBox="1"/>
          <p:nvPr/>
        </p:nvSpPr>
        <p:spPr>
          <a:xfrm>
            <a:off x="15702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VR</a:t>
            </a:r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0674BBB5-B50D-848D-32D8-45421B070840}"/>
              </a:ext>
            </a:extLst>
          </p:cNvPr>
          <p:cNvSpPr txBox="1"/>
          <p:nvPr/>
        </p:nvSpPr>
        <p:spPr>
          <a:xfrm>
            <a:off x="15702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34520016-FAFF-8B32-A816-783D15D60258}"/>
              </a:ext>
            </a:extLst>
          </p:cNvPr>
          <p:cNvSpPr txBox="1"/>
          <p:nvPr/>
        </p:nvSpPr>
        <p:spPr>
          <a:xfrm>
            <a:off x="15702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Globe</a:t>
            </a: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EB5014BF-5345-49DA-E909-2E8A2888AB01}"/>
              </a:ext>
            </a:extLst>
          </p:cNvPr>
          <p:cNvSpPr txBox="1"/>
          <p:nvPr/>
        </p:nvSpPr>
        <p:spPr>
          <a:xfrm>
            <a:off x="15702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Lock</a:t>
            </a:r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9F75B9CA-9FD1-58D6-9318-7537B07403F9}"/>
              </a:ext>
            </a:extLst>
          </p:cNvPr>
          <p:cNvSpPr txBox="1"/>
          <p:nvPr/>
        </p:nvSpPr>
        <p:spPr>
          <a:xfrm>
            <a:off x="15702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</a:t>
            </a:r>
          </a:p>
        </p:txBody>
      </p:sp>
      <p:sp>
        <p:nvSpPr>
          <p:cNvPr id="1214" name="TextBox 1213">
            <a:extLst>
              <a:ext uri="{FF2B5EF4-FFF2-40B4-BE49-F238E27FC236}">
                <a16:creationId xmlns:a16="http://schemas.microsoft.com/office/drawing/2014/main" id="{A721617A-C317-46C6-51C0-F8AE7451B73E}"/>
              </a:ext>
            </a:extLst>
          </p:cNvPr>
          <p:cNvSpPr txBox="1"/>
          <p:nvPr/>
        </p:nvSpPr>
        <p:spPr>
          <a:xfrm>
            <a:off x="15702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Toilet</a:t>
            </a:r>
          </a:p>
        </p:txBody>
      </p:sp>
      <p:sp>
        <p:nvSpPr>
          <p:cNvPr id="1236" name="TextBox 1235">
            <a:extLst>
              <a:ext uri="{FF2B5EF4-FFF2-40B4-BE49-F238E27FC236}">
                <a16:creationId xmlns:a16="http://schemas.microsoft.com/office/drawing/2014/main" id="{D5E5A8EE-7423-E849-9E66-4F5F88401851}"/>
              </a:ext>
            </a:extLst>
          </p:cNvPr>
          <p:cNvSpPr txBox="1"/>
          <p:nvPr/>
        </p:nvSpPr>
        <p:spPr>
          <a:xfrm>
            <a:off x="15702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 Tap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69D3A50-8E45-AAC2-3917-D009ED0FB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2138472" y="1297955"/>
            <a:ext cx="136398" cy="136398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6FE4A765-5637-98E8-DC51-24B49243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2138472" y="1752503"/>
            <a:ext cx="136398" cy="136398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33C6A893-C77B-E5EE-CE58-523717BE9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2138472" y="2207052"/>
            <a:ext cx="136398" cy="136398"/>
          </a:xfrm>
          <a:prstGeom prst="rect">
            <a:avLst/>
          </a:prstGeom>
        </p:spPr>
      </p:pic>
      <p:pic>
        <p:nvPicPr>
          <p:cNvPr id="409" name="Graphic 408">
            <a:extLst>
              <a:ext uri="{FF2B5EF4-FFF2-40B4-BE49-F238E27FC236}">
                <a16:creationId xmlns:a16="http://schemas.microsoft.com/office/drawing/2014/main" id="{5EF894A4-3C21-8ACD-ACFE-90104B6F2A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2138472" y="2661600"/>
            <a:ext cx="136398" cy="136398"/>
          </a:xfrm>
          <a:prstGeom prst="rect">
            <a:avLst/>
          </a:prstGeom>
        </p:spPr>
      </p:pic>
      <p:pic>
        <p:nvPicPr>
          <p:cNvPr id="429" name="Graphic 428">
            <a:extLst>
              <a:ext uri="{FF2B5EF4-FFF2-40B4-BE49-F238E27FC236}">
                <a16:creationId xmlns:a16="http://schemas.microsoft.com/office/drawing/2014/main" id="{812B4437-2420-4BED-824F-BD32B5913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2138472" y="3116148"/>
            <a:ext cx="136398" cy="136398"/>
          </a:xfrm>
          <a:prstGeom prst="rect">
            <a:avLst/>
          </a:prstGeom>
        </p:spPr>
      </p:pic>
      <p:pic>
        <p:nvPicPr>
          <p:cNvPr id="593" name="Graphic 592">
            <a:extLst>
              <a:ext uri="{FF2B5EF4-FFF2-40B4-BE49-F238E27FC236}">
                <a16:creationId xmlns:a16="http://schemas.microsoft.com/office/drawing/2014/main" id="{050DDBE0-2749-3ACE-4635-A838D2EA4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2138472" y="3570696"/>
            <a:ext cx="136398" cy="136398"/>
          </a:xfrm>
          <a:prstGeom prst="rect">
            <a:avLst/>
          </a:prstGeom>
        </p:spPr>
      </p:pic>
      <p:pic>
        <p:nvPicPr>
          <p:cNvPr id="609" name="Graphic 608">
            <a:extLst>
              <a:ext uri="{FF2B5EF4-FFF2-40B4-BE49-F238E27FC236}">
                <a16:creationId xmlns:a16="http://schemas.microsoft.com/office/drawing/2014/main" id="{2A5378BB-309B-626F-4BA4-29AA574AB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2138472" y="4025244"/>
            <a:ext cx="136398" cy="136398"/>
          </a:xfrm>
          <a:prstGeom prst="rect">
            <a:avLst/>
          </a:prstGeom>
        </p:spPr>
      </p:pic>
      <p:pic>
        <p:nvPicPr>
          <p:cNvPr id="777" name="Graphic 776">
            <a:extLst>
              <a:ext uri="{FF2B5EF4-FFF2-40B4-BE49-F238E27FC236}">
                <a16:creationId xmlns:a16="http://schemas.microsoft.com/office/drawing/2014/main" id="{41E9D66F-D047-2F6F-9D0C-258C64D1A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2138472" y="4479792"/>
            <a:ext cx="136398" cy="136398"/>
          </a:xfrm>
          <a:prstGeom prst="rect">
            <a:avLst/>
          </a:prstGeom>
        </p:spPr>
      </p:pic>
      <p:pic>
        <p:nvPicPr>
          <p:cNvPr id="785" name="Graphic 784">
            <a:extLst>
              <a:ext uri="{FF2B5EF4-FFF2-40B4-BE49-F238E27FC236}">
                <a16:creationId xmlns:a16="http://schemas.microsoft.com/office/drawing/2014/main" id="{9C6A8B39-0CB0-9B3D-6AC6-6123158D5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2138472" y="4934340"/>
            <a:ext cx="136398" cy="136398"/>
          </a:xfrm>
          <a:prstGeom prst="rect">
            <a:avLst/>
          </a:prstGeom>
        </p:spPr>
      </p:pic>
      <p:pic>
        <p:nvPicPr>
          <p:cNvPr id="873" name="Graphic 872">
            <a:extLst>
              <a:ext uri="{FF2B5EF4-FFF2-40B4-BE49-F238E27FC236}">
                <a16:creationId xmlns:a16="http://schemas.microsoft.com/office/drawing/2014/main" id="{E65BB797-012C-7DAB-6F31-9F276DD21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2138472" y="5388888"/>
            <a:ext cx="136398" cy="136398"/>
          </a:xfrm>
          <a:prstGeom prst="rect">
            <a:avLst/>
          </a:prstGeom>
        </p:spPr>
      </p:pic>
      <p:pic>
        <p:nvPicPr>
          <p:cNvPr id="967" name="Graphic 966">
            <a:extLst>
              <a:ext uri="{FF2B5EF4-FFF2-40B4-BE49-F238E27FC236}">
                <a16:creationId xmlns:a16="http://schemas.microsoft.com/office/drawing/2014/main" id="{E9C619C3-9DC7-5CE6-24DF-75FA6689D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2138472" y="5843437"/>
            <a:ext cx="136398" cy="136398"/>
          </a:xfrm>
          <a:prstGeom prst="rect">
            <a:avLst/>
          </a:prstGeom>
        </p:spPr>
      </p:pic>
      <p:sp>
        <p:nvSpPr>
          <p:cNvPr id="1017" name="TextBox 1016">
            <a:extLst>
              <a:ext uri="{FF2B5EF4-FFF2-40B4-BE49-F238E27FC236}">
                <a16:creationId xmlns:a16="http://schemas.microsoft.com/office/drawing/2014/main" id="{6DD64FBA-F41F-C906-405F-499779169C79}"/>
              </a:ext>
            </a:extLst>
          </p:cNvPr>
          <p:cNvSpPr txBox="1"/>
          <p:nvPr/>
        </p:nvSpPr>
        <p:spPr>
          <a:xfrm>
            <a:off x="199215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814377A3-9FA8-339C-B974-2303896A86DD}"/>
              </a:ext>
            </a:extLst>
          </p:cNvPr>
          <p:cNvSpPr txBox="1"/>
          <p:nvPr/>
        </p:nvSpPr>
        <p:spPr>
          <a:xfrm>
            <a:off x="199215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 Filled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5DC528C-8958-BE03-5F9A-E806BAFB27F8}"/>
              </a:ext>
            </a:extLst>
          </p:cNvPr>
          <p:cNvSpPr txBox="1"/>
          <p:nvPr/>
        </p:nvSpPr>
        <p:spPr>
          <a:xfrm>
            <a:off x="199215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C85C71D6-607E-350E-98DE-1D38FC5B021B}"/>
              </a:ext>
            </a:extLst>
          </p:cNvPr>
          <p:cNvSpPr txBox="1"/>
          <p:nvPr/>
        </p:nvSpPr>
        <p:spPr>
          <a:xfrm>
            <a:off x="199215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FD586991-A74D-DB20-FA3A-00945D0C9577}"/>
              </a:ext>
            </a:extLst>
          </p:cNvPr>
          <p:cNvSpPr txBox="1"/>
          <p:nvPr/>
        </p:nvSpPr>
        <p:spPr>
          <a:xfrm>
            <a:off x="199215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Walking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05717A69-0B7E-8C4B-5F5A-00DBBF5880E1}"/>
              </a:ext>
            </a:extLst>
          </p:cNvPr>
          <p:cNvSpPr txBox="1"/>
          <p:nvPr/>
        </p:nvSpPr>
        <p:spPr>
          <a:xfrm>
            <a:off x="199215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Filled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A9D2C422-EC53-C028-9842-5C6F9B2EC4E0}"/>
              </a:ext>
            </a:extLst>
          </p:cNvPr>
          <p:cNvSpPr txBox="1"/>
          <p:nvPr/>
        </p:nvSpPr>
        <p:spPr>
          <a:xfrm>
            <a:off x="199215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Ground</a:t>
            </a:r>
          </a:p>
        </p:txBody>
      </p:sp>
      <p:sp>
        <p:nvSpPr>
          <p:cNvPr id="1171" name="TextBox 1170">
            <a:extLst>
              <a:ext uri="{FF2B5EF4-FFF2-40B4-BE49-F238E27FC236}">
                <a16:creationId xmlns:a16="http://schemas.microsoft.com/office/drawing/2014/main" id="{272A357D-15E3-9C28-1266-D774A0780D3C}"/>
              </a:ext>
            </a:extLst>
          </p:cNvPr>
          <p:cNvSpPr txBox="1"/>
          <p:nvPr/>
        </p:nvSpPr>
        <p:spPr>
          <a:xfrm>
            <a:off x="199215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Speaker</a:t>
            </a:r>
          </a:p>
        </p:txBody>
      </p:sp>
      <p:sp>
        <p:nvSpPr>
          <p:cNvPr id="1193" name="TextBox 1192">
            <a:extLst>
              <a:ext uri="{FF2B5EF4-FFF2-40B4-BE49-F238E27FC236}">
                <a16:creationId xmlns:a16="http://schemas.microsoft.com/office/drawing/2014/main" id="{486530D2-1B6C-9242-E495-C2A2B45E02C8}"/>
              </a:ext>
            </a:extLst>
          </p:cNvPr>
          <p:cNvSpPr txBox="1"/>
          <p:nvPr/>
        </p:nvSpPr>
        <p:spPr>
          <a:xfrm>
            <a:off x="199215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 Half</a:t>
            </a:r>
          </a:p>
        </p:txBody>
      </p:sp>
      <p:sp>
        <p:nvSpPr>
          <p:cNvPr id="1215" name="TextBox 1214">
            <a:extLst>
              <a:ext uri="{FF2B5EF4-FFF2-40B4-BE49-F238E27FC236}">
                <a16:creationId xmlns:a16="http://schemas.microsoft.com/office/drawing/2014/main" id="{BBC4DB95-528F-7A5E-1A52-93281002B386}"/>
              </a:ext>
            </a:extLst>
          </p:cNvPr>
          <p:cNvSpPr txBox="1"/>
          <p:nvPr/>
        </p:nvSpPr>
        <p:spPr>
          <a:xfrm>
            <a:off x="199215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ACC3C78A-0054-E4E2-D753-1B58941E0C38}"/>
              </a:ext>
            </a:extLst>
          </p:cNvPr>
          <p:cNvSpPr txBox="1"/>
          <p:nvPr/>
        </p:nvSpPr>
        <p:spPr>
          <a:xfrm>
            <a:off x="199215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Waves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912C78-823D-E46E-A9F1-38D58E0472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2594219" y="1297955"/>
            <a:ext cx="136398" cy="136398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9F685560-66ED-C696-5120-01D1FB4B1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2594219" y="1752503"/>
            <a:ext cx="136398" cy="136398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646ECA53-A5F3-CF48-9BCD-1C3557F55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2594219" y="2207052"/>
            <a:ext cx="136398" cy="136398"/>
          </a:xfrm>
          <a:prstGeom prst="rect">
            <a:avLst/>
          </a:prstGeom>
        </p:spPr>
      </p:pic>
      <p:pic>
        <p:nvPicPr>
          <p:cNvPr id="413" name="Graphic 412">
            <a:extLst>
              <a:ext uri="{FF2B5EF4-FFF2-40B4-BE49-F238E27FC236}">
                <a16:creationId xmlns:a16="http://schemas.microsoft.com/office/drawing/2014/main" id="{25EA5996-7087-F8A8-F65D-4DD703985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2594219" y="2661600"/>
            <a:ext cx="136398" cy="136398"/>
          </a:xfrm>
          <a:prstGeom prst="rect">
            <a:avLst/>
          </a:prstGeom>
        </p:spPr>
      </p:pic>
      <p:pic>
        <p:nvPicPr>
          <p:cNvPr id="445" name="Graphic 444">
            <a:extLst>
              <a:ext uri="{FF2B5EF4-FFF2-40B4-BE49-F238E27FC236}">
                <a16:creationId xmlns:a16="http://schemas.microsoft.com/office/drawing/2014/main" id="{07940906-4BEC-3CED-D03F-A6E35D36E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2594219" y="3116148"/>
            <a:ext cx="136398" cy="136398"/>
          </a:xfrm>
          <a:prstGeom prst="rect">
            <a:avLst/>
          </a:prstGeom>
        </p:spPr>
      </p:pic>
      <p:pic>
        <p:nvPicPr>
          <p:cNvPr id="521" name="Graphic 520">
            <a:extLst>
              <a:ext uri="{FF2B5EF4-FFF2-40B4-BE49-F238E27FC236}">
                <a16:creationId xmlns:a16="http://schemas.microsoft.com/office/drawing/2014/main" id="{5EA70D66-7EC0-E1ED-09B8-26D32642F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2594219" y="3570696"/>
            <a:ext cx="136398" cy="136398"/>
          </a:xfrm>
          <a:prstGeom prst="rect">
            <a:avLst/>
          </a:prstGeom>
        </p:spPr>
      </p:pic>
      <p:pic>
        <p:nvPicPr>
          <p:cNvPr id="613" name="Graphic 612">
            <a:extLst>
              <a:ext uri="{FF2B5EF4-FFF2-40B4-BE49-F238E27FC236}">
                <a16:creationId xmlns:a16="http://schemas.microsoft.com/office/drawing/2014/main" id="{35DE04B1-C2ED-D603-C78A-71E4612A1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2594219" y="4025244"/>
            <a:ext cx="136398" cy="136398"/>
          </a:xfrm>
          <a:prstGeom prst="rect">
            <a:avLst/>
          </a:prstGeom>
        </p:spPr>
      </p:pic>
      <p:pic>
        <p:nvPicPr>
          <p:cNvPr id="701" name="Graphic 700">
            <a:extLst>
              <a:ext uri="{FF2B5EF4-FFF2-40B4-BE49-F238E27FC236}">
                <a16:creationId xmlns:a16="http://schemas.microsoft.com/office/drawing/2014/main" id="{F9DD46A8-0A75-FFB7-F311-61CE47157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2594219" y="4479792"/>
            <a:ext cx="136398" cy="136398"/>
          </a:xfrm>
          <a:prstGeom prst="rect">
            <a:avLst/>
          </a:prstGeom>
        </p:spPr>
      </p:pic>
      <p:pic>
        <p:nvPicPr>
          <p:cNvPr id="789" name="Graphic 788">
            <a:extLst>
              <a:ext uri="{FF2B5EF4-FFF2-40B4-BE49-F238E27FC236}">
                <a16:creationId xmlns:a16="http://schemas.microsoft.com/office/drawing/2014/main" id="{63D182F6-9FD9-6ADE-1385-A5EC2DCF9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2594219" y="4934340"/>
            <a:ext cx="136398" cy="136398"/>
          </a:xfrm>
          <a:prstGeom prst="rect">
            <a:avLst/>
          </a:prstGeom>
        </p:spPr>
      </p:pic>
      <p:pic>
        <p:nvPicPr>
          <p:cNvPr id="877" name="Graphic 876">
            <a:extLst>
              <a:ext uri="{FF2B5EF4-FFF2-40B4-BE49-F238E27FC236}">
                <a16:creationId xmlns:a16="http://schemas.microsoft.com/office/drawing/2014/main" id="{B5DC39C9-7BB0-53BB-E5DC-BC4B228C5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2594219" y="5388888"/>
            <a:ext cx="136398" cy="136398"/>
          </a:xfrm>
          <a:prstGeom prst="rect">
            <a:avLst/>
          </a:prstGeom>
        </p:spPr>
      </p:pic>
      <p:pic>
        <p:nvPicPr>
          <p:cNvPr id="965" name="Graphic 964">
            <a:extLst>
              <a:ext uri="{FF2B5EF4-FFF2-40B4-BE49-F238E27FC236}">
                <a16:creationId xmlns:a16="http://schemas.microsoft.com/office/drawing/2014/main" id="{2FB6038C-0578-AC62-2040-D59B4674C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2594219" y="5843437"/>
            <a:ext cx="136398" cy="136398"/>
          </a:xfrm>
          <a:prstGeom prst="rect">
            <a:avLst/>
          </a:prstGeom>
        </p:spPr>
      </p:pic>
      <p:sp>
        <p:nvSpPr>
          <p:cNvPr id="1018" name="TextBox 1017">
            <a:extLst>
              <a:ext uri="{FF2B5EF4-FFF2-40B4-BE49-F238E27FC236}">
                <a16:creationId xmlns:a16="http://schemas.microsoft.com/office/drawing/2014/main" id="{7C1E91AE-CDE1-21A6-8FF7-19269A2F0BF7}"/>
              </a:ext>
            </a:extLst>
          </p:cNvPr>
          <p:cNvSpPr txBox="1"/>
          <p:nvPr/>
        </p:nvSpPr>
        <p:spPr>
          <a:xfrm>
            <a:off x="244790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 Video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901B13ED-2FBD-9EC2-420B-777AC161A3D4}"/>
              </a:ext>
            </a:extLst>
          </p:cNvPr>
          <p:cNvSpPr txBox="1"/>
          <p:nvPr/>
        </p:nvSpPr>
        <p:spPr>
          <a:xfrm>
            <a:off x="244790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Award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1909C2F3-3BEF-D883-7C8E-3A9F6CF87DDF}"/>
              </a:ext>
            </a:extLst>
          </p:cNvPr>
          <p:cNvSpPr txBox="1"/>
          <p:nvPr/>
        </p:nvSpPr>
        <p:spPr>
          <a:xfrm>
            <a:off x="244790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Campus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AD3F6F04-4139-0272-F688-3E7526016795}"/>
              </a:ext>
            </a:extLst>
          </p:cNvPr>
          <p:cNvSpPr txBox="1"/>
          <p:nvPr/>
        </p:nvSpPr>
        <p:spPr>
          <a:xfrm>
            <a:off x="244790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 Search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164658A2-BB1B-66F5-CA6D-437DD5B1D2D6}"/>
              </a:ext>
            </a:extLst>
          </p:cNvPr>
          <p:cNvSpPr txBox="1"/>
          <p:nvPr/>
        </p:nvSpPr>
        <p:spPr>
          <a:xfrm>
            <a:off x="244790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Wheelchair</a:t>
            </a: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C354F728-63BB-08DA-E48B-E11198F1F4CD}"/>
              </a:ext>
            </a:extLst>
          </p:cNvPr>
          <p:cNvSpPr txBox="1"/>
          <p:nvPr/>
        </p:nvSpPr>
        <p:spPr>
          <a:xfrm>
            <a:off x="244790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Health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9DDFC72F-46EE-5EC6-04B9-0795175E38F3}"/>
              </a:ext>
            </a:extLst>
          </p:cNvPr>
          <p:cNvSpPr txBox="1"/>
          <p:nvPr/>
        </p:nvSpPr>
        <p:spPr>
          <a:xfrm>
            <a:off x="244790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Space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92AE5795-C755-0097-BF88-A49AA37DB1AE}"/>
              </a:ext>
            </a:extLst>
          </p:cNvPr>
          <p:cNvSpPr txBox="1"/>
          <p:nvPr/>
        </p:nvSpPr>
        <p:spPr>
          <a:xfrm>
            <a:off x="244790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Watch</a:t>
            </a:r>
          </a:p>
        </p:txBody>
      </p:sp>
      <p:sp>
        <p:nvSpPr>
          <p:cNvPr id="1194" name="TextBox 1193">
            <a:extLst>
              <a:ext uri="{FF2B5EF4-FFF2-40B4-BE49-F238E27FC236}">
                <a16:creationId xmlns:a16="http://schemas.microsoft.com/office/drawing/2014/main" id="{D1E0CA5A-FDE1-74F0-70CF-F3AEEC3D275A}"/>
              </a:ext>
            </a:extLst>
          </p:cNvPr>
          <p:cNvSpPr txBox="1"/>
          <p:nvPr/>
        </p:nvSpPr>
        <p:spPr>
          <a:xfrm>
            <a:off x="244790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Stopwatch</a:t>
            </a:r>
          </a:p>
        </p:txBody>
      </p:sp>
      <p:sp>
        <p:nvSpPr>
          <p:cNvPr id="1216" name="TextBox 1215">
            <a:extLst>
              <a:ext uri="{FF2B5EF4-FFF2-40B4-BE49-F238E27FC236}">
                <a16:creationId xmlns:a16="http://schemas.microsoft.com/office/drawing/2014/main" id="{783718C0-1EBE-3475-158F-E01CBAF7307B}"/>
              </a:ext>
            </a:extLst>
          </p:cNvPr>
          <p:cNvSpPr txBox="1"/>
          <p:nvPr/>
        </p:nvSpPr>
        <p:spPr>
          <a:xfrm>
            <a:off x="244790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238" name="TextBox 1237">
            <a:extLst>
              <a:ext uri="{FF2B5EF4-FFF2-40B4-BE49-F238E27FC236}">
                <a16:creationId xmlns:a16="http://schemas.microsoft.com/office/drawing/2014/main" id="{8D663DBA-CD33-306E-604F-F9ACBE8DD59F}"/>
              </a:ext>
            </a:extLst>
          </p:cNvPr>
          <p:cNvSpPr txBox="1"/>
          <p:nvPr/>
        </p:nvSpPr>
        <p:spPr>
          <a:xfrm>
            <a:off x="244790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B2C1002-A11C-320A-A33E-5080F7BB7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3049966" y="1297955"/>
            <a:ext cx="136398" cy="136398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A052DFF1-2038-FC30-938C-91D0CA803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3049966" y="1752503"/>
            <a:ext cx="136398" cy="136398"/>
          </a:xfrm>
          <a:prstGeom prst="rect">
            <a:avLst/>
          </a:prstGeom>
        </p:spPr>
      </p:pic>
      <p:pic>
        <p:nvPicPr>
          <p:cNvPr id="265" name="Graphic 264">
            <a:extLst>
              <a:ext uri="{FF2B5EF4-FFF2-40B4-BE49-F238E27FC236}">
                <a16:creationId xmlns:a16="http://schemas.microsoft.com/office/drawing/2014/main" id="{8B4FE984-8FE8-BD80-591D-BED2BAD78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3049966" y="2207052"/>
            <a:ext cx="136398" cy="136398"/>
          </a:xfrm>
          <a:prstGeom prst="rect">
            <a:avLst/>
          </a:prstGeom>
        </p:spPr>
      </p:pic>
      <p:pic>
        <p:nvPicPr>
          <p:cNvPr id="417" name="Graphic 416">
            <a:extLst>
              <a:ext uri="{FF2B5EF4-FFF2-40B4-BE49-F238E27FC236}">
                <a16:creationId xmlns:a16="http://schemas.microsoft.com/office/drawing/2014/main" id="{252F2E6F-5859-F794-893D-2768DA7C4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3049966" y="2661600"/>
            <a:ext cx="136398" cy="136398"/>
          </a:xfrm>
          <a:prstGeom prst="rect">
            <a:avLst/>
          </a:prstGeom>
        </p:spPr>
      </p:pic>
      <p:pic>
        <p:nvPicPr>
          <p:cNvPr id="437" name="Graphic 436">
            <a:extLst>
              <a:ext uri="{FF2B5EF4-FFF2-40B4-BE49-F238E27FC236}">
                <a16:creationId xmlns:a16="http://schemas.microsoft.com/office/drawing/2014/main" id="{6711CB33-BBCF-7A88-7955-03409514C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3049966" y="3116148"/>
            <a:ext cx="136398" cy="136398"/>
          </a:xfrm>
          <a:prstGeom prst="rect">
            <a:avLst/>
          </a:prstGeom>
        </p:spPr>
      </p:pic>
      <p:pic>
        <p:nvPicPr>
          <p:cNvPr id="525" name="Graphic 524">
            <a:extLst>
              <a:ext uri="{FF2B5EF4-FFF2-40B4-BE49-F238E27FC236}">
                <a16:creationId xmlns:a16="http://schemas.microsoft.com/office/drawing/2014/main" id="{FD5A1796-AF2F-527C-AB08-9A631BD55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3049966" y="3570696"/>
            <a:ext cx="136398" cy="136398"/>
          </a:xfrm>
          <a:prstGeom prst="rect">
            <a:avLst/>
          </a:prstGeom>
        </p:spPr>
      </p:pic>
      <p:pic>
        <p:nvPicPr>
          <p:cNvPr id="617" name="Graphic 616">
            <a:extLst>
              <a:ext uri="{FF2B5EF4-FFF2-40B4-BE49-F238E27FC236}">
                <a16:creationId xmlns:a16="http://schemas.microsoft.com/office/drawing/2014/main" id="{DF5717D1-4EEF-A02E-9173-638BF61F7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3049966" y="4025244"/>
            <a:ext cx="136398" cy="136398"/>
          </a:xfrm>
          <a:prstGeom prst="rect">
            <a:avLst/>
          </a:prstGeom>
        </p:spPr>
      </p:pic>
      <p:pic>
        <p:nvPicPr>
          <p:cNvPr id="697" name="Graphic 696">
            <a:extLst>
              <a:ext uri="{FF2B5EF4-FFF2-40B4-BE49-F238E27FC236}">
                <a16:creationId xmlns:a16="http://schemas.microsoft.com/office/drawing/2014/main" id="{79FCCD89-B4C9-B9F1-5126-E81EE49EE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3049966" y="4479792"/>
            <a:ext cx="136398" cy="136398"/>
          </a:xfrm>
          <a:prstGeom prst="rect">
            <a:avLst/>
          </a:prstGeom>
        </p:spPr>
      </p:pic>
      <p:pic>
        <p:nvPicPr>
          <p:cNvPr id="793" name="Graphic 792">
            <a:extLst>
              <a:ext uri="{FF2B5EF4-FFF2-40B4-BE49-F238E27FC236}">
                <a16:creationId xmlns:a16="http://schemas.microsoft.com/office/drawing/2014/main" id="{57811E4E-36A9-0F30-4799-FF3DC1634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3049966" y="4934340"/>
            <a:ext cx="136398" cy="136398"/>
          </a:xfrm>
          <a:prstGeom prst="rect">
            <a:avLst/>
          </a:prstGeom>
        </p:spPr>
      </p:pic>
      <p:pic>
        <p:nvPicPr>
          <p:cNvPr id="881" name="Graphic 880">
            <a:extLst>
              <a:ext uri="{FF2B5EF4-FFF2-40B4-BE49-F238E27FC236}">
                <a16:creationId xmlns:a16="http://schemas.microsoft.com/office/drawing/2014/main" id="{E5CFC9D4-C922-197F-EDC7-58716628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3049966" y="5388888"/>
            <a:ext cx="136398" cy="136398"/>
          </a:xfrm>
          <a:prstGeom prst="rect">
            <a:avLst/>
          </a:prstGeom>
        </p:spPr>
      </p:pic>
      <p:pic>
        <p:nvPicPr>
          <p:cNvPr id="963" name="Graphic 962">
            <a:extLst>
              <a:ext uri="{FF2B5EF4-FFF2-40B4-BE49-F238E27FC236}">
                <a16:creationId xmlns:a16="http://schemas.microsoft.com/office/drawing/2014/main" id="{5B4E6EED-00AF-53ED-AF99-CD0800499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3049966" y="5843437"/>
            <a:ext cx="136398" cy="136398"/>
          </a:xfrm>
          <a:prstGeom prst="rect">
            <a:avLst/>
          </a:prstGeom>
        </p:spPr>
      </p:pic>
      <p:sp>
        <p:nvSpPr>
          <p:cNvPr id="1019" name="TextBox 1018">
            <a:extLst>
              <a:ext uri="{FF2B5EF4-FFF2-40B4-BE49-F238E27FC236}">
                <a16:creationId xmlns:a16="http://schemas.microsoft.com/office/drawing/2014/main" id="{36B12C48-E5CB-03FC-FDE3-E1D840379E1C}"/>
              </a:ext>
            </a:extLst>
          </p:cNvPr>
          <p:cNvSpPr txBox="1"/>
          <p:nvPr/>
        </p:nvSpPr>
        <p:spPr>
          <a:xfrm>
            <a:off x="290364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Leaf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F1563D6-ED85-C0F7-1605-BF07A52F57F2}"/>
              </a:ext>
            </a:extLst>
          </p:cNvPr>
          <p:cNvSpPr txBox="1"/>
          <p:nvPr/>
        </p:nvSpPr>
        <p:spPr>
          <a:xfrm>
            <a:off x="290364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Calendar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Postpaid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8950B712-2FE3-A8DF-0032-AB5F43A37D4A}"/>
              </a:ext>
            </a:extLst>
          </p:cNvPr>
          <p:cNvSpPr txBox="1"/>
          <p:nvPr/>
        </p:nvSpPr>
        <p:spPr>
          <a:xfrm>
            <a:off x="290364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Cog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17BD9800-2C0B-6466-312D-162377196590}"/>
              </a:ext>
            </a:extLst>
          </p:cNvPr>
          <p:cNvSpPr txBox="1"/>
          <p:nvPr/>
        </p:nvSpPr>
        <p:spPr>
          <a:xfrm>
            <a:off x="290364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06C5D7A5-4CCE-6545-391A-CD8C4E7E98F5}"/>
              </a:ext>
            </a:extLst>
          </p:cNvPr>
          <p:cNvSpPr txBox="1"/>
          <p:nvPr/>
        </p:nvSpPr>
        <p:spPr>
          <a:xfrm>
            <a:off x="290364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16068E0B-A75A-56F0-9B67-51AFCD56E5C4}"/>
              </a:ext>
            </a:extLst>
          </p:cNvPr>
          <p:cNvSpPr txBox="1"/>
          <p:nvPr/>
        </p:nvSpPr>
        <p:spPr>
          <a:xfrm>
            <a:off x="290364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Podcast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4E679332-0B78-23AE-EEA4-AFA82A7C4CF5}"/>
              </a:ext>
            </a:extLst>
          </p:cNvPr>
          <p:cNvSpPr txBox="1"/>
          <p:nvPr/>
        </p:nvSpPr>
        <p:spPr>
          <a:xfrm>
            <a:off x="290364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Scam Wise</a:t>
            </a:r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E1F038E7-A14C-BD79-176F-C10CDB0FC0D0}"/>
              </a:ext>
            </a:extLst>
          </p:cNvPr>
          <p:cNvSpPr txBox="1"/>
          <p:nvPr/>
        </p:nvSpPr>
        <p:spPr>
          <a:xfrm>
            <a:off x="290364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</a:t>
            </a:r>
          </a:p>
        </p:txBody>
      </p:sp>
      <p:sp>
        <p:nvSpPr>
          <p:cNvPr id="1195" name="TextBox 1194">
            <a:extLst>
              <a:ext uri="{FF2B5EF4-FFF2-40B4-BE49-F238E27FC236}">
                <a16:creationId xmlns:a16="http://schemas.microsoft.com/office/drawing/2014/main" id="{ACC1B011-57AE-CCF8-4954-B1EAA649703D}"/>
              </a:ext>
            </a:extLst>
          </p:cNvPr>
          <p:cNvSpPr txBox="1"/>
          <p:nvPr/>
        </p:nvSpPr>
        <p:spPr>
          <a:xfrm>
            <a:off x="290364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Subhub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17" name="TextBox 1216">
            <a:extLst>
              <a:ext uri="{FF2B5EF4-FFF2-40B4-BE49-F238E27FC236}">
                <a16:creationId xmlns:a16="http://schemas.microsoft.com/office/drawing/2014/main" id="{46706D6E-9A89-FA16-F5DA-778EC497B71A}"/>
              </a:ext>
            </a:extLst>
          </p:cNvPr>
          <p:cNvSpPr txBox="1"/>
          <p:nvPr/>
        </p:nvSpPr>
        <p:spPr>
          <a:xfrm>
            <a:off x="290364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Traffic Light</a:t>
            </a:r>
          </a:p>
        </p:txBody>
      </p:sp>
      <p:sp>
        <p:nvSpPr>
          <p:cNvPr id="1239" name="TextBox 1238">
            <a:extLst>
              <a:ext uri="{FF2B5EF4-FFF2-40B4-BE49-F238E27FC236}">
                <a16:creationId xmlns:a16="http://schemas.microsoft.com/office/drawing/2014/main" id="{994A61F5-D3FB-7FDC-E98B-AFD283C1D95E}"/>
              </a:ext>
            </a:extLst>
          </p:cNvPr>
          <p:cNvSpPr txBox="1"/>
          <p:nvPr/>
        </p:nvSpPr>
        <p:spPr>
          <a:xfrm>
            <a:off x="290364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6 Signal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5B4F236-5FCF-A6A2-16AD-DF5C4FED1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3505713" y="1297955"/>
            <a:ext cx="136398" cy="136398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484FBF5D-ADBC-8034-42B8-D1F351B3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3505713" y="1752503"/>
            <a:ext cx="136398" cy="136398"/>
          </a:xfrm>
          <a:prstGeom prst="rect">
            <a:avLst/>
          </a:prstGeom>
        </p:spPr>
      </p:pic>
      <p:pic>
        <p:nvPicPr>
          <p:cNvPr id="269" name="Graphic 268">
            <a:extLst>
              <a:ext uri="{FF2B5EF4-FFF2-40B4-BE49-F238E27FC236}">
                <a16:creationId xmlns:a16="http://schemas.microsoft.com/office/drawing/2014/main" id="{3ADD16FB-A42A-8C84-62B8-3FD4C0B58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3505713" y="2207052"/>
            <a:ext cx="136398" cy="136398"/>
          </a:xfrm>
          <a:prstGeom prst="rect">
            <a:avLst/>
          </a:prstGeom>
        </p:spPr>
      </p:pic>
      <p:pic>
        <p:nvPicPr>
          <p:cNvPr id="421" name="Graphic 420">
            <a:extLst>
              <a:ext uri="{FF2B5EF4-FFF2-40B4-BE49-F238E27FC236}">
                <a16:creationId xmlns:a16="http://schemas.microsoft.com/office/drawing/2014/main" id="{663E5321-69AE-F2FF-9407-1D02DBB6D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3505713" y="2661600"/>
            <a:ext cx="136398" cy="136398"/>
          </a:xfrm>
          <a:prstGeom prst="rect">
            <a:avLst/>
          </a:prstGeom>
        </p:spPr>
      </p:pic>
      <p:pic>
        <p:nvPicPr>
          <p:cNvPr id="441" name="Graphic 440">
            <a:extLst>
              <a:ext uri="{FF2B5EF4-FFF2-40B4-BE49-F238E27FC236}">
                <a16:creationId xmlns:a16="http://schemas.microsoft.com/office/drawing/2014/main" id="{E03AC963-0B84-D08B-7631-14CE240F7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3505713" y="3116148"/>
            <a:ext cx="136398" cy="136398"/>
          </a:xfrm>
          <a:prstGeom prst="rect">
            <a:avLst/>
          </a:prstGeom>
        </p:spPr>
      </p:pic>
      <p:pic>
        <p:nvPicPr>
          <p:cNvPr id="565" name="Graphic 564">
            <a:extLst>
              <a:ext uri="{FF2B5EF4-FFF2-40B4-BE49-F238E27FC236}">
                <a16:creationId xmlns:a16="http://schemas.microsoft.com/office/drawing/2014/main" id="{51E8C81E-4FF2-D340-58AD-CE6F1A96D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3505713" y="3570696"/>
            <a:ext cx="136398" cy="136398"/>
          </a:xfrm>
          <a:prstGeom prst="rect">
            <a:avLst/>
          </a:prstGeom>
        </p:spPr>
      </p:pic>
      <p:pic>
        <p:nvPicPr>
          <p:cNvPr id="621" name="Graphic 620">
            <a:extLst>
              <a:ext uri="{FF2B5EF4-FFF2-40B4-BE49-F238E27FC236}">
                <a16:creationId xmlns:a16="http://schemas.microsoft.com/office/drawing/2014/main" id="{49E02F88-CEF2-18FC-6DBA-AE7D19438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3505713" y="4025244"/>
            <a:ext cx="136398" cy="136398"/>
          </a:xfrm>
          <a:prstGeom prst="rect">
            <a:avLst/>
          </a:prstGeom>
        </p:spPr>
      </p:pic>
      <p:pic>
        <p:nvPicPr>
          <p:cNvPr id="705" name="Graphic 704">
            <a:extLst>
              <a:ext uri="{FF2B5EF4-FFF2-40B4-BE49-F238E27FC236}">
                <a16:creationId xmlns:a16="http://schemas.microsoft.com/office/drawing/2014/main" id="{2919F01E-61A5-662F-C3B2-8CF96AA3F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3505713" y="4479792"/>
            <a:ext cx="136398" cy="136398"/>
          </a:xfrm>
          <a:prstGeom prst="rect">
            <a:avLst/>
          </a:prstGeom>
        </p:spPr>
      </p:pic>
      <p:pic>
        <p:nvPicPr>
          <p:cNvPr id="797" name="Graphic 796">
            <a:extLst>
              <a:ext uri="{FF2B5EF4-FFF2-40B4-BE49-F238E27FC236}">
                <a16:creationId xmlns:a16="http://schemas.microsoft.com/office/drawing/2014/main" id="{A562F586-1EDE-A0E1-1AD9-DDD6AB701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3505713" y="4934340"/>
            <a:ext cx="136398" cy="136398"/>
          </a:xfrm>
          <a:prstGeom prst="rect">
            <a:avLst/>
          </a:prstGeom>
        </p:spPr>
      </p:pic>
      <p:pic>
        <p:nvPicPr>
          <p:cNvPr id="885" name="Graphic 884">
            <a:extLst>
              <a:ext uri="{FF2B5EF4-FFF2-40B4-BE49-F238E27FC236}">
                <a16:creationId xmlns:a16="http://schemas.microsoft.com/office/drawing/2014/main" id="{AA0568DF-77ED-D75C-95FF-366DAA964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3505713" y="5388888"/>
            <a:ext cx="136398" cy="136398"/>
          </a:xfrm>
          <a:prstGeom prst="rect">
            <a:avLst/>
          </a:prstGeom>
        </p:spPr>
      </p:pic>
      <p:sp>
        <p:nvSpPr>
          <p:cNvPr id="1020" name="TextBox 1019">
            <a:extLst>
              <a:ext uri="{FF2B5EF4-FFF2-40B4-BE49-F238E27FC236}">
                <a16:creationId xmlns:a16="http://schemas.microsoft.com/office/drawing/2014/main" id="{D9576506-C27A-166C-6235-F372AC9D5EA3}"/>
              </a:ext>
            </a:extLst>
          </p:cNvPr>
          <p:cNvSpPr txBox="1"/>
          <p:nvPr/>
        </p:nvSpPr>
        <p:spPr>
          <a:xfrm>
            <a:off x="335939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Library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F3E329AE-2577-7485-0C5A-022C9C7DE7F9}"/>
              </a:ext>
            </a:extLst>
          </p:cNvPr>
          <p:cNvSpPr txBox="1"/>
          <p:nvPr/>
        </p:nvSpPr>
        <p:spPr>
          <a:xfrm>
            <a:off x="335939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Cog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BFCE20B9-8202-3C1E-1F11-FF7B1662828F}"/>
              </a:ext>
            </a:extLst>
          </p:cNvPr>
          <p:cNvSpPr txBox="1"/>
          <p:nvPr/>
        </p:nvSpPr>
        <p:spPr>
          <a:xfrm>
            <a:off x="335939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Connection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4350F14F-8916-EDC7-AC14-801856CF5B93}"/>
              </a:ext>
            </a:extLst>
          </p:cNvPr>
          <p:cNvSpPr txBox="1"/>
          <p:nvPr/>
        </p:nvSpPr>
        <p:spPr>
          <a:xfrm>
            <a:off x="335939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Parent Baby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07295C7F-0131-3242-85DC-C83BD31E5A62}"/>
              </a:ext>
            </a:extLst>
          </p:cNvPr>
          <p:cNvSpPr txBox="1"/>
          <p:nvPr/>
        </p:nvSpPr>
        <p:spPr>
          <a:xfrm>
            <a:off x="335939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Bounce</a:t>
            </a: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45C817F9-5DEC-A219-065A-AE650A4EE086}"/>
              </a:ext>
            </a:extLst>
          </p:cNvPr>
          <p:cNvSpPr txBox="1"/>
          <p:nvPr/>
        </p:nvSpPr>
        <p:spPr>
          <a:xfrm>
            <a:off x="335939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00EADB7B-110E-B682-777F-2109491B2CEF}"/>
              </a:ext>
            </a:extLst>
          </p:cNvPr>
          <p:cNvSpPr txBox="1"/>
          <p:nvPr/>
        </p:nvSpPr>
        <p:spPr>
          <a:xfrm>
            <a:off x="335939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Scooter</a:t>
            </a:r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CD2ED70E-C02D-8FA1-A674-D46D31A5F5F5}"/>
              </a:ext>
            </a:extLst>
          </p:cNvPr>
          <p:cNvSpPr txBox="1"/>
          <p:nvPr/>
        </p:nvSpPr>
        <p:spPr>
          <a:xfrm>
            <a:off x="335939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 Dollar Sign</a:t>
            </a:r>
          </a:p>
        </p:txBody>
      </p:sp>
      <p:sp>
        <p:nvSpPr>
          <p:cNvPr id="1196" name="TextBox 1195">
            <a:extLst>
              <a:ext uri="{FF2B5EF4-FFF2-40B4-BE49-F238E27FC236}">
                <a16:creationId xmlns:a16="http://schemas.microsoft.com/office/drawing/2014/main" id="{35B68212-4385-43CB-48C8-2835CBDBF51B}"/>
              </a:ext>
            </a:extLst>
          </p:cNvPr>
          <p:cNvSpPr txBox="1"/>
          <p:nvPr/>
        </p:nvSpPr>
        <p:spPr>
          <a:xfrm>
            <a:off x="335939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Suitcase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218" name="TextBox 1217">
            <a:extLst>
              <a:ext uri="{FF2B5EF4-FFF2-40B4-BE49-F238E27FC236}">
                <a16:creationId xmlns:a16="http://schemas.microsoft.com/office/drawing/2014/main" id="{EF3F8357-4586-906A-CEBA-4FC2ABBD7E41}"/>
              </a:ext>
            </a:extLst>
          </p:cNvPr>
          <p:cNvSpPr txBox="1"/>
          <p:nvPr/>
        </p:nvSpPr>
        <p:spPr>
          <a:xfrm>
            <a:off x="335939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Train</a:t>
            </a:r>
          </a:p>
        </p:txBody>
      </p:sp>
      <p:sp>
        <p:nvSpPr>
          <p:cNvPr id="1240" name="TextBox 1239">
            <a:extLst>
              <a:ext uri="{FF2B5EF4-FFF2-40B4-BE49-F238E27FC236}">
                <a16:creationId xmlns:a16="http://schemas.microsoft.com/office/drawing/2014/main" id="{6DA35712-5C95-EA93-053E-412A97082766}"/>
              </a:ext>
            </a:extLst>
          </p:cNvPr>
          <p:cNvSpPr txBox="1"/>
          <p:nvPr/>
        </p:nvSpPr>
        <p:spPr>
          <a:xfrm>
            <a:off x="381514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11ax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A05F88E-D3F4-C6FB-1F4C-8881C5A64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3961460" y="1297955"/>
            <a:ext cx="136398" cy="136398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81B67AAD-FE42-2E6C-17BC-9C47AB0A7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3961460" y="1752503"/>
            <a:ext cx="136398" cy="136398"/>
          </a:xfrm>
          <a:prstGeom prst="rect">
            <a:avLst/>
          </a:prstGeom>
        </p:spPr>
      </p:pic>
      <p:pic>
        <p:nvPicPr>
          <p:cNvPr id="273" name="Graphic 272">
            <a:extLst>
              <a:ext uri="{FF2B5EF4-FFF2-40B4-BE49-F238E27FC236}">
                <a16:creationId xmlns:a16="http://schemas.microsoft.com/office/drawing/2014/main" id="{BBB58307-4805-0BDA-BAAE-0908AD210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3961460" y="2207052"/>
            <a:ext cx="136398" cy="136398"/>
          </a:xfrm>
          <a:prstGeom prst="rect">
            <a:avLst/>
          </a:prstGeom>
        </p:spPr>
      </p:pic>
      <p:pic>
        <p:nvPicPr>
          <p:cNvPr id="345" name="Graphic 344">
            <a:extLst>
              <a:ext uri="{FF2B5EF4-FFF2-40B4-BE49-F238E27FC236}">
                <a16:creationId xmlns:a16="http://schemas.microsoft.com/office/drawing/2014/main" id="{684D0BBF-94E0-BE2D-9E25-D4566E1AF8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3961460" y="2661600"/>
            <a:ext cx="136398" cy="136398"/>
          </a:xfrm>
          <a:prstGeom prst="rect">
            <a:avLst/>
          </a:prstGeom>
        </p:spPr>
      </p:pic>
      <p:pic>
        <p:nvPicPr>
          <p:cNvPr id="457" name="Graphic 456">
            <a:extLst>
              <a:ext uri="{FF2B5EF4-FFF2-40B4-BE49-F238E27FC236}">
                <a16:creationId xmlns:a16="http://schemas.microsoft.com/office/drawing/2014/main" id="{2223EF15-7BE1-1AC0-0862-C56AF4956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3961460" y="3116148"/>
            <a:ext cx="136398" cy="136398"/>
          </a:xfrm>
          <a:prstGeom prst="rect">
            <a:avLst/>
          </a:prstGeom>
        </p:spPr>
      </p:pic>
      <p:pic>
        <p:nvPicPr>
          <p:cNvPr id="529" name="Graphic 528">
            <a:extLst>
              <a:ext uri="{FF2B5EF4-FFF2-40B4-BE49-F238E27FC236}">
                <a16:creationId xmlns:a16="http://schemas.microsoft.com/office/drawing/2014/main" id="{48347B31-8682-E5E9-F8ED-EAFA2812D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/>
        </p:blipFill>
        <p:spPr>
          <a:xfrm>
            <a:off x="3961460" y="3570696"/>
            <a:ext cx="136398" cy="136398"/>
          </a:xfrm>
          <a:prstGeom prst="rect">
            <a:avLst/>
          </a:prstGeom>
        </p:spPr>
      </p:pic>
      <p:pic>
        <p:nvPicPr>
          <p:cNvPr id="625" name="Graphic 624">
            <a:extLst>
              <a:ext uri="{FF2B5EF4-FFF2-40B4-BE49-F238E27FC236}">
                <a16:creationId xmlns:a16="http://schemas.microsoft.com/office/drawing/2014/main" id="{59F940F7-3789-DECA-7442-D8A9F6177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3961460" y="4025244"/>
            <a:ext cx="136398" cy="136398"/>
          </a:xfrm>
          <a:prstGeom prst="rect">
            <a:avLst/>
          </a:prstGeom>
        </p:spPr>
      </p:pic>
      <p:pic>
        <p:nvPicPr>
          <p:cNvPr id="709" name="Graphic 708">
            <a:extLst>
              <a:ext uri="{FF2B5EF4-FFF2-40B4-BE49-F238E27FC236}">
                <a16:creationId xmlns:a16="http://schemas.microsoft.com/office/drawing/2014/main" id="{10437599-A9A9-9F41-377A-F392488C5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>
            <a:off x="3961460" y="4479792"/>
            <a:ext cx="136398" cy="136398"/>
          </a:xfrm>
          <a:prstGeom prst="rect">
            <a:avLst/>
          </a:prstGeom>
        </p:spPr>
      </p:pic>
      <p:pic>
        <p:nvPicPr>
          <p:cNvPr id="813" name="Graphic 812">
            <a:extLst>
              <a:ext uri="{FF2B5EF4-FFF2-40B4-BE49-F238E27FC236}">
                <a16:creationId xmlns:a16="http://schemas.microsoft.com/office/drawing/2014/main" id="{33DAE819-24D0-ACDB-9933-C96F8F104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3961460" y="4934340"/>
            <a:ext cx="136398" cy="136398"/>
          </a:xfrm>
          <a:prstGeom prst="rect">
            <a:avLst/>
          </a:prstGeom>
        </p:spPr>
      </p:pic>
      <p:pic>
        <p:nvPicPr>
          <p:cNvPr id="889" name="Graphic 888">
            <a:extLst>
              <a:ext uri="{FF2B5EF4-FFF2-40B4-BE49-F238E27FC236}">
                <a16:creationId xmlns:a16="http://schemas.microsoft.com/office/drawing/2014/main" id="{D93B8FB1-3BE9-A595-7C90-7FA7A1E90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3961460" y="5388888"/>
            <a:ext cx="136398" cy="136398"/>
          </a:xfrm>
          <a:prstGeom prst="rect">
            <a:avLst/>
          </a:prstGeom>
        </p:spPr>
      </p:pic>
      <p:sp>
        <p:nvSpPr>
          <p:cNvPr id="1021" name="TextBox 1020">
            <a:extLst>
              <a:ext uri="{FF2B5EF4-FFF2-40B4-BE49-F238E27FC236}">
                <a16:creationId xmlns:a16="http://schemas.microsoft.com/office/drawing/2014/main" id="{43ED39BF-85DE-2E61-DCF6-DD5B959C35BC}"/>
              </a:ext>
            </a:extLst>
          </p:cNvPr>
          <p:cNvSpPr txBox="1"/>
          <p:nvPr/>
        </p:nvSpPr>
        <p:spPr>
          <a:xfrm>
            <a:off x="381514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Lightbulb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12AB80B-72AE-7568-5CFD-07BB881E70C0}"/>
              </a:ext>
            </a:extLst>
          </p:cNvPr>
          <p:cNvSpPr txBox="1"/>
          <p:nvPr/>
        </p:nvSpPr>
        <p:spPr>
          <a:xfrm>
            <a:off x="381514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Prepaid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1AD79E0D-5346-0908-67F6-C4814D92FC63}"/>
              </a:ext>
            </a:extLst>
          </p:cNvPr>
          <p:cNvSpPr txBox="1"/>
          <p:nvPr/>
        </p:nvSpPr>
        <p:spPr>
          <a:xfrm>
            <a:off x="381514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Pulse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87C9FC47-6C85-2AC3-C208-2073535F3AFF}"/>
              </a:ext>
            </a:extLst>
          </p:cNvPr>
          <p:cNvSpPr txBox="1"/>
          <p:nvPr/>
        </p:nvSpPr>
        <p:spPr>
          <a:xfrm>
            <a:off x="381514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Parking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1D4316DC-0ED6-C1F7-CEE5-F3A12235DDBE}"/>
              </a:ext>
            </a:extLst>
          </p:cNvPr>
          <p:cNvSpPr txBox="1"/>
          <p:nvPr/>
        </p:nvSpPr>
        <p:spPr>
          <a:xfrm>
            <a:off x="381514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8F0A59EE-8EC2-D112-7687-2D238452FF2B}"/>
              </a:ext>
            </a:extLst>
          </p:cNvPr>
          <p:cNvSpPr txBox="1"/>
          <p:nvPr/>
        </p:nvSpPr>
        <p:spPr>
          <a:xfrm>
            <a:off x="381514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 Filled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0434880-48B9-FEF0-E6D2-CE324E62FADB}"/>
              </a:ext>
            </a:extLst>
          </p:cNvPr>
          <p:cNvSpPr txBox="1"/>
          <p:nvPr/>
        </p:nvSpPr>
        <p:spPr>
          <a:xfrm>
            <a:off x="381514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175" name="TextBox 1174">
            <a:extLst>
              <a:ext uri="{FF2B5EF4-FFF2-40B4-BE49-F238E27FC236}">
                <a16:creationId xmlns:a16="http://schemas.microsoft.com/office/drawing/2014/main" id="{7F667418-0962-49F9-3214-2D4F3A8C0F8B}"/>
              </a:ext>
            </a:extLst>
          </p:cNvPr>
          <p:cNvSpPr txBox="1"/>
          <p:nvPr/>
        </p:nvSpPr>
        <p:spPr>
          <a:xfrm>
            <a:off x="381514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Soccer Ball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8F1779B9-0627-9E0A-668E-A26374D73959}"/>
              </a:ext>
            </a:extLst>
          </p:cNvPr>
          <p:cNvSpPr txBox="1"/>
          <p:nvPr/>
        </p:nvSpPr>
        <p:spPr>
          <a:xfrm>
            <a:off x="381514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</a:t>
            </a:r>
          </a:p>
        </p:txBody>
      </p:sp>
      <p:sp>
        <p:nvSpPr>
          <p:cNvPr id="1219" name="TextBox 1218">
            <a:extLst>
              <a:ext uri="{FF2B5EF4-FFF2-40B4-BE49-F238E27FC236}">
                <a16:creationId xmlns:a16="http://schemas.microsoft.com/office/drawing/2014/main" id="{52128619-FA36-EF22-BBFF-F768E1C1C39D}"/>
              </a:ext>
            </a:extLst>
          </p:cNvPr>
          <p:cNvSpPr txBox="1"/>
          <p:nvPr/>
        </p:nvSpPr>
        <p:spPr>
          <a:xfrm>
            <a:off x="381514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Tram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2B41963-ADC1-0B01-C7AC-518423208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4417207" y="1297955"/>
            <a:ext cx="136398" cy="136398"/>
          </a:xfrm>
          <a:prstGeom prst="rect">
            <a:avLst/>
          </a:prstGeom>
        </p:spPr>
      </p:pic>
      <p:pic>
        <p:nvPicPr>
          <p:cNvPr id="173" name="Graphic 172">
            <a:extLst>
              <a:ext uri="{FF2B5EF4-FFF2-40B4-BE49-F238E27FC236}">
                <a16:creationId xmlns:a16="http://schemas.microsoft.com/office/drawing/2014/main" id="{CE87EB1C-CBE3-269B-6731-D1825C0F0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rcRect/>
          <a:stretch/>
        </p:blipFill>
        <p:spPr>
          <a:xfrm>
            <a:off x="4417207" y="1752503"/>
            <a:ext cx="136398" cy="136398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71734265-DE67-1B45-2386-3C063C89F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4417207" y="2207052"/>
            <a:ext cx="136398" cy="136398"/>
          </a:xfrm>
          <a:prstGeom prst="rect">
            <a:avLst/>
          </a:prstGeom>
        </p:spPr>
      </p:pic>
      <p:pic>
        <p:nvPicPr>
          <p:cNvPr id="353" name="Graphic 352">
            <a:extLst>
              <a:ext uri="{FF2B5EF4-FFF2-40B4-BE49-F238E27FC236}">
                <a16:creationId xmlns:a16="http://schemas.microsoft.com/office/drawing/2014/main" id="{EEA789E6-6E9E-040E-DED3-AF2C52B8E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/>
        </p:blipFill>
        <p:spPr>
          <a:xfrm>
            <a:off x="4417207" y="2661600"/>
            <a:ext cx="136398" cy="136398"/>
          </a:xfrm>
          <a:prstGeom prst="rect">
            <a:avLst/>
          </a:prstGeom>
        </p:spPr>
      </p:pic>
      <p:pic>
        <p:nvPicPr>
          <p:cNvPr id="453" name="Graphic 452">
            <a:extLst>
              <a:ext uri="{FF2B5EF4-FFF2-40B4-BE49-F238E27FC236}">
                <a16:creationId xmlns:a16="http://schemas.microsoft.com/office/drawing/2014/main" id="{CDE92AEC-239F-A408-89F5-4DC866648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4417207" y="3116148"/>
            <a:ext cx="136398" cy="136398"/>
          </a:xfrm>
          <a:prstGeom prst="rect">
            <a:avLst/>
          </a:prstGeom>
        </p:spPr>
      </p:pic>
      <p:pic>
        <p:nvPicPr>
          <p:cNvPr id="533" name="Graphic 532">
            <a:extLst>
              <a:ext uri="{FF2B5EF4-FFF2-40B4-BE49-F238E27FC236}">
                <a16:creationId xmlns:a16="http://schemas.microsoft.com/office/drawing/2014/main" id="{B9DFCB8D-1DC2-9082-DC43-BBB49E45BF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/>
        </p:blipFill>
        <p:spPr>
          <a:xfrm>
            <a:off x="4417207" y="3570696"/>
            <a:ext cx="136398" cy="136398"/>
          </a:xfrm>
          <a:prstGeom prst="rect">
            <a:avLst/>
          </a:prstGeom>
        </p:spPr>
      </p:pic>
      <p:pic>
        <p:nvPicPr>
          <p:cNvPr id="633" name="Graphic 632">
            <a:extLst>
              <a:ext uri="{FF2B5EF4-FFF2-40B4-BE49-F238E27FC236}">
                <a16:creationId xmlns:a16="http://schemas.microsoft.com/office/drawing/2014/main" id="{7BC3DF6E-6A6F-F3A9-31B1-4A92ACE1D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4417207" y="4025244"/>
            <a:ext cx="136398" cy="136398"/>
          </a:xfrm>
          <a:prstGeom prst="rect">
            <a:avLst/>
          </a:prstGeom>
        </p:spPr>
      </p:pic>
      <p:pic>
        <p:nvPicPr>
          <p:cNvPr id="737" name="Graphic 736">
            <a:extLst>
              <a:ext uri="{FF2B5EF4-FFF2-40B4-BE49-F238E27FC236}">
                <a16:creationId xmlns:a16="http://schemas.microsoft.com/office/drawing/2014/main" id="{D7C30A57-5115-4760-5AA9-023CE6A1D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>
            <a:off x="4417207" y="4479792"/>
            <a:ext cx="136398" cy="136398"/>
          </a:xfrm>
          <a:prstGeom prst="rect">
            <a:avLst/>
          </a:prstGeom>
        </p:spPr>
      </p:pic>
      <p:pic>
        <p:nvPicPr>
          <p:cNvPr id="801" name="Graphic 800">
            <a:extLst>
              <a:ext uri="{FF2B5EF4-FFF2-40B4-BE49-F238E27FC236}">
                <a16:creationId xmlns:a16="http://schemas.microsoft.com/office/drawing/2014/main" id="{181BCC71-5E29-E0DE-24E8-443869DD6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rcRect/>
          <a:stretch/>
        </p:blipFill>
        <p:spPr>
          <a:xfrm>
            <a:off x="4417207" y="4934340"/>
            <a:ext cx="136398" cy="136398"/>
          </a:xfrm>
          <a:prstGeom prst="rect">
            <a:avLst/>
          </a:prstGeom>
        </p:spPr>
      </p:pic>
      <p:pic>
        <p:nvPicPr>
          <p:cNvPr id="897" name="Graphic 896">
            <a:extLst>
              <a:ext uri="{FF2B5EF4-FFF2-40B4-BE49-F238E27FC236}">
                <a16:creationId xmlns:a16="http://schemas.microsoft.com/office/drawing/2014/main" id="{90657768-45B2-AF32-286B-9EC71D879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rcRect/>
          <a:stretch/>
        </p:blipFill>
        <p:spPr>
          <a:xfrm>
            <a:off x="4417207" y="5388888"/>
            <a:ext cx="136398" cy="136398"/>
          </a:xfrm>
          <a:prstGeom prst="rect">
            <a:avLst/>
          </a:prstGeom>
        </p:spPr>
      </p:pic>
      <p:pic>
        <p:nvPicPr>
          <p:cNvPr id="973" name="Graphic 972">
            <a:extLst>
              <a:ext uri="{FF2B5EF4-FFF2-40B4-BE49-F238E27FC236}">
                <a16:creationId xmlns:a16="http://schemas.microsoft.com/office/drawing/2014/main" id="{C317114B-FDA2-6BB6-A615-DA9573705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/>
        </p:blipFill>
        <p:spPr>
          <a:xfrm>
            <a:off x="4417207" y="5843437"/>
            <a:ext cx="136398" cy="136398"/>
          </a:xfrm>
          <a:prstGeom prst="rect">
            <a:avLst/>
          </a:prstGeom>
        </p:spPr>
      </p:pic>
      <p:sp>
        <p:nvSpPr>
          <p:cNvPr id="1022" name="TextBox 1021">
            <a:extLst>
              <a:ext uri="{FF2B5EF4-FFF2-40B4-BE49-F238E27FC236}">
                <a16:creationId xmlns:a16="http://schemas.microsoft.com/office/drawing/2014/main" id="{7846F1E2-B0ED-B253-8233-F9E7A892AFC3}"/>
              </a:ext>
            </a:extLst>
          </p:cNvPr>
          <p:cNvSpPr txBox="1"/>
          <p:nvPr/>
        </p:nvSpPr>
        <p:spPr>
          <a:xfrm>
            <a:off x="427088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FE60272-1D64-9547-B00E-3F92FF59527D}"/>
              </a:ext>
            </a:extLst>
          </p:cNvPr>
          <p:cNvSpPr txBox="1"/>
          <p:nvPr/>
        </p:nvSpPr>
        <p:spPr>
          <a:xfrm>
            <a:off x="427088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72A8A65C-CD90-6D6E-AEEC-5C479A46EF93}"/>
              </a:ext>
            </a:extLst>
          </p:cNvPr>
          <p:cNvSpPr txBox="1"/>
          <p:nvPr/>
        </p:nvSpPr>
        <p:spPr>
          <a:xfrm>
            <a:off x="427088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Status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CAF75F11-3DA8-B08B-E1EB-5C8AFDA91225}"/>
              </a:ext>
            </a:extLst>
          </p:cNvPr>
          <p:cNvSpPr txBox="1"/>
          <p:nvPr/>
        </p:nvSpPr>
        <p:spPr>
          <a:xfrm>
            <a:off x="427088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22E2CDB3-CACB-C3C7-6EA6-415FFAE0B14D}"/>
              </a:ext>
            </a:extLst>
          </p:cNvPr>
          <p:cNvSpPr txBox="1"/>
          <p:nvPr/>
        </p:nvSpPr>
        <p:spPr>
          <a:xfrm>
            <a:off x="427088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Inward</a:t>
            </a: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368674DE-5E9A-4F44-7611-4C26803A0FDA}"/>
              </a:ext>
            </a:extLst>
          </p:cNvPr>
          <p:cNvSpPr txBox="1"/>
          <p:nvPr/>
        </p:nvSpPr>
        <p:spPr>
          <a:xfrm>
            <a:off x="427088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Prayer Hands</a:t>
            </a:r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04D165FE-4ADF-0F42-658A-39F31830259D}"/>
              </a:ext>
            </a:extLst>
          </p:cNvPr>
          <p:cNvSpPr txBox="1"/>
          <p:nvPr/>
        </p:nvSpPr>
        <p:spPr>
          <a:xfrm>
            <a:off x="427088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 Info</a:t>
            </a:r>
          </a:p>
        </p:txBody>
      </p:sp>
      <p:sp>
        <p:nvSpPr>
          <p:cNvPr id="1176" name="TextBox 1175">
            <a:extLst>
              <a:ext uri="{FF2B5EF4-FFF2-40B4-BE49-F238E27FC236}">
                <a16:creationId xmlns:a16="http://schemas.microsoft.com/office/drawing/2014/main" id="{49DCA579-DD98-DE27-60C0-94667B69DC75}"/>
              </a:ext>
            </a:extLst>
          </p:cNvPr>
          <p:cNvSpPr txBox="1"/>
          <p:nvPr/>
        </p:nvSpPr>
        <p:spPr>
          <a:xfrm>
            <a:off x="427088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Social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Distancing</a:t>
            </a:r>
          </a:p>
        </p:txBody>
      </p:sp>
      <p:sp>
        <p:nvSpPr>
          <p:cNvPr id="1198" name="TextBox 1197">
            <a:extLst>
              <a:ext uri="{FF2B5EF4-FFF2-40B4-BE49-F238E27FC236}">
                <a16:creationId xmlns:a16="http://schemas.microsoft.com/office/drawing/2014/main" id="{CFAB04BA-6F19-24DA-4AB1-C4626819AB29}"/>
              </a:ext>
            </a:extLst>
          </p:cNvPr>
          <p:cNvSpPr txBox="1"/>
          <p:nvPr/>
        </p:nvSpPr>
        <p:spPr>
          <a:xfrm>
            <a:off x="427088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Solar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Panel</a:t>
            </a:r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59820687-F11B-E5F4-0578-C66E7BDA96DB}"/>
              </a:ext>
            </a:extLst>
          </p:cNvPr>
          <p:cNvSpPr txBox="1"/>
          <p:nvPr/>
        </p:nvSpPr>
        <p:spPr>
          <a:xfrm>
            <a:off x="427088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Tree</a:t>
            </a:r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266908AC-1F11-9C1D-1D47-FF0DD21BE351}"/>
              </a:ext>
            </a:extLst>
          </p:cNvPr>
          <p:cNvSpPr txBox="1"/>
          <p:nvPr/>
        </p:nvSpPr>
        <p:spPr>
          <a:xfrm>
            <a:off x="427088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75F3486-874F-1F76-1BF1-812F8051E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rcRect/>
          <a:stretch/>
        </p:blipFill>
        <p:spPr>
          <a:xfrm>
            <a:off x="4872954" y="1297955"/>
            <a:ext cx="136398" cy="136398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EABC9B22-2598-E2AA-B555-A9FCBA6AC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 rot="10800000">
            <a:off x="4872954" y="1752504"/>
            <a:ext cx="136398" cy="136398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F5CE40CB-0690-CB69-DB97-CB39F93750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/>
          <a:stretch/>
        </p:blipFill>
        <p:spPr>
          <a:xfrm>
            <a:off x="4872954" y="2207052"/>
            <a:ext cx="136398" cy="136398"/>
          </a:xfrm>
          <a:prstGeom prst="rect">
            <a:avLst/>
          </a:prstGeom>
        </p:spPr>
      </p:pic>
      <p:pic>
        <p:nvPicPr>
          <p:cNvPr id="349" name="Graphic 348">
            <a:extLst>
              <a:ext uri="{FF2B5EF4-FFF2-40B4-BE49-F238E27FC236}">
                <a16:creationId xmlns:a16="http://schemas.microsoft.com/office/drawing/2014/main" id="{C8A0B3E2-DDDA-65C9-6139-E84DD5721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rcRect/>
          <a:stretch/>
        </p:blipFill>
        <p:spPr>
          <a:xfrm>
            <a:off x="4872954" y="2661600"/>
            <a:ext cx="136398" cy="136398"/>
          </a:xfrm>
          <a:prstGeom prst="rect">
            <a:avLst/>
          </a:prstGeom>
        </p:spPr>
      </p:pic>
      <p:pic>
        <p:nvPicPr>
          <p:cNvPr id="449" name="Graphic 448">
            <a:extLst>
              <a:ext uri="{FF2B5EF4-FFF2-40B4-BE49-F238E27FC236}">
                <a16:creationId xmlns:a16="http://schemas.microsoft.com/office/drawing/2014/main" id="{603BC80E-DD83-32FD-D7CA-94CBB0609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rcRect/>
          <a:stretch/>
        </p:blipFill>
        <p:spPr>
          <a:xfrm>
            <a:off x="4872954" y="3116148"/>
            <a:ext cx="136398" cy="136398"/>
          </a:xfrm>
          <a:prstGeom prst="rect">
            <a:avLst/>
          </a:prstGeom>
        </p:spPr>
      </p:pic>
      <p:pic>
        <p:nvPicPr>
          <p:cNvPr id="537" name="Graphic 536">
            <a:extLst>
              <a:ext uri="{FF2B5EF4-FFF2-40B4-BE49-F238E27FC236}">
                <a16:creationId xmlns:a16="http://schemas.microsoft.com/office/drawing/2014/main" id="{67C72BBB-6737-83B2-A229-1AD9737E6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4872954" y="3570696"/>
            <a:ext cx="136398" cy="136398"/>
          </a:xfrm>
          <a:prstGeom prst="rect">
            <a:avLst/>
          </a:prstGeom>
        </p:spPr>
      </p:pic>
      <p:pic>
        <p:nvPicPr>
          <p:cNvPr id="629" name="Graphic 628">
            <a:extLst>
              <a:ext uri="{FF2B5EF4-FFF2-40B4-BE49-F238E27FC236}">
                <a16:creationId xmlns:a16="http://schemas.microsoft.com/office/drawing/2014/main" id="{6DB329EB-4E12-7B8C-7778-B1E1F4AB1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rcRect/>
          <a:stretch/>
        </p:blipFill>
        <p:spPr>
          <a:xfrm>
            <a:off x="4872954" y="4025244"/>
            <a:ext cx="136398" cy="136398"/>
          </a:xfrm>
          <a:prstGeom prst="rect">
            <a:avLst/>
          </a:prstGeom>
        </p:spPr>
      </p:pic>
      <p:pic>
        <p:nvPicPr>
          <p:cNvPr id="713" name="Graphic 712">
            <a:extLst>
              <a:ext uri="{FF2B5EF4-FFF2-40B4-BE49-F238E27FC236}">
                <a16:creationId xmlns:a16="http://schemas.microsoft.com/office/drawing/2014/main" id="{9D3EAF40-5DE9-4CA6-96EF-0770762A8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rcRect/>
          <a:stretch/>
        </p:blipFill>
        <p:spPr>
          <a:xfrm>
            <a:off x="4872954" y="4479792"/>
            <a:ext cx="136398" cy="136398"/>
          </a:xfrm>
          <a:prstGeom prst="rect">
            <a:avLst/>
          </a:prstGeom>
        </p:spPr>
      </p:pic>
      <p:pic>
        <p:nvPicPr>
          <p:cNvPr id="805" name="Graphic 804">
            <a:extLst>
              <a:ext uri="{FF2B5EF4-FFF2-40B4-BE49-F238E27FC236}">
                <a16:creationId xmlns:a16="http://schemas.microsoft.com/office/drawing/2014/main" id="{8D4391A8-5185-F9BE-455D-FC76AE160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/>
        </p:blipFill>
        <p:spPr>
          <a:xfrm>
            <a:off x="4872954" y="4934340"/>
            <a:ext cx="136398" cy="136398"/>
          </a:xfrm>
          <a:prstGeom prst="rect">
            <a:avLst/>
          </a:prstGeom>
        </p:spPr>
      </p:pic>
      <p:pic>
        <p:nvPicPr>
          <p:cNvPr id="893" name="Graphic 892">
            <a:extLst>
              <a:ext uri="{FF2B5EF4-FFF2-40B4-BE49-F238E27FC236}">
                <a16:creationId xmlns:a16="http://schemas.microsoft.com/office/drawing/2014/main" id="{0360086C-18FB-E533-ECF8-246A8161D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/>
        </p:blipFill>
        <p:spPr>
          <a:xfrm>
            <a:off x="4872954" y="5388888"/>
            <a:ext cx="136398" cy="136398"/>
          </a:xfrm>
          <a:prstGeom prst="rect">
            <a:avLst/>
          </a:prstGeom>
        </p:spPr>
      </p:pic>
      <p:pic>
        <p:nvPicPr>
          <p:cNvPr id="985" name="Graphic 984">
            <a:extLst>
              <a:ext uri="{FF2B5EF4-FFF2-40B4-BE49-F238E27FC236}">
                <a16:creationId xmlns:a16="http://schemas.microsoft.com/office/drawing/2014/main" id="{F8FCF98D-1704-918E-486E-255CE64D5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rcRect/>
          <a:stretch/>
        </p:blipFill>
        <p:spPr>
          <a:xfrm>
            <a:off x="4872954" y="5843437"/>
            <a:ext cx="136398" cy="136398"/>
          </a:xfrm>
          <a:prstGeom prst="rect">
            <a:avLst/>
          </a:prstGeom>
        </p:spPr>
      </p:pic>
      <p:sp>
        <p:nvSpPr>
          <p:cNvPr id="1023" name="TextBox 1022">
            <a:extLst>
              <a:ext uri="{FF2B5EF4-FFF2-40B4-BE49-F238E27FC236}">
                <a16:creationId xmlns:a16="http://schemas.microsoft.com/office/drawing/2014/main" id="{3A82F590-E471-D1C5-EB6A-AD0FCE280E9A}"/>
              </a:ext>
            </a:extLst>
          </p:cNvPr>
          <p:cNvSpPr txBox="1"/>
          <p:nvPr/>
        </p:nvSpPr>
        <p:spPr>
          <a:xfrm>
            <a:off x="472663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 Filled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070E1390-045D-07C6-9E0E-B2F9B4421481}"/>
              </a:ext>
            </a:extLst>
          </p:cNvPr>
          <p:cNvSpPr txBox="1"/>
          <p:nvPr/>
        </p:nvSpPr>
        <p:spPr>
          <a:xfrm>
            <a:off x="472663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Phone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5A3D891-6C55-2756-A4ED-7D20A7F97903}"/>
              </a:ext>
            </a:extLst>
          </p:cNvPr>
          <p:cNvSpPr txBox="1"/>
          <p:nvPr/>
        </p:nvSpPr>
        <p:spPr>
          <a:xfrm>
            <a:off x="472663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Newspaper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4845B662-34A0-5C90-18E3-7E9B87337C44}"/>
              </a:ext>
            </a:extLst>
          </p:cNvPr>
          <p:cNvSpPr txBox="1"/>
          <p:nvPr/>
        </p:nvSpPr>
        <p:spPr>
          <a:xfrm>
            <a:off x="472663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 Filled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7C1121D2-B5FD-623D-5007-CE3D40F6BCE8}"/>
              </a:ext>
            </a:extLst>
          </p:cNvPr>
          <p:cNvSpPr txBox="1"/>
          <p:nvPr/>
        </p:nvSpPr>
        <p:spPr>
          <a:xfrm>
            <a:off x="472663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Outward</a:t>
            </a: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AA207053-71DD-951B-D350-A1981C483B60}"/>
              </a:ext>
            </a:extLst>
          </p:cNvPr>
          <p:cNvSpPr txBox="1"/>
          <p:nvPr/>
        </p:nvSpPr>
        <p:spPr>
          <a:xfrm>
            <a:off x="472663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Presentation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Screen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04599CBF-2E01-B4C4-7ADD-EDD0E891A524}"/>
              </a:ext>
            </a:extLst>
          </p:cNvPr>
          <p:cNvSpPr txBox="1"/>
          <p:nvPr/>
        </p:nvSpPr>
        <p:spPr>
          <a:xfrm>
            <a:off x="472663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Seats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1B504028-53DF-F1EF-BA40-201840403FE2}"/>
              </a:ext>
            </a:extLst>
          </p:cNvPr>
          <p:cNvSpPr txBox="1"/>
          <p:nvPr/>
        </p:nvSpPr>
        <p:spPr>
          <a:xfrm>
            <a:off x="472663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</a:p>
        </p:txBody>
      </p:sp>
      <p:sp>
        <p:nvSpPr>
          <p:cNvPr id="1199" name="TextBox 1198">
            <a:extLst>
              <a:ext uri="{FF2B5EF4-FFF2-40B4-BE49-F238E27FC236}">
                <a16:creationId xmlns:a16="http://schemas.microsoft.com/office/drawing/2014/main" id="{4B7EDC06-3761-BA69-7F3F-1DCA169FBFC4}"/>
              </a:ext>
            </a:extLst>
          </p:cNvPr>
          <p:cNvSpPr txBox="1"/>
          <p:nvPr/>
        </p:nvSpPr>
        <p:spPr>
          <a:xfrm>
            <a:off x="472663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Water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2E67DC24-AA9F-B8F3-F997-533E461ABE5C}"/>
              </a:ext>
            </a:extLst>
          </p:cNvPr>
          <p:cNvSpPr txBox="1"/>
          <p:nvPr/>
        </p:nvSpPr>
        <p:spPr>
          <a:xfrm>
            <a:off x="472663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C695A719-B5F6-DAA5-A8C9-D713C0D65A31}"/>
              </a:ext>
            </a:extLst>
          </p:cNvPr>
          <p:cNvSpPr txBox="1"/>
          <p:nvPr/>
        </p:nvSpPr>
        <p:spPr>
          <a:xfrm>
            <a:off x="472663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Mesh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B2C1850-B60F-CC98-BCAC-AF841DF1A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rcRect/>
          <a:stretch/>
        </p:blipFill>
        <p:spPr>
          <a:xfrm>
            <a:off x="5328701" y="1297955"/>
            <a:ext cx="136398" cy="136398"/>
          </a:xfrm>
          <a:prstGeom prst="rect">
            <a:avLst/>
          </a:prstGeom>
        </p:spPr>
      </p:pic>
      <p:pic>
        <p:nvPicPr>
          <p:cNvPr id="243" name="Graphic 242">
            <a:extLst>
              <a:ext uri="{FF2B5EF4-FFF2-40B4-BE49-F238E27FC236}">
                <a16:creationId xmlns:a16="http://schemas.microsoft.com/office/drawing/2014/main" id="{A9298B0F-9134-A694-9FC2-5E8E31B3D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rcRect/>
          <a:stretch/>
        </p:blipFill>
        <p:spPr>
          <a:xfrm>
            <a:off x="5328701" y="1752503"/>
            <a:ext cx="136398" cy="136398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F358B250-CE4B-ACE6-0B97-FD3EF5B52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rcRect/>
          <a:stretch/>
        </p:blipFill>
        <p:spPr>
          <a:xfrm>
            <a:off x="5328701" y="2207052"/>
            <a:ext cx="136398" cy="136398"/>
          </a:xfrm>
          <a:prstGeom prst="rect">
            <a:avLst/>
          </a:prstGeom>
        </p:spPr>
      </p:pic>
      <p:pic>
        <p:nvPicPr>
          <p:cNvPr id="357" name="Graphic 356">
            <a:extLst>
              <a:ext uri="{FF2B5EF4-FFF2-40B4-BE49-F238E27FC236}">
                <a16:creationId xmlns:a16="http://schemas.microsoft.com/office/drawing/2014/main" id="{C0855F6E-DEDD-4E80-ED9C-3CF5171826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rcRect/>
          <a:stretch/>
        </p:blipFill>
        <p:spPr>
          <a:xfrm>
            <a:off x="5328701" y="2683300"/>
            <a:ext cx="136398" cy="92998"/>
          </a:xfrm>
          <a:prstGeom prst="rect">
            <a:avLst/>
          </a:prstGeom>
        </p:spPr>
      </p:pic>
      <p:pic>
        <p:nvPicPr>
          <p:cNvPr id="461" name="Graphic 460">
            <a:extLst>
              <a:ext uri="{FF2B5EF4-FFF2-40B4-BE49-F238E27FC236}">
                <a16:creationId xmlns:a16="http://schemas.microsoft.com/office/drawing/2014/main" id="{9890D479-F145-ACF1-916E-46855C16B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rcRect/>
          <a:stretch/>
        </p:blipFill>
        <p:spPr>
          <a:xfrm>
            <a:off x="5328701" y="3116148"/>
            <a:ext cx="136398" cy="136398"/>
          </a:xfrm>
          <a:prstGeom prst="rect">
            <a:avLst/>
          </a:prstGeom>
        </p:spPr>
      </p:pic>
      <p:pic>
        <p:nvPicPr>
          <p:cNvPr id="541" name="Graphic 540">
            <a:extLst>
              <a:ext uri="{FF2B5EF4-FFF2-40B4-BE49-F238E27FC236}">
                <a16:creationId xmlns:a16="http://schemas.microsoft.com/office/drawing/2014/main" id="{B5B0A1A7-E9F2-18A0-9EE1-E20355C9A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rcRect/>
          <a:stretch/>
        </p:blipFill>
        <p:spPr>
          <a:xfrm>
            <a:off x="5328701" y="3570696"/>
            <a:ext cx="136398" cy="136398"/>
          </a:xfrm>
          <a:prstGeom prst="rect">
            <a:avLst/>
          </a:prstGeom>
        </p:spPr>
      </p:pic>
      <p:pic>
        <p:nvPicPr>
          <p:cNvPr id="637" name="Graphic 636">
            <a:extLst>
              <a:ext uri="{FF2B5EF4-FFF2-40B4-BE49-F238E27FC236}">
                <a16:creationId xmlns:a16="http://schemas.microsoft.com/office/drawing/2014/main" id="{0986C580-D0DE-ADC6-8E24-018F20E4C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/>
        </p:blipFill>
        <p:spPr>
          <a:xfrm>
            <a:off x="5328701" y="4025244"/>
            <a:ext cx="136398" cy="136398"/>
          </a:xfrm>
          <a:prstGeom prst="rect">
            <a:avLst/>
          </a:prstGeom>
        </p:spPr>
      </p:pic>
      <p:pic>
        <p:nvPicPr>
          <p:cNvPr id="717" name="Graphic 716">
            <a:extLst>
              <a:ext uri="{FF2B5EF4-FFF2-40B4-BE49-F238E27FC236}">
                <a16:creationId xmlns:a16="http://schemas.microsoft.com/office/drawing/2014/main" id="{08DB3020-1954-6442-BAE8-2A871CF18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5328701" y="4479792"/>
            <a:ext cx="136398" cy="136398"/>
          </a:xfrm>
          <a:prstGeom prst="rect">
            <a:avLst/>
          </a:prstGeom>
        </p:spPr>
      </p:pic>
      <p:pic>
        <p:nvPicPr>
          <p:cNvPr id="809" name="Graphic 808">
            <a:extLst>
              <a:ext uri="{FF2B5EF4-FFF2-40B4-BE49-F238E27FC236}">
                <a16:creationId xmlns:a16="http://schemas.microsoft.com/office/drawing/2014/main" id="{10DC4AA4-2A99-B25D-8AD2-EC48EB6C8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rcRect/>
          <a:stretch/>
        </p:blipFill>
        <p:spPr>
          <a:xfrm>
            <a:off x="5328701" y="4934340"/>
            <a:ext cx="136398" cy="136398"/>
          </a:xfrm>
          <a:prstGeom prst="rect">
            <a:avLst/>
          </a:prstGeom>
        </p:spPr>
      </p:pic>
      <p:pic>
        <p:nvPicPr>
          <p:cNvPr id="901" name="Graphic 900">
            <a:extLst>
              <a:ext uri="{FF2B5EF4-FFF2-40B4-BE49-F238E27FC236}">
                <a16:creationId xmlns:a16="http://schemas.microsoft.com/office/drawing/2014/main" id="{E25CFA76-A92D-4D2D-22E7-309F979FF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rcRect/>
          <a:stretch/>
        </p:blipFill>
        <p:spPr>
          <a:xfrm>
            <a:off x="5328701" y="5388888"/>
            <a:ext cx="136398" cy="136398"/>
          </a:xfrm>
          <a:prstGeom prst="rect">
            <a:avLst/>
          </a:prstGeom>
        </p:spPr>
      </p:pic>
      <p:pic>
        <p:nvPicPr>
          <p:cNvPr id="975" name="Graphic 974">
            <a:extLst>
              <a:ext uri="{FF2B5EF4-FFF2-40B4-BE49-F238E27FC236}">
                <a16:creationId xmlns:a16="http://schemas.microsoft.com/office/drawing/2014/main" id="{C514D5CC-E6D4-994D-8131-2CBFE1131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rcRect/>
          <a:stretch/>
        </p:blipFill>
        <p:spPr>
          <a:xfrm>
            <a:off x="5328701" y="5843437"/>
            <a:ext cx="136398" cy="136398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A11F0BF6-BA5E-0C60-722F-3DDF9883FB82}"/>
              </a:ext>
            </a:extLst>
          </p:cNvPr>
          <p:cNvSpPr txBox="1"/>
          <p:nvPr/>
        </p:nvSpPr>
        <p:spPr>
          <a:xfrm>
            <a:off x="5182382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49CED036-563F-65A4-755E-96D7B53EDE4B}"/>
              </a:ext>
            </a:extLst>
          </p:cNvPr>
          <p:cNvSpPr txBox="1"/>
          <p:nvPr/>
        </p:nvSpPr>
        <p:spPr>
          <a:xfrm>
            <a:off x="5182382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284CA6E6-E3D7-66D0-2290-5CEB1DAD6FAD}"/>
              </a:ext>
            </a:extLst>
          </p:cNvPr>
          <p:cNvSpPr txBox="1"/>
          <p:nvPr/>
        </p:nvSpPr>
        <p:spPr>
          <a:xfrm>
            <a:off x="5182382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 Smoking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DA2226E2-DCB6-EB20-CC68-693CCB8EDF1A}"/>
              </a:ext>
            </a:extLst>
          </p:cNvPr>
          <p:cNvSpPr txBox="1"/>
          <p:nvPr/>
        </p:nvSpPr>
        <p:spPr>
          <a:xfrm>
            <a:off x="5182382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Paypal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033591B5-98C1-71CF-DD38-42803B6C84F6}"/>
              </a:ext>
            </a:extLst>
          </p:cNvPr>
          <p:cNvSpPr txBox="1"/>
          <p:nvPr/>
        </p:nvSpPr>
        <p:spPr>
          <a:xfrm>
            <a:off x="5182382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Cross</a:t>
            </a: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53E37471-A35A-22E1-DD71-05D57A67D8D2}"/>
              </a:ext>
            </a:extLst>
          </p:cNvPr>
          <p:cNvSpPr txBox="1"/>
          <p:nvPr/>
        </p:nvSpPr>
        <p:spPr>
          <a:xfrm>
            <a:off x="5182382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Printer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BA5892CD-20AD-95AA-19D5-57B70F43D096}"/>
              </a:ext>
            </a:extLst>
          </p:cNvPr>
          <p:cNvSpPr txBox="1"/>
          <p:nvPr/>
        </p:nvSpPr>
        <p:spPr>
          <a:xfrm>
            <a:off x="5182382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Security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87C362DF-A80C-7AA7-585B-FC2857969A50}"/>
              </a:ext>
            </a:extLst>
          </p:cNvPr>
          <p:cNvSpPr txBox="1"/>
          <p:nvPr/>
        </p:nvSpPr>
        <p:spPr>
          <a:xfrm>
            <a:off x="5182382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00" name="TextBox 1199">
            <a:extLst>
              <a:ext uri="{FF2B5EF4-FFF2-40B4-BE49-F238E27FC236}">
                <a16:creationId xmlns:a16="http://schemas.microsoft.com/office/drawing/2014/main" id="{18C86152-2735-1DFD-39C7-1085A26A9E88}"/>
              </a:ext>
            </a:extLst>
          </p:cNvPr>
          <p:cNvSpPr txBox="1"/>
          <p:nvPr/>
        </p:nvSpPr>
        <p:spPr>
          <a:xfrm>
            <a:off x="5182382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Swap App</a:t>
            </a:r>
          </a:p>
        </p:txBody>
      </p:sp>
      <p:sp>
        <p:nvSpPr>
          <p:cNvPr id="1222" name="TextBox 1221">
            <a:extLst>
              <a:ext uri="{FF2B5EF4-FFF2-40B4-BE49-F238E27FC236}">
                <a16:creationId xmlns:a16="http://schemas.microsoft.com/office/drawing/2014/main" id="{20C612F9-34D3-D03D-5AC6-3EFB7973E742}"/>
              </a:ext>
            </a:extLst>
          </p:cNvPr>
          <p:cNvSpPr txBox="1"/>
          <p:nvPr/>
        </p:nvSpPr>
        <p:spPr>
          <a:xfrm>
            <a:off x="5182382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ADB91F7A-0D4B-1C2D-B6B3-450DF55D277A}"/>
              </a:ext>
            </a:extLst>
          </p:cNvPr>
          <p:cNvSpPr txBox="1"/>
          <p:nvPr/>
        </p:nvSpPr>
        <p:spPr>
          <a:xfrm>
            <a:off x="5182382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Secure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16D11945-BCF2-8449-7532-65AFEA130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rcRect/>
          <a:stretch/>
        </p:blipFill>
        <p:spPr>
          <a:xfrm>
            <a:off x="5784448" y="1297955"/>
            <a:ext cx="136398" cy="136398"/>
          </a:xfrm>
          <a:prstGeom prst="rect">
            <a:avLst/>
          </a:prstGeom>
        </p:spPr>
      </p:pic>
      <p:pic>
        <p:nvPicPr>
          <p:cNvPr id="185" name="Graphic 184">
            <a:extLst>
              <a:ext uri="{FF2B5EF4-FFF2-40B4-BE49-F238E27FC236}">
                <a16:creationId xmlns:a16="http://schemas.microsoft.com/office/drawing/2014/main" id="{482F20DE-4EBA-7335-9F24-9F8A247E4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rcRect/>
          <a:stretch/>
        </p:blipFill>
        <p:spPr>
          <a:xfrm>
            <a:off x="5784448" y="1752503"/>
            <a:ext cx="136398" cy="136398"/>
          </a:xfrm>
          <a:prstGeom prst="rect">
            <a:avLst/>
          </a:prstGeom>
        </p:spPr>
      </p:pic>
      <p:pic>
        <p:nvPicPr>
          <p:cNvPr id="289" name="Graphic 288">
            <a:extLst>
              <a:ext uri="{FF2B5EF4-FFF2-40B4-BE49-F238E27FC236}">
                <a16:creationId xmlns:a16="http://schemas.microsoft.com/office/drawing/2014/main" id="{D0647708-0BF8-9307-E0E2-D98F1D16E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rcRect/>
          <a:stretch/>
        </p:blipFill>
        <p:spPr>
          <a:xfrm>
            <a:off x="5784448" y="2207052"/>
            <a:ext cx="136398" cy="136398"/>
          </a:xfrm>
          <a:prstGeom prst="rect">
            <a:avLst/>
          </a:prstGeom>
        </p:spPr>
      </p:pic>
      <p:pic>
        <p:nvPicPr>
          <p:cNvPr id="361" name="Graphic 360">
            <a:extLst>
              <a:ext uri="{FF2B5EF4-FFF2-40B4-BE49-F238E27FC236}">
                <a16:creationId xmlns:a16="http://schemas.microsoft.com/office/drawing/2014/main" id="{6631845E-F760-57B9-36E9-6C90A54447E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rcRect/>
          <a:stretch/>
        </p:blipFill>
        <p:spPr>
          <a:xfrm>
            <a:off x="5784448" y="2683300"/>
            <a:ext cx="136398" cy="92998"/>
          </a:xfrm>
          <a:prstGeom prst="rect">
            <a:avLst/>
          </a:prstGeom>
        </p:spPr>
      </p:pic>
      <p:pic>
        <p:nvPicPr>
          <p:cNvPr id="465" name="Graphic 464">
            <a:extLst>
              <a:ext uri="{FF2B5EF4-FFF2-40B4-BE49-F238E27FC236}">
                <a16:creationId xmlns:a16="http://schemas.microsoft.com/office/drawing/2014/main" id="{4ECC25C2-3DE8-0E27-1EFE-C5749918F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5784448" y="3116148"/>
            <a:ext cx="136398" cy="136398"/>
          </a:xfrm>
          <a:prstGeom prst="rect">
            <a:avLst/>
          </a:prstGeom>
        </p:spPr>
      </p:pic>
      <p:pic>
        <p:nvPicPr>
          <p:cNvPr id="545" name="Graphic 544">
            <a:extLst>
              <a:ext uri="{FF2B5EF4-FFF2-40B4-BE49-F238E27FC236}">
                <a16:creationId xmlns:a16="http://schemas.microsoft.com/office/drawing/2014/main" id="{C3C1C568-49A7-4D89-198D-B063CFBDD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rcRect/>
          <a:stretch/>
        </p:blipFill>
        <p:spPr>
          <a:xfrm>
            <a:off x="5784448" y="3570696"/>
            <a:ext cx="136398" cy="136398"/>
          </a:xfrm>
          <a:prstGeom prst="rect">
            <a:avLst/>
          </a:prstGeom>
        </p:spPr>
      </p:pic>
      <p:pic>
        <p:nvPicPr>
          <p:cNvPr id="641" name="Graphic 640">
            <a:extLst>
              <a:ext uri="{FF2B5EF4-FFF2-40B4-BE49-F238E27FC236}">
                <a16:creationId xmlns:a16="http://schemas.microsoft.com/office/drawing/2014/main" id="{47B4B963-AC5F-4840-1D65-B6DD8A8E7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rcRect/>
          <a:stretch/>
        </p:blipFill>
        <p:spPr>
          <a:xfrm>
            <a:off x="5784448" y="4025244"/>
            <a:ext cx="136398" cy="136398"/>
          </a:xfrm>
          <a:prstGeom prst="rect">
            <a:avLst/>
          </a:prstGeom>
        </p:spPr>
      </p:pic>
      <p:pic>
        <p:nvPicPr>
          <p:cNvPr id="721" name="Graphic 720">
            <a:extLst>
              <a:ext uri="{FF2B5EF4-FFF2-40B4-BE49-F238E27FC236}">
                <a16:creationId xmlns:a16="http://schemas.microsoft.com/office/drawing/2014/main" id="{D228F418-BF44-8536-D0F1-444888929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rcRect/>
          <a:stretch/>
        </p:blipFill>
        <p:spPr>
          <a:xfrm>
            <a:off x="5784448" y="4479792"/>
            <a:ext cx="136398" cy="136398"/>
          </a:xfrm>
          <a:prstGeom prst="rect">
            <a:avLst/>
          </a:prstGeom>
        </p:spPr>
      </p:pic>
      <p:pic>
        <p:nvPicPr>
          <p:cNvPr id="821" name="Graphic 820">
            <a:extLst>
              <a:ext uri="{FF2B5EF4-FFF2-40B4-BE49-F238E27FC236}">
                <a16:creationId xmlns:a16="http://schemas.microsoft.com/office/drawing/2014/main" id="{74389EB1-DB6C-54D4-B8F6-58871F127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rcRect/>
          <a:stretch/>
        </p:blipFill>
        <p:spPr>
          <a:xfrm>
            <a:off x="5784448" y="4934340"/>
            <a:ext cx="136398" cy="136398"/>
          </a:xfrm>
          <a:prstGeom prst="rect">
            <a:avLst/>
          </a:prstGeom>
        </p:spPr>
      </p:pic>
      <p:pic>
        <p:nvPicPr>
          <p:cNvPr id="941" name="Graphic 940">
            <a:extLst>
              <a:ext uri="{FF2B5EF4-FFF2-40B4-BE49-F238E27FC236}">
                <a16:creationId xmlns:a16="http://schemas.microsoft.com/office/drawing/2014/main" id="{108DDEC2-91DA-D2F0-46EF-DBE25C1C2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rcRect/>
          <a:stretch/>
        </p:blipFill>
        <p:spPr>
          <a:xfrm>
            <a:off x="5784448" y="5388888"/>
            <a:ext cx="136398" cy="136398"/>
          </a:xfrm>
          <a:prstGeom prst="rect">
            <a:avLst/>
          </a:prstGeom>
        </p:spPr>
      </p:pic>
      <p:pic>
        <p:nvPicPr>
          <p:cNvPr id="983" name="Graphic 982">
            <a:extLst>
              <a:ext uri="{FF2B5EF4-FFF2-40B4-BE49-F238E27FC236}">
                <a16:creationId xmlns:a16="http://schemas.microsoft.com/office/drawing/2014/main" id="{26B3ABBF-1BFD-AF9F-11AD-9D27AAEFF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rcRect/>
          <a:stretch/>
        </p:blipFill>
        <p:spPr>
          <a:xfrm>
            <a:off x="5784448" y="5843437"/>
            <a:ext cx="136398" cy="136398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061D5A5B-30D2-A303-4113-AECF72BA6D95}"/>
              </a:ext>
            </a:extLst>
          </p:cNvPr>
          <p:cNvSpPr txBox="1"/>
          <p:nvPr/>
        </p:nvSpPr>
        <p:spPr>
          <a:xfrm>
            <a:off x="5638129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999F279-3C5E-4F73-DE45-200168DE51BA}"/>
              </a:ext>
            </a:extLst>
          </p:cNvPr>
          <p:cNvSpPr txBox="1"/>
          <p:nvPr/>
        </p:nvSpPr>
        <p:spPr>
          <a:xfrm>
            <a:off x="5638129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SMS Text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8011B45-0CA6-72D4-1233-22D09F48C7BA}"/>
              </a:ext>
            </a:extLst>
          </p:cNvPr>
          <p:cNvSpPr txBox="1"/>
          <p:nvPr/>
        </p:nvSpPr>
        <p:spPr>
          <a:xfrm>
            <a:off x="5638129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Notepad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40208090-497D-BBA8-2D91-50DF843B8594}"/>
              </a:ext>
            </a:extLst>
          </p:cNvPr>
          <p:cNvSpPr txBox="1"/>
          <p:nvPr/>
        </p:nvSpPr>
        <p:spPr>
          <a:xfrm>
            <a:off x="5638129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Payto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C72731DE-7BA0-6295-C4BC-AAAD0B72B7D4}"/>
              </a:ext>
            </a:extLst>
          </p:cNvPr>
          <p:cNvSpPr txBox="1"/>
          <p:nvPr/>
        </p:nvSpPr>
        <p:spPr>
          <a:xfrm>
            <a:off x="5638129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Down</a:t>
            </a: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7453A8CC-245B-E9A5-4891-5965CC4707C7}"/>
              </a:ext>
            </a:extLst>
          </p:cNvPr>
          <p:cNvSpPr txBox="1"/>
          <p:nvPr/>
        </p:nvSpPr>
        <p:spPr>
          <a:xfrm>
            <a:off x="5638129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Private Barrier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73860452-FDDB-3E89-E25D-63427FA239EA}"/>
              </a:ext>
            </a:extLst>
          </p:cNvPr>
          <p:cNvSpPr txBox="1"/>
          <p:nvPr/>
        </p:nvSpPr>
        <p:spPr>
          <a:xfrm>
            <a:off x="5638129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Send</a:t>
            </a:r>
          </a:p>
        </p:txBody>
      </p:sp>
      <p:sp>
        <p:nvSpPr>
          <p:cNvPr id="1179" name="TextBox 1178">
            <a:extLst>
              <a:ext uri="{FF2B5EF4-FFF2-40B4-BE49-F238E27FC236}">
                <a16:creationId xmlns:a16="http://schemas.microsoft.com/office/drawing/2014/main" id="{B89FD1FB-5A40-BDA1-C20B-AF8A82EA5B9A}"/>
              </a:ext>
            </a:extLst>
          </p:cNvPr>
          <p:cNvSpPr txBox="1"/>
          <p:nvPr/>
        </p:nvSpPr>
        <p:spPr>
          <a:xfrm>
            <a:off x="5638129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One</a:t>
            </a:r>
          </a:p>
        </p:txBody>
      </p:sp>
      <p:sp>
        <p:nvSpPr>
          <p:cNvPr id="1201" name="TextBox 1200">
            <a:extLst>
              <a:ext uri="{FF2B5EF4-FFF2-40B4-BE49-F238E27FC236}">
                <a16:creationId xmlns:a16="http://schemas.microsoft.com/office/drawing/2014/main" id="{937A3052-3806-3ACB-1B03-21C351CBEE28}"/>
              </a:ext>
            </a:extLst>
          </p:cNvPr>
          <p:cNvSpPr txBox="1"/>
          <p:nvPr/>
        </p:nvSpPr>
        <p:spPr>
          <a:xfrm>
            <a:off x="5638129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Sweets</a:t>
            </a: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A4F7F35-82E4-A5B5-DA88-B632C31E49D5}"/>
              </a:ext>
            </a:extLst>
          </p:cNvPr>
          <p:cNvSpPr txBox="1"/>
          <p:nvPr/>
        </p:nvSpPr>
        <p:spPr>
          <a:xfrm>
            <a:off x="5638129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Delivery</a:t>
            </a:r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69DD4136-A02E-EB14-E2BC-1DD3120BEE1C}"/>
              </a:ext>
            </a:extLst>
          </p:cNvPr>
          <p:cNvSpPr txBox="1"/>
          <p:nvPr/>
        </p:nvSpPr>
        <p:spPr>
          <a:xfrm>
            <a:off x="5638129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A2563889-7DBC-21D7-A299-CA88D4356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rcRect/>
          <a:stretch/>
        </p:blipFill>
        <p:spPr>
          <a:xfrm>
            <a:off x="6240195" y="1297955"/>
            <a:ext cx="136398" cy="136398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AFD61DC0-FBB5-A116-076D-38CD88B39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rcRect/>
          <a:stretch/>
        </p:blipFill>
        <p:spPr>
          <a:xfrm>
            <a:off x="6240195" y="1752503"/>
            <a:ext cx="136398" cy="136398"/>
          </a:xfrm>
          <a:prstGeom prst="rect">
            <a:avLst/>
          </a:prstGeom>
        </p:spPr>
      </p:pic>
      <p:pic>
        <p:nvPicPr>
          <p:cNvPr id="293" name="Graphic 292">
            <a:extLst>
              <a:ext uri="{FF2B5EF4-FFF2-40B4-BE49-F238E27FC236}">
                <a16:creationId xmlns:a16="http://schemas.microsoft.com/office/drawing/2014/main" id="{F324B924-3A67-315A-B0E3-579879CD3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rcRect/>
          <a:stretch/>
        </p:blipFill>
        <p:spPr>
          <a:xfrm>
            <a:off x="6240195" y="2207052"/>
            <a:ext cx="136398" cy="136398"/>
          </a:xfrm>
          <a:prstGeom prst="rect">
            <a:avLst/>
          </a:prstGeom>
        </p:spPr>
      </p:pic>
      <p:pic>
        <p:nvPicPr>
          <p:cNvPr id="397" name="Graphic 396">
            <a:extLst>
              <a:ext uri="{FF2B5EF4-FFF2-40B4-BE49-F238E27FC236}">
                <a16:creationId xmlns:a16="http://schemas.microsoft.com/office/drawing/2014/main" id="{48145B59-4306-5563-628E-812F47F4F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rcRect/>
          <a:stretch/>
        </p:blipFill>
        <p:spPr>
          <a:xfrm>
            <a:off x="6240195" y="2661600"/>
            <a:ext cx="136398" cy="136398"/>
          </a:xfrm>
          <a:prstGeom prst="rect">
            <a:avLst/>
          </a:prstGeom>
        </p:spPr>
      </p:pic>
      <p:pic>
        <p:nvPicPr>
          <p:cNvPr id="469" name="Graphic 468">
            <a:extLst>
              <a:ext uri="{FF2B5EF4-FFF2-40B4-BE49-F238E27FC236}">
                <a16:creationId xmlns:a16="http://schemas.microsoft.com/office/drawing/2014/main" id="{D26B5B96-E1C7-0FA4-446F-76984A0C7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rcRect/>
          <a:stretch/>
        </p:blipFill>
        <p:spPr>
          <a:xfrm>
            <a:off x="6240195" y="3116148"/>
            <a:ext cx="136398" cy="136398"/>
          </a:xfrm>
          <a:prstGeom prst="rect">
            <a:avLst/>
          </a:prstGeom>
        </p:spPr>
      </p:pic>
      <p:pic>
        <p:nvPicPr>
          <p:cNvPr id="549" name="Graphic 548">
            <a:extLst>
              <a:ext uri="{FF2B5EF4-FFF2-40B4-BE49-F238E27FC236}">
                <a16:creationId xmlns:a16="http://schemas.microsoft.com/office/drawing/2014/main" id="{6B2D9FCA-8762-BDBD-018D-73DDA68C4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rcRect/>
          <a:stretch/>
        </p:blipFill>
        <p:spPr>
          <a:xfrm>
            <a:off x="6240195" y="3570696"/>
            <a:ext cx="136398" cy="136398"/>
          </a:xfrm>
          <a:prstGeom prst="rect">
            <a:avLst/>
          </a:prstGeom>
        </p:spPr>
      </p:pic>
      <p:pic>
        <p:nvPicPr>
          <p:cNvPr id="645" name="Graphic 644">
            <a:extLst>
              <a:ext uri="{FF2B5EF4-FFF2-40B4-BE49-F238E27FC236}">
                <a16:creationId xmlns:a16="http://schemas.microsoft.com/office/drawing/2014/main" id="{E0793B99-B819-FC6A-7C14-8BB7F3AB1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rcRect/>
          <a:stretch/>
        </p:blipFill>
        <p:spPr>
          <a:xfrm>
            <a:off x="6240195" y="4025244"/>
            <a:ext cx="136398" cy="136398"/>
          </a:xfrm>
          <a:prstGeom prst="rect">
            <a:avLst/>
          </a:prstGeom>
        </p:spPr>
      </p:pic>
      <p:pic>
        <p:nvPicPr>
          <p:cNvPr id="729" name="Graphic 728">
            <a:extLst>
              <a:ext uri="{FF2B5EF4-FFF2-40B4-BE49-F238E27FC236}">
                <a16:creationId xmlns:a16="http://schemas.microsoft.com/office/drawing/2014/main" id="{A11BEA60-12FA-9B3B-DB75-82D34E285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rcRect/>
          <a:stretch/>
        </p:blipFill>
        <p:spPr>
          <a:xfrm>
            <a:off x="6240195" y="4479792"/>
            <a:ext cx="136398" cy="136398"/>
          </a:xfrm>
          <a:prstGeom prst="rect">
            <a:avLst/>
          </a:prstGeom>
        </p:spPr>
      </p:pic>
      <p:pic>
        <p:nvPicPr>
          <p:cNvPr id="817" name="Graphic 816">
            <a:extLst>
              <a:ext uri="{FF2B5EF4-FFF2-40B4-BE49-F238E27FC236}">
                <a16:creationId xmlns:a16="http://schemas.microsoft.com/office/drawing/2014/main" id="{6589D2E8-834F-5FE3-2F1E-E087806E50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rcRect/>
          <a:stretch/>
        </p:blipFill>
        <p:spPr>
          <a:xfrm>
            <a:off x="6240195" y="4934340"/>
            <a:ext cx="136398" cy="136398"/>
          </a:xfrm>
          <a:prstGeom prst="rect">
            <a:avLst/>
          </a:prstGeom>
        </p:spPr>
      </p:pic>
      <p:pic>
        <p:nvPicPr>
          <p:cNvPr id="905" name="Graphic 904">
            <a:extLst>
              <a:ext uri="{FF2B5EF4-FFF2-40B4-BE49-F238E27FC236}">
                <a16:creationId xmlns:a16="http://schemas.microsoft.com/office/drawing/2014/main" id="{97A71BF2-149E-FCD1-8B26-0884178A4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rcRect/>
          <a:stretch/>
        </p:blipFill>
        <p:spPr>
          <a:xfrm>
            <a:off x="6240195" y="5388888"/>
            <a:ext cx="136398" cy="136398"/>
          </a:xfrm>
          <a:prstGeom prst="rect">
            <a:avLst/>
          </a:prstGeom>
        </p:spPr>
      </p:pic>
      <p:pic>
        <p:nvPicPr>
          <p:cNvPr id="979" name="Graphic 978">
            <a:extLst>
              <a:ext uri="{FF2B5EF4-FFF2-40B4-BE49-F238E27FC236}">
                <a16:creationId xmlns:a16="http://schemas.microsoft.com/office/drawing/2014/main" id="{D6D35E86-5B96-AB0C-5AE4-387E3AA61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rcRect/>
          <a:stretch/>
        </p:blipFill>
        <p:spPr>
          <a:xfrm>
            <a:off x="6240195" y="5843437"/>
            <a:ext cx="136398" cy="136398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B99453BA-C586-F2B6-2754-0C0619A367B7}"/>
              </a:ext>
            </a:extLst>
          </p:cNvPr>
          <p:cNvSpPr txBox="1"/>
          <p:nvPr/>
        </p:nvSpPr>
        <p:spPr>
          <a:xfrm>
            <a:off x="609387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B16B89EB-3C5C-9187-4FAF-D66E643CB385}"/>
              </a:ext>
            </a:extLst>
          </p:cNvPr>
          <p:cNvSpPr txBox="1"/>
          <p:nvPr/>
        </p:nvSpPr>
        <p:spPr>
          <a:xfrm>
            <a:off x="609387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Swap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Change Plan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78D19817-EAC3-9AF1-14C8-1DF182E1B98E}"/>
              </a:ext>
            </a:extLst>
          </p:cNvPr>
          <p:cNvSpPr txBox="1"/>
          <p:nvPr/>
        </p:nvSpPr>
        <p:spPr>
          <a:xfrm>
            <a:off x="609387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6F2FDA3B-14BE-2488-A5F8-1CC3A1441151}"/>
              </a:ext>
            </a:extLst>
          </p:cNvPr>
          <p:cNvSpPr txBox="1"/>
          <p:nvPr/>
        </p:nvSpPr>
        <p:spPr>
          <a:xfrm>
            <a:off x="609387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CE448D03-6757-BE55-7425-483BDCB73735}"/>
              </a:ext>
            </a:extLst>
          </p:cNvPr>
          <p:cNvSpPr txBox="1"/>
          <p:nvPr/>
        </p:nvSpPr>
        <p:spPr>
          <a:xfrm>
            <a:off x="609387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F358F20-E9F1-35D0-490F-7BF8BCDEAC5F}"/>
              </a:ext>
            </a:extLst>
          </p:cNvPr>
          <p:cNvSpPr txBox="1"/>
          <p:nvPr/>
        </p:nvSpPr>
        <p:spPr>
          <a:xfrm>
            <a:off x="609387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596D54A6-71F8-9707-62F2-F8A122FF8DD8}"/>
              </a:ext>
            </a:extLst>
          </p:cNvPr>
          <p:cNvSpPr txBox="1"/>
          <p:nvPr/>
        </p:nvSpPr>
        <p:spPr>
          <a:xfrm>
            <a:off x="609387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Sfl</a:t>
            </a:r>
            <a:r>
              <a:rPr lang="en-US" sz="300" dirty="0">
                <a:latin typeface="Yes Sans Text" panose="020B0504030101010103" pitchFamily="34" charset="77"/>
              </a:rPr>
              <a:t> Ball</a:t>
            </a:r>
          </a:p>
        </p:txBody>
      </p:sp>
      <p:sp>
        <p:nvSpPr>
          <p:cNvPr id="1180" name="TextBox 1179">
            <a:extLst>
              <a:ext uri="{FF2B5EF4-FFF2-40B4-BE49-F238E27FC236}">
                <a16:creationId xmlns:a16="http://schemas.microsoft.com/office/drawing/2014/main" id="{2FECDD60-8731-5CB7-DA6A-61D79E981211}"/>
              </a:ext>
            </a:extLst>
          </p:cNvPr>
          <p:cNvSpPr txBox="1"/>
          <p:nvPr/>
        </p:nvSpPr>
        <p:spPr>
          <a:xfrm>
            <a:off x="609387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</a:p>
        </p:txBody>
      </p:sp>
      <p:sp>
        <p:nvSpPr>
          <p:cNvPr id="1202" name="TextBox 1201">
            <a:extLst>
              <a:ext uri="{FF2B5EF4-FFF2-40B4-BE49-F238E27FC236}">
                <a16:creationId xmlns:a16="http://schemas.microsoft.com/office/drawing/2014/main" id="{6341025A-F525-2DC2-B308-C3CE0D865950}"/>
              </a:ext>
            </a:extLst>
          </p:cNvPr>
          <p:cNvSpPr txBox="1"/>
          <p:nvPr/>
        </p:nvSpPr>
        <p:spPr>
          <a:xfrm>
            <a:off x="609387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</a:t>
            </a:r>
          </a:p>
        </p:txBody>
      </p:sp>
      <p:sp>
        <p:nvSpPr>
          <p:cNvPr id="1224" name="TextBox 1223">
            <a:extLst>
              <a:ext uri="{FF2B5EF4-FFF2-40B4-BE49-F238E27FC236}">
                <a16:creationId xmlns:a16="http://schemas.microsoft.com/office/drawing/2014/main" id="{C2CBAB1B-8FC8-CEEE-D5C5-C6FDF0277203}"/>
              </a:ext>
            </a:extLst>
          </p:cNvPr>
          <p:cNvSpPr txBox="1"/>
          <p:nvPr/>
        </p:nvSpPr>
        <p:spPr>
          <a:xfrm>
            <a:off x="609387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Tracking</a:t>
            </a:r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60CA96D2-FA83-5FEC-122E-685396A67CDC}"/>
              </a:ext>
            </a:extLst>
          </p:cNvPr>
          <p:cNvSpPr txBox="1"/>
          <p:nvPr/>
        </p:nvSpPr>
        <p:spPr>
          <a:xfrm>
            <a:off x="609387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 Turbine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445FB6D9-D971-5E9B-B8DF-F5D5392BB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rcRect/>
          <a:stretch/>
        </p:blipFill>
        <p:spPr>
          <a:xfrm>
            <a:off x="6695942" y="1297955"/>
            <a:ext cx="136398" cy="136398"/>
          </a:xfrm>
          <a:prstGeom prst="rect">
            <a:avLst/>
          </a:prstGeom>
        </p:spPr>
      </p:pic>
      <p:pic>
        <p:nvPicPr>
          <p:cNvPr id="189" name="Graphic 188">
            <a:extLst>
              <a:ext uri="{FF2B5EF4-FFF2-40B4-BE49-F238E27FC236}">
                <a16:creationId xmlns:a16="http://schemas.microsoft.com/office/drawing/2014/main" id="{BD35E44B-6DA8-B6A6-9CFC-D45C3BA5B4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rcRect/>
          <a:stretch/>
        </p:blipFill>
        <p:spPr>
          <a:xfrm>
            <a:off x="6695942" y="1752503"/>
            <a:ext cx="136398" cy="136398"/>
          </a:xfrm>
          <a:prstGeom prst="rect">
            <a:avLst/>
          </a:prstGeom>
        </p:spPr>
      </p:pic>
      <p:pic>
        <p:nvPicPr>
          <p:cNvPr id="297" name="Graphic 296">
            <a:extLst>
              <a:ext uri="{FF2B5EF4-FFF2-40B4-BE49-F238E27FC236}">
                <a16:creationId xmlns:a16="http://schemas.microsoft.com/office/drawing/2014/main" id="{20C125A3-AD33-E393-4F0A-FFB31BD18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rcRect/>
          <a:stretch/>
        </p:blipFill>
        <p:spPr>
          <a:xfrm>
            <a:off x="6695942" y="2207052"/>
            <a:ext cx="136398" cy="136398"/>
          </a:xfrm>
          <a:prstGeom prst="rect">
            <a:avLst/>
          </a:prstGeom>
        </p:spPr>
      </p:pic>
      <p:pic>
        <p:nvPicPr>
          <p:cNvPr id="365" name="Graphic 364">
            <a:extLst>
              <a:ext uri="{FF2B5EF4-FFF2-40B4-BE49-F238E27FC236}">
                <a16:creationId xmlns:a16="http://schemas.microsoft.com/office/drawing/2014/main" id="{430926B5-5862-5DD4-7274-4B4505CCF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rcRect/>
          <a:stretch/>
        </p:blipFill>
        <p:spPr>
          <a:xfrm>
            <a:off x="6695942" y="2661600"/>
            <a:ext cx="136398" cy="136398"/>
          </a:xfrm>
          <a:prstGeom prst="rect">
            <a:avLst/>
          </a:prstGeom>
        </p:spPr>
      </p:pic>
      <p:pic>
        <p:nvPicPr>
          <p:cNvPr id="473" name="Graphic 472">
            <a:extLst>
              <a:ext uri="{FF2B5EF4-FFF2-40B4-BE49-F238E27FC236}">
                <a16:creationId xmlns:a16="http://schemas.microsoft.com/office/drawing/2014/main" id="{B2ED68BD-658A-70AE-F43D-DFA993E6D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rcRect/>
          <a:stretch/>
        </p:blipFill>
        <p:spPr>
          <a:xfrm>
            <a:off x="6695942" y="3116148"/>
            <a:ext cx="136398" cy="136398"/>
          </a:xfrm>
          <a:prstGeom prst="rect">
            <a:avLst/>
          </a:prstGeom>
        </p:spPr>
      </p:pic>
      <p:pic>
        <p:nvPicPr>
          <p:cNvPr id="553" name="Graphic 552">
            <a:extLst>
              <a:ext uri="{FF2B5EF4-FFF2-40B4-BE49-F238E27FC236}">
                <a16:creationId xmlns:a16="http://schemas.microsoft.com/office/drawing/2014/main" id="{E6181DBB-DF25-2A42-C4BB-15D41AF3A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rcRect/>
          <a:stretch/>
        </p:blipFill>
        <p:spPr>
          <a:xfrm>
            <a:off x="6695942" y="3570696"/>
            <a:ext cx="136398" cy="136398"/>
          </a:xfrm>
          <a:prstGeom prst="rect">
            <a:avLst/>
          </a:prstGeom>
        </p:spPr>
      </p:pic>
      <p:pic>
        <p:nvPicPr>
          <p:cNvPr id="649" name="Graphic 648">
            <a:extLst>
              <a:ext uri="{FF2B5EF4-FFF2-40B4-BE49-F238E27FC236}">
                <a16:creationId xmlns:a16="http://schemas.microsoft.com/office/drawing/2014/main" id="{CF569E9B-8523-CF3F-01B2-1811D9C33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rcRect/>
          <a:stretch/>
        </p:blipFill>
        <p:spPr>
          <a:xfrm>
            <a:off x="6695942" y="4025244"/>
            <a:ext cx="136398" cy="136398"/>
          </a:xfrm>
          <a:prstGeom prst="rect">
            <a:avLst/>
          </a:prstGeom>
        </p:spPr>
      </p:pic>
      <p:pic>
        <p:nvPicPr>
          <p:cNvPr id="725" name="Graphic 724">
            <a:extLst>
              <a:ext uri="{FF2B5EF4-FFF2-40B4-BE49-F238E27FC236}">
                <a16:creationId xmlns:a16="http://schemas.microsoft.com/office/drawing/2014/main" id="{F4EC34C8-1E11-BEBB-DDA5-93FED5CEF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6695942" y="4479792"/>
            <a:ext cx="136398" cy="136398"/>
          </a:xfrm>
          <a:prstGeom prst="rect">
            <a:avLst/>
          </a:prstGeom>
        </p:spPr>
      </p:pic>
      <p:pic>
        <p:nvPicPr>
          <p:cNvPr id="825" name="Graphic 824">
            <a:extLst>
              <a:ext uri="{FF2B5EF4-FFF2-40B4-BE49-F238E27FC236}">
                <a16:creationId xmlns:a16="http://schemas.microsoft.com/office/drawing/2014/main" id="{AA16052E-6D56-7B77-AA45-907F90842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rcRect/>
          <a:stretch/>
        </p:blipFill>
        <p:spPr>
          <a:xfrm>
            <a:off x="6695942" y="4934340"/>
            <a:ext cx="136398" cy="136398"/>
          </a:xfrm>
          <a:prstGeom prst="rect">
            <a:avLst/>
          </a:prstGeom>
        </p:spPr>
      </p:pic>
      <p:pic>
        <p:nvPicPr>
          <p:cNvPr id="909" name="Graphic 908">
            <a:extLst>
              <a:ext uri="{FF2B5EF4-FFF2-40B4-BE49-F238E27FC236}">
                <a16:creationId xmlns:a16="http://schemas.microsoft.com/office/drawing/2014/main" id="{F6F90F63-2A67-6167-C585-D6BDF7375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rcRect/>
          <a:stretch/>
        </p:blipFill>
        <p:spPr>
          <a:xfrm>
            <a:off x="6695942" y="5388888"/>
            <a:ext cx="136398" cy="136398"/>
          </a:xfrm>
          <a:prstGeom prst="rect">
            <a:avLst/>
          </a:prstGeom>
        </p:spPr>
      </p:pic>
      <p:pic>
        <p:nvPicPr>
          <p:cNvPr id="977" name="Graphic 976">
            <a:extLst>
              <a:ext uri="{FF2B5EF4-FFF2-40B4-BE49-F238E27FC236}">
                <a16:creationId xmlns:a16="http://schemas.microsoft.com/office/drawing/2014/main" id="{0948EB4B-3F76-8334-7DE1-A77C86F79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rcRect/>
          <a:stretch/>
        </p:blipFill>
        <p:spPr>
          <a:xfrm>
            <a:off x="6695942" y="5843437"/>
            <a:ext cx="136398" cy="136398"/>
          </a:xfrm>
          <a:prstGeom prst="rect">
            <a:avLst/>
          </a:prstGeom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A770001B-50CF-3EAA-28E3-3D1F37D4B1A1}"/>
              </a:ext>
            </a:extLst>
          </p:cNvPr>
          <p:cNvSpPr txBox="1"/>
          <p:nvPr/>
        </p:nvSpPr>
        <p:spPr>
          <a:xfrm>
            <a:off x="654962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BD5DB497-EA54-59F7-0DC1-A97A5E52A5D5}"/>
              </a:ext>
            </a:extLst>
          </p:cNvPr>
          <p:cNvSpPr txBox="1"/>
          <p:nvPr/>
        </p:nvSpPr>
        <p:spPr>
          <a:xfrm>
            <a:off x="654962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8718AFD-CC4B-BDD2-DCE6-E7979C08143D}"/>
              </a:ext>
            </a:extLst>
          </p:cNvPr>
          <p:cNvSpPr txBox="1"/>
          <p:nvPr/>
        </p:nvSpPr>
        <p:spPr>
          <a:xfrm>
            <a:off x="654962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98452E7D-203D-9819-2571-ECB0FC1ADCBE}"/>
              </a:ext>
            </a:extLst>
          </p:cNvPr>
          <p:cNvSpPr txBox="1"/>
          <p:nvPr/>
        </p:nvSpPr>
        <p:spPr>
          <a:xfrm>
            <a:off x="654962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 Ruler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6C61FAF4-0BD1-BC14-4CBC-9D8BD0D0F861}"/>
              </a:ext>
            </a:extLst>
          </p:cNvPr>
          <p:cNvSpPr txBox="1"/>
          <p:nvPr/>
        </p:nvSpPr>
        <p:spPr>
          <a:xfrm>
            <a:off x="654962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Pause</a:t>
            </a: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D9F93F95-9FDA-0E29-7655-DB45461B17EF}"/>
              </a:ext>
            </a:extLst>
          </p:cNvPr>
          <p:cNvSpPr txBox="1"/>
          <p:nvPr/>
        </p:nvSpPr>
        <p:spPr>
          <a:xfrm>
            <a:off x="654962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 Filled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59E5DAEC-82EE-64EB-4108-2F51CDB1D4D9}"/>
              </a:ext>
            </a:extLst>
          </p:cNvPr>
          <p:cNvSpPr txBox="1"/>
          <p:nvPr/>
        </p:nvSpPr>
        <p:spPr>
          <a:xfrm>
            <a:off x="654962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Android</a:t>
            </a:r>
          </a:p>
        </p:txBody>
      </p:sp>
      <p:sp>
        <p:nvSpPr>
          <p:cNvPr id="1181" name="TextBox 1180">
            <a:extLst>
              <a:ext uri="{FF2B5EF4-FFF2-40B4-BE49-F238E27FC236}">
                <a16:creationId xmlns:a16="http://schemas.microsoft.com/office/drawing/2014/main" id="{80967A94-9E0A-0E6E-45FD-DB16687E7F6B}"/>
              </a:ext>
            </a:extLst>
          </p:cNvPr>
          <p:cNvSpPr txBox="1"/>
          <p:nvPr/>
        </p:nvSpPr>
        <p:spPr>
          <a:xfrm>
            <a:off x="654962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72A941AE-1EC1-D37D-06EB-1E39F2C227AE}"/>
              </a:ext>
            </a:extLst>
          </p:cNvPr>
          <p:cNvSpPr txBox="1"/>
          <p:nvPr/>
        </p:nvSpPr>
        <p:spPr>
          <a:xfrm>
            <a:off x="654962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 Mobile</a:t>
            </a:r>
          </a:p>
        </p:txBody>
      </p:sp>
      <p:sp>
        <p:nvSpPr>
          <p:cNvPr id="1225" name="TextBox 1224">
            <a:extLst>
              <a:ext uri="{FF2B5EF4-FFF2-40B4-BE49-F238E27FC236}">
                <a16:creationId xmlns:a16="http://schemas.microsoft.com/office/drawing/2014/main" id="{CFEB4CD8-BF58-BBC8-4C64-792FCBB67F02}"/>
              </a:ext>
            </a:extLst>
          </p:cNvPr>
          <p:cNvSpPr txBox="1"/>
          <p:nvPr/>
        </p:nvSpPr>
        <p:spPr>
          <a:xfrm>
            <a:off x="654962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455E13B7-7EA2-1BF8-347C-AD0774963710}"/>
              </a:ext>
            </a:extLst>
          </p:cNvPr>
          <p:cNvSpPr txBox="1"/>
          <p:nvPr/>
        </p:nvSpPr>
        <p:spPr>
          <a:xfrm>
            <a:off x="654962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Wine Glass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9D5A23B1-601A-DF24-E7EB-84C750824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7151689" y="1297955"/>
            <a:ext cx="136398" cy="136398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8DBC4116-421B-F117-4AD2-FCC600A1B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rcRect/>
          <a:stretch/>
        </p:blipFill>
        <p:spPr>
          <a:xfrm>
            <a:off x="7151689" y="1752503"/>
            <a:ext cx="136398" cy="136398"/>
          </a:xfrm>
          <a:prstGeom prst="rect">
            <a:avLst/>
          </a:prstGeom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DA67F3A8-5962-512E-6F2B-0653476F9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rcRect/>
          <a:stretch/>
        </p:blipFill>
        <p:spPr>
          <a:xfrm>
            <a:off x="7151689" y="2207052"/>
            <a:ext cx="136398" cy="136398"/>
          </a:xfrm>
          <a:prstGeom prst="rect">
            <a:avLst/>
          </a:prstGeom>
        </p:spPr>
      </p:pic>
      <p:pic>
        <p:nvPicPr>
          <p:cNvPr id="369" name="Graphic 368">
            <a:extLst>
              <a:ext uri="{FF2B5EF4-FFF2-40B4-BE49-F238E27FC236}">
                <a16:creationId xmlns:a16="http://schemas.microsoft.com/office/drawing/2014/main" id="{4D791DBB-AA57-74E7-A53D-24B116A7E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7151689" y="2661600"/>
            <a:ext cx="136398" cy="136398"/>
          </a:xfrm>
          <a:prstGeom prst="rect">
            <a:avLst/>
          </a:prstGeom>
        </p:spPr>
      </p:pic>
      <p:pic>
        <p:nvPicPr>
          <p:cNvPr id="477" name="Graphic 476">
            <a:extLst>
              <a:ext uri="{FF2B5EF4-FFF2-40B4-BE49-F238E27FC236}">
                <a16:creationId xmlns:a16="http://schemas.microsoft.com/office/drawing/2014/main" id="{E11C26C5-CB99-C43A-AD93-C677F46CA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rcRect/>
          <a:stretch/>
        </p:blipFill>
        <p:spPr>
          <a:xfrm>
            <a:off x="7151689" y="3116148"/>
            <a:ext cx="136398" cy="136398"/>
          </a:xfrm>
          <a:prstGeom prst="rect">
            <a:avLst/>
          </a:prstGeom>
        </p:spPr>
      </p:pic>
      <p:pic>
        <p:nvPicPr>
          <p:cNvPr id="557" name="Graphic 556">
            <a:extLst>
              <a:ext uri="{FF2B5EF4-FFF2-40B4-BE49-F238E27FC236}">
                <a16:creationId xmlns:a16="http://schemas.microsoft.com/office/drawing/2014/main" id="{3FCEFB66-D4CA-BE73-4EFB-D81CB700D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7151689" y="3570696"/>
            <a:ext cx="136398" cy="136398"/>
          </a:xfrm>
          <a:prstGeom prst="rect">
            <a:avLst/>
          </a:prstGeom>
        </p:spPr>
      </p:pic>
      <p:pic>
        <p:nvPicPr>
          <p:cNvPr id="661" name="Graphic 660">
            <a:extLst>
              <a:ext uri="{FF2B5EF4-FFF2-40B4-BE49-F238E27FC236}">
                <a16:creationId xmlns:a16="http://schemas.microsoft.com/office/drawing/2014/main" id="{F272DE39-67F0-4D76-B56B-40B287167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rcRect/>
          <a:stretch/>
        </p:blipFill>
        <p:spPr>
          <a:xfrm>
            <a:off x="7151689" y="4025244"/>
            <a:ext cx="136398" cy="136398"/>
          </a:xfrm>
          <a:prstGeom prst="rect">
            <a:avLst/>
          </a:prstGeom>
        </p:spPr>
      </p:pic>
      <p:pic>
        <p:nvPicPr>
          <p:cNvPr id="733" name="Graphic 732">
            <a:extLst>
              <a:ext uri="{FF2B5EF4-FFF2-40B4-BE49-F238E27FC236}">
                <a16:creationId xmlns:a16="http://schemas.microsoft.com/office/drawing/2014/main" id="{B741E7EA-E662-3609-0B40-5CBC74BA3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rcRect/>
          <a:stretch/>
        </p:blipFill>
        <p:spPr>
          <a:xfrm>
            <a:off x="7151689" y="4479792"/>
            <a:ext cx="136398" cy="136398"/>
          </a:xfrm>
          <a:prstGeom prst="rect">
            <a:avLst/>
          </a:prstGeom>
        </p:spPr>
      </p:pic>
      <p:pic>
        <p:nvPicPr>
          <p:cNvPr id="829" name="Graphic 828">
            <a:extLst>
              <a:ext uri="{FF2B5EF4-FFF2-40B4-BE49-F238E27FC236}">
                <a16:creationId xmlns:a16="http://schemas.microsoft.com/office/drawing/2014/main" id="{F4B6407E-3846-DF76-7D57-3B48491C5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rcRect/>
          <a:stretch/>
        </p:blipFill>
        <p:spPr>
          <a:xfrm>
            <a:off x="7151689" y="4934340"/>
            <a:ext cx="136398" cy="136398"/>
          </a:xfrm>
          <a:prstGeom prst="rect">
            <a:avLst/>
          </a:prstGeom>
        </p:spPr>
      </p:pic>
      <p:pic>
        <p:nvPicPr>
          <p:cNvPr id="913" name="Graphic 912">
            <a:extLst>
              <a:ext uri="{FF2B5EF4-FFF2-40B4-BE49-F238E27FC236}">
                <a16:creationId xmlns:a16="http://schemas.microsoft.com/office/drawing/2014/main" id="{68AB4D1E-DA57-B0AC-6FF8-EF6F2C9AD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rcRect/>
          <a:stretch/>
        </p:blipFill>
        <p:spPr>
          <a:xfrm>
            <a:off x="7151689" y="5388888"/>
            <a:ext cx="136398" cy="136398"/>
          </a:xfrm>
          <a:prstGeom prst="rect">
            <a:avLst/>
          </a:prstGeom>
        </p:spPr>
      </p:pic>
      <p:pic>
        <p:nvPicPr>
          <p:cNvPr id="981" name="Graphic 980">
            <a:extLst>
              <a:ext uri="{FF2B5EF4-FFF2-40B4-BE49-F238E27FC236}">
                <a16:creationId xmlns:a16="http://schemas.microsoft.com/office/drawing/2014/main" id="{F936964A-0C20-6D8F-2D58-6EBD2DF2E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rcRect/>
          <a:stretch/>
        </p:blipFill>
        <p:spPr>
          <a:xfrm>
            <a:off x="7151689" y="5843437"/>
            <a:ext cx="136398" cy="136398"/>
          </a:xfrm>
          <a:prstGeom prst="rect">
            <a:avLst/>
          </a:prstGeom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29F3B51E-8CFD-57E9-2DFE-296998D3E251}"/>
              </a:ext>
            </a:extLst>
          </p:cNvPr>
          <p:cNvSpPr txBox="1"/>
          <p:nvPr/>
        </p:nvSpPr>
        <p:spPr>
          <a:xfrm>
            <a:off x="70053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3A1CD84F-C717-1652-8DB4-6C09EF2C53F7}"/>
              </a:ext>
            </a:extLst>
          </p:cNvPr>
          <p:cNvSpPr txBox="1"/>
          <p:nvPr/>
        </p:nvSpPr>
        <p:spPr>
          <a:xfrm>
            <a:off x="70053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08A014A-B758-1492-1A4E-E16F88EC4415}"/>
              </a:ext>
            </a:extLst>
          </p:cNvPr>
          <p:cNvSpPr txBox="1"/>
          <p:nvPr/>
        </p:nvSpPr>
        <p:spPr>
          <a:xfrm>
            <a:off x="70053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Bell Filled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D76D9F2-34DD-A95B-3E39-E4BC8DABBEEE}"/>
              </a:ext>
            </a:extLst>
          </p:cNvPr>
          <p:cNvSpPr txBox="1"/>
          <p:nvPr/>
        </p:nvSpPr>
        <p:spPr>
          <a:xfrm>
            <a:off x="70053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DBA0C29E-B7CB-4F2D-43F9-1207DD33FB47}"/>
              </a:ext>
            </a:extLst>
          </p:cNvPr>
          <p:cNvSpPr txBox="1"/>
          <p:nvPr/>
        </p:nvSpPr>
        <p:spPr>
          <a:xfrm>
            <a:off x="70053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Plus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5353C588-0BFD-860F-D71E-DA3F37830DFC}"/>
              </a:ext>
            </a:extLst>
          </p:cNvPr>
          <p:cNvSpPr txBox="1"/>
          <p:nvPr/>
        </p:nvSpPr>
        <p:spPr>
          <a:xfrm>
            <a:off x="70053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Cog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207BF34F-4F2C-25A7-F6F4-B9E3330E974C}"/>
              </a:ext>
            </a:extLst>
          </p:cNvPr>
          <p:cNvSpPr txBox="1"/>
          <p:nvPr/>
        </p:nvSpPr>
        <p:spPr>
          <a:xfrm>
            <a:off x="70053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IOS</a:t>
            </a: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A5FC65C9-D270-DBCB-4E8F-EF07286892B7}"/>
              </a:ext>
            </a:extLst>
          </p:cNvPr>
          <p:cNvSpPr txBox="1"/>
          <p:nvPr/>
        </p:nvSpPr>
        <p:spPr>
          <a:xfrm>
            <a:off x="70053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Two</a:t>
            </a: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30E54E37-78A0-AF34-54F3-F2EA103848BB}"/>
              </a:ext>
            </a:extLst>
          </p:cNvPr>
          <p:cNvSpPr txBox="1"/>
          <p:nvPr/>
        </p:nvSpPr>
        <p:spPr>
          <a:xfrm>
            <a:off x="70053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Television</a:t>
            </a:r>
          </a:p>
        </p:txBody>
      </p:sp>
      <p:sp>
        <p:nvSpPr>
          <p:cNvPr id="1226" name="TextBox 1225">
            <a:extLst>
              <a:ext uri="{FF2B5EF4-FFF2-40B4-BE49-F238E27FC236}">
                <a16:creationId xmlns:a16="http://schemas.microsoft.com/office/drawing/2014/main" id="{16447148-23EA-54AD-5CA3-C05BB57FE225}"/>
              </a:ext>
            </a:extLst>
          </p:cNvPr>
          <p:cNvSpPr txBox="1"/>
          <p:nvPr/>
        </p:nvSpPr>
        <p:spPr>
          <a:xfrm>
            <a:off x="70053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35D214AC-228E-0906-577C-8D431A5551C8}"/>
              </a:ext>
            </a:extLst>
          </p:cNvPr>
          <p:cNvSpPr txBox="1"/>
          <p:nvPr/>
        </p:nvSpPr>
        <p:spPr>
          <a:xfrm>
            <a:off x="70053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X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223E64BA-43EB-0363-FE6E-F54DD7575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rcRect/>
          <a:stretch/>
        </p:blipFill>
        <p:spPr>
          <a:xfrm>
            <a:off x="7607436" y="1297955"/>
            <a:ext cx="136398" cy="136398"/>
          </a:xfrm>
          <a:prstGeom prst="rect">
            <a:avLst/>
          </a:prstGeom>
        </p:spPr>
      </p:pic>
      <p:pic>
        <p:nvPicPr>
          <p:cNvPr id="217" name="Graphic 216">
            <a:extLst>
              <a:ext uri="{FF2B5EF4-FFF2-40B4-BE49-F238E27FC236}">
                <a16:creationId xmlns:a16="http://schemas.microsoft.com/office/drawing/2014/main" id="{914F422A-F162-D297-8E99-106E4B9BF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rcRect/>
          <a:stretch/>
        </p:blipFill>
        <p:spPr>
          <a:xfrm>
            <a:off x="7607436" y="1752503"/>
            <a:ext cx="136398" cy="136398"/>
          </a:xfrm>
          <a:prstGeom prst="rect">
            <a:avLst/>
          </a:prstGeom>
        </p:spPr>
      </p:pic>
      <p:pic>
        <p:nvPicPr>
          <p:cNvPr id="305" name="Graphic 304">
            <a:extLst>
              <a:ext uri="{FF2B5EF4-FFF2-40B4-BE49-F238E27FC236}">
                <a16:creationId xmlns:a16="http://schemas.microsoft.com/office/drawing/2014/main" id="{D460B6DD-9E58-93BF-5628-569CA98A0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rcRect/>
          <a:stretch/>
        </p:blipFill>
        <p:spPr>
          <a:xfrm>
            <a:off x="7607436" y="2207052"/>
            <a:ext cx="136398" cy="136398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C1F284A1-FB91-0109-9FE4-0C177D2A9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rcRect/>
          <a:stretch/>
        </p:blipFill>
        <p:spPr>
          <a:xfrm>
            <a:off x="7607436" y="2661600"/>
            <a:ext cx="136398" cy="136398"/>
          </a:xfrm>
          <a:prstGeom prst="rect">
            <a:avLst/>
          </a:prstGeom>
        </p:spPr>
      </p:pic>
      <p:pic>
        <p:nvPicPr>
          <p:cNvPr id="481" name="Graphic 480">
            <a:extLst>
              <a:ext uri="{FF2B5EF4-FFF2-40B4-BE49-F238E27FC236}">
                <a16:creationId xmlns:a16="http://schemas.microsoft.com/office/drawing/2014/main" id="{D9201AD2-87FF-5EAD-83E5-DD5D812FF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rcRect/>
          <a:stretch/>
        </p:blipFill>
        <p:spPr>
          <a:xfrm>
            <a:off x="7607436" y="3116148"/>
            <a:ext cx="136398" cy="136398"/>
          </a:xfrm>
          <a:prstGeom prst="rect">
            <a:avLst/>
          </a:prstGeom>
        </p:spPr>
      </p:pic>
      <p:pic>
        <p:nvPicPr>
          <p:cNvPr id="561" name="Graphic 560">
            <a:extLst>
              <a:ext uri="{FF2B5EF4-FFF2-40B4-BE49-F238E27FC236}">
                <a16:creationId xmlns:a16="http://schemas.microsoft.com/office/drawing/2014/main" id="{6E539C42-AB32-0F73-17CA-2EB1EB1A9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rcRect/>
          <a:stretch/>
        </p:blipFill>
        <p:spPr>
          <a:xfrm>
            <a:off x="7607436" y="3570696"/>
            <a:ext cx="136398" cy="136398"/>
          </a:xfrm>
          <a:prstGeom prst="rect">
            <a:avLst/>
          </a:prstGeom>
        </p:spPr>
      </p:pic>
      <p:pic>
        <p:nvPicPr>
          <p:cNvPr id="653" name="Graphic 652">
            <a:extLst>
              <a:ext uri="{FF2B5EF4-FFF2-40B4-BE49-F238E27FC236}">
                <a16:creationId xmlns:a16="http://schemas.microsoft.com/office/drawing/2014/main" id="{01A735DC-36B0-672A-302A-D63584882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rcRect/>
          <a:stretch/>
        </p:blipFill>
        <p:spPr>
          <a:xfrm>
            <a:off x="7607436" y="4025244"/>
            <a:ext cx="136398" cy="136398"/>
          </a:xfrm>
          <a:prstGeom prst="rect">
            <a:avLst/>
          </a:prstGeom>
        </p:spPr>
      </p:pic>
      <p:pic>
        <p:nvPicPr>
          <p:cNvPr id="741" name="Graphic 740">
            <a:extLst>
              <a:ext uri="{FF2B5EF4-FFF2-40B4-BE49-F238E27FC236}">
                <a16:creationId xmlns:a16="http://schemas.microsoft.com/office/drawing/2014/main" id="{EFD604E2-409D-10FC-1AB8-44847840B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rcRect/>
          <a:stretch/>
        </p:blipFill>
        <p:spPr>
          <a:xfrm>
            <a:off x="7607436" y="4479792"/>
            <a:ext cx="136398" cy="136398"/>
          </a:xfrm>
          <a:prstGeom prst="rect">
            <a:avLst/>
          </a:prstGeom>
        </p:spPr>
      </p:pic>
      <p:pic>
        <p:nvPicPr>
          <p:cNvPr id="837" name="Graphic 836">
            <a:extLst>
              <a:ext uri="{FF2B5EF4-FFF2-40B4-BE49-F238E27FC236}">
                <a16:creationId xmlns:a16="http://schemas.microsoft.com/office/drawing/2014/main" id="{799599AF-7779-3C17-A54A-DEB33483F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rcRect/>
          <a:stretch/>
        </p:blipFill>
        <p:spPr>
          <a:xfrm>
            <a:off x="7607436" y="4934340"/>
            <a:ext cx="136398" cy="136398"/>
          </a:xfrm>
          <a:prstGeom prst="rect">
            <a:avLst/>
          </a:prstGeom>
        </p:spPr>
      </p:pic>
      <p:pic>
        <p:nvPicPr>
          <p:cNvPr id="917" name="Graphic 916">
            <a:extLst>
              <a:ext uri="{FF2B5EF4-FFF2-40B4-BE49-F238E27FC236}">
                <a16:creationId xmlns:a16="http://schemas.microsoft.com/office/drawing/2014/main" id="{7C6C5CE1-623A-7925-243F-C30D84A7E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rcRect/>
          <a:stretch/>
        </p:blipFill>
        <p:spPr>
          <a:xfrm>
            <a:off x="7607436" y="5388888"/>
            <a:ext cx="136398" cy="136398"/>
          </a:xfrm>
          <a:prstGeom prst="rect">
            <a:avLst/>
          </a:prstGeom>
        </p:spPr>
      </p:pic>
      <p:pic>
        <p:nvPicPr>
          <p:cNvPr id="991" name="Graphic 990">
            <a:extLst>
              <a:ext uri="{FF2B5EF4-FFF2-40B4-BE49-F238E27FC236}">
                <a16:creationId xmlns:a16="http://schemas.microsoft.com/office/drawing/2014/main" id="{E3A395A4-DB59-647A-2B12-B14289FB2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rcRect/>
          <a:stretch/>
        </p:blipFill>
        <p:spPr>
          <a:xfrm>
            <a:off x="7607436" y="5843437"/>
            <a:ext cx="136398" cy="136398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2F8C0897-F0A3-3DED-A141-BEFE182D6C8D}"/>
              </a:ext>
            </a:extLst>
          </p:cNvPr>
          <p:cNvSpPr txBox="1"/>
          <p:nvPr/>
        </p:nvSpPr>
        <p:spPr>
          <a:xfrm>
            <a:off x="746111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Loading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BFFC6823-B655-92B8-9757-2048A10F24BB}"/>
              </a:ext>
            </a:extLst>
          </p:cNvPr>
          <p:cNvSpPr txBox="1"/>
          <p:nvPr/>
        </p:nvSpPr>
        <p:spPr>
          <a:xfrm>
            <a:off x="746111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4G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2C973FBB-B90C-438D-C391-DAD392684150}"/>
              </a:ext>
            </a:extLst>
          </p:cNvPr>
          <p:cNvSpPr txBox="1"/>
          <p:nvPr/>
        </p:nvSpPr>
        <p:spPr>
          <a:xfrm>
            <a:off x="746111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F61398D6-69BF-F212-8329-6CE88136A15E}"/>
              </a:ext>
            </a:extLst>
          </p:cNvPr>
          <p:cNvSpPr txBox="1"/>
          <p:nvPr/>
        </p:nvSpPr>
        <p:spPr>
          <a:xfrm>
            <a:off x="746111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Chat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Bubble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7850F834-143F-7DE1-71B9-B3B591124A23}"/>
              </a:ext>
            </a:extLst>
          </p:cNvPr>
          <p:cNvSpPr txBox="1"/>
          <p:nvPr/>
        </p:nvSpPr>
        <p:spPr>
          <a:xfrm>
            <a:off x="746111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Signal</a:t>
            </a: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F767DC2A-4D0C-1C61-4B55-8EFCB8807F68}"/>
              </a:ext>
            </a:extLst>
          </p:cNvPr>
          <p:cNvSpPr txBox="1"/>
          <p:nvPr/>
        </p:nvSpPr>
        <p:spPr>
          <a:xfrm>
            <a:off x="746111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Cross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EE6DC596-803D-DB7A-059F-52CC6CE305D4}"/>
              </a:ext>
            </a:extLst>
          </p:cNvPr>
          <p:cNvSpPr txBox="1"/>
          <p:nvPr/>
        </p:nvSpPr>
        <p:spPr>
          <a:xfrm>
            <a:off x="746111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</a:t>
            </a:r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3D23FEEE-F70D-B834-83A5-CC9255C6200D}"/>
              </a:ext>
            </a:extLst>
          </p:cNvPr>
          <p:cNvSpPr txBox="1"/>
          <p:nvPr/>
        </p:nvSpPr>
        <p:spPr>
          <a:xfrm>
            <a:off x="746111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Wave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9A13C2DE-C516-707B-E55D-F33B974C0AD9}"/>
              </a:ext>
            </a:extLst>
          </p:cNvPr>
          <p:cNvSpPr txBox="1"/>
          <p:nvPr/>
        </p:nvSpPr>
        <p:spPr>
          <a:xfrm>
            <a:off x="746111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227" name="TextBox 1226">
            <a:extLst>
              <a:ext uri="{FF2B5EF4-FFF2-40B4-BE49-F238E27FC236}">
                <a16:creationId xmlns:a16="http://schemas.microsoft.com/office/drawing/2014/main" id="{94CA16DD-4874-A2DF-9A70-33E81EA1D34E}"/>
              </a:ext>
            </a:extLst>
          </p:cNvPr>
          <p:cNvSpPr txBox="1"/>
          <p:nvPr/>
        </p:nvSpPr>
        <p:spPr>
          <a:xfrm>
            <a:off x="746111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7BA0B596-024C-FFCD-604F-D2CF13BCFB44}"/>
              </a:ext>
            </a:extLst>
          </p:cNvPr>
          <p:cNvSpPr txBox="1"/>
          <p:nvPr/>
        </p:nvSpPr>
        <p:spPr>
          <a:xfrm>
            <a:off x="746111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E0CF1B6C-6A1F-474E-3EB5-91CEAC34F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rcRect/>
          <a:stretch/>
        </p:blipFill>
        <p:spPr>
          <a:xfrm>
            <a:off x="8063183" y="1297955"/>
            <a:ext cx="136398" cy="136398"/>
          </a:xfrm>
          <a:prstGeom prst="rect">
            <a:avLst/>
          </a:prstGeom>
        </p:spPr>
      </p:pic>
      <p:pic>
        <p:nvPicPr>
          <p:cNvPr id="213" name="Graphic 212">
            <a:extLst>
              <a:ext uri="{FF2B5EF4-FFF2-40B4-BE49-F238E27FC236}">
                <a16:creationId xmlns:a16="http://schemas.microsoft.com/office/drawing/2014/main" id="{97EA730D-525F-17BC-5FA6-069139C63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rcRect/>
          <a:stretch/>
        </p:blipFill>
        <p:spPr>
          <a:xfrm>
            <a:off x="8063183" y="1752503"/>
            <a:ext cx="136398" cy="136398"/>
          </a:xfrm>
          <a:prstGeom prst="rect">
            <a:avLst/>
          </a:prstGeom>
        </p:spPr>
      </p:pic>
      <p:pic>
        <p:nvPicPr>
          <p:cNvPr id="309" name="Graphic 308">
            <a:extLst>
              <a:ext uri="{FF2B5EF4-FFF2-40B4-BE49-F238E27FC236}">
                <a16:creationId xmlns:a16="http://schemas.microsoft.com/office/drawing/2014/main" id="{23547F2D-584E-F727-C569-3D2992E9F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rcRect/>
          <a:stretch/>
        </p:blipFill>
        <p:spPr>
          <a:xfrm>
            <a:off x="8063183" y="2207052"/>
            <a:ext cx="136398" cy="136398"/>
          </a:xfrm>
          <a:prstGeom prst="rect">
            <a:avLst/>
          </a:prstGeom>
        </p:spPr>
      </p:pic>
      <p:pic>
        <p:nvPicPr>
          <p:cNvPr id="377" name="Graphic 376">
            <a:extLst>
              <a:ext uri="{FF2B5EF4-FFF2-40B4-BE49-F238E27FC236}">
                <a16:creationId xmlns:a16="http://schemas.microsoft.com/office/drawing/2014/main" id="{96F3E004-3B4A-5525-E7DC-0F36A0D39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rcRect/>
          <a:stretch/>
        </p:blipFill>
        <p:spPr>
          <a:xfrm>
            <a:off x="8063183" y="2661600"/>
            <a:ext cx="136398" cy="136398"/>
          </a:xfrm>
          <a:prstGeom prst="rect">
            <a:avLst/>
          </a:prstGeom>
        </p:spPr>
      </p:pic>
      <p:pic>
        <p:nvPicPr>
          <p:cNvPr id="489" name="Graphic 488">
            <a:extLst>
              <a:ext uri="{FF2B5EF4-FFF2-40B4-BE49-F238E27FC236}">
                <a16:creationId xmlns:a16="http://schemas.microsoft.com/office/drawing/2014/main" id="{8648B126-7B6F-8BBE-7120-FBC2C810C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rcRect/>
          <a:stretch/>
        </p:blipFill>
        <p:spPr>
          <a:xfrm>
            <a:off x="8063183" y="3116148"/>
            <a:ext cx="136398" cy="136398"/>
          </a:xfrm>
          <a:prstGeom prst="rect">
            <a:avLst/>
          </a:prstGeom>
        </p:spPr>
      </p:pic>
      <p:pic>
        <p:nvPicPr>
          <p:cNvPr id="573" name="Graphic 572">
            <a:extLst>
              <a:ext uri="{FF2B5EF4-FFF2-40B4-BE49-F238E27FC236}">
                <a16:creationId xmlns:a16="http://schemas.microsoft.com/office/drawing/2014/main" id="{C68D633B-43D0-6E52-A303-80E99C549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rcRect/>
          <a:stretch/>
        </p:blipFill>
        <p:spPr>
          <a:xfrm>
            <a:off x="8063183" y="3570696"/>
            <a:ext cx="136398" cy="136398"/>
          </a:xfrm>
          <a:prstGeom prst="rect">
            <a:avLst/>
          </a:prstGeom>
        </p:spPr>
      </p:pic>
      <p:pic>
        <p:nvPicPr>
          <p:cNvPr id="657" name="Graphic 656">
            <a:extLst>
              <a:ext uri="{FF2B5EF4-FFF2-40B4-BE49-F238E27FC236}">
                <a16:creationId xmlns:a16="http://schemas.microsoft.com/office/drawing/2014/main" id="{FD66858A-DA68-9055-9324-4BC187CAA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rcRect/>
          <a:stretch/>
        </p:blipFill>
        <p:spPr>
          <a:xfrm>
            <a:off x="8063183" y="4025244"/>
            <a:ext cx="136398" cy="136398"/>
          </a:xfrm>
          <a:prstGeom prst="rect">
            <a:avLst/>
          </a:prstGeom>
        </p:spPr>
      </p:pic>
      <p:pic>
        <p:nvPicPr>
          <p:cNvPr id="745" name="Graphic 744">
            <a:extLst>
              <a:ext uri="{FF2B5EF4-FFF2-40B4-BE49-F238E27FC236}">
                <a16:creationId xmlns:a16="http://schemas.microsoft.com/office/drawing/2014/main" id="{197C1955-8D0C-4EA3-B1C9-5398A7B4C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rcRect/>
          <a:stretch/>
        </p:blipFill>
        <p:spPr>
          <a:xfrm>
            <a:off x="8063183" y="4479792"/>
            <a:ext cx="136398" cy="136398"/>
          </a:xfrm>
          <a:prstGeom prst="rect">
            <a:avLst/>
          </a:prstGeom>
        </p:spPr>
      </p:pic>
      <p:pic>
        <p:nvPicPr>
          <p:cNvPr id="833" name="Graphic 832">
            <a:extLst>
              <a:ext uri="{FF2B5EF4-FFF2-40B4-BE49-F238E27FC236}">
                <a16:creationId xmlns:a16="http://schemas.microsoft.com/office/drawing/2014/main" id="{F86E1A24-36D3-5BDB-5640-C86B3C69F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rcRect/>
          <a:stretch/>
        </p:blipFill>
        <p:spPr>
          <a:xfrm>
            <a:off x="8063183" y="4934340"/>
            <a:ext cx="136398" cy="136398"/>
          </a:xfrm>
          <a:prstGeom prst="rect">
            <a:avLst/>
          </a:prstGeom>
        </p:spPr>
      </p:pic>
      <p:pic>
        <p:nvPicPr>
          <p:cNvPr id="921" name="Graphic 920">
            <a:extLst>
              <a:ext uri="{FF2B5EF4-FFF2-40B4-BE49-F238E27FC236}">
                <a16:creationId xmlns:a16="http://schemas.microsoft.com/office/drawing/2014/main" id="{C3A1C724-8C9A-AF3B-F17E-BF4A9C5D3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rcRect/>
          <a:stretch/>
        </p:blipFill>
        <p:spPr>
          <a:xfrm>
            <a:off x="8063183" y="5388888"/>
            <a:ext cx="136398" cy="136398"/>
          </a:xfrm>
          <a:prstGeom prst="rect">
            <a:avLst/>
          </a:prstGeom>
        </p:spPr>
      </p:pic>
      <p:pic>
        <p:nvPicPr>
          <p:cNvPr id="987" name="Graphic 986">
            <a:extLst>
              <a:ext uri="{FF2B5EF4-FFF2-40B4-BE49-F238E27FC236}">
                <a16:creationId xmlns:a16="http://schemas.microsoft.com/office/drawing/2014/main" id="{D31A8572-8729-81EB-11C5-EF5664F52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rcRect/>
          <a:stretch/>
        </p:blipFill>
        <p:spPr>
          <a:xfrm>
            <a:off x="8063183" y="5843437"/>
            <a:ext cx="136398" cy="136398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1A503728-DE97-D11C-E528-A58B69FE2F15}"/>
              </a:ext>
            </a:extLst>
          </p:cNvPr>
          <p:cNvSpPr txBox="1"/>
          <p:nvPr/>
        </p:nvSpPr>
        <p:spPr>
          <a:xfrm>
            <a:off x="791686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Location Pin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345A840-1880-CA92-58FE-5243DA5AE6F8}"/>
              </a:ext>
            </a:extLst>
          </p:cNvPr>
          <p:cNvSpPr txBox="1"/>
          <p:nvPr/>
        </p:nvSpPr>
        <p:spPr>
          <a:xfrm>
            <a:off x="791686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5G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A3F55C8C-CDCD-3016-E768-C24C5EDB97F7}"/>
              </a:ext>
            </a:extLst>
          </p:cNvPr>
          <p:cNvSpPr txBox="1"/>
          <p:nvPr/>
        </p:nvSpPr>
        <p:spPr>
          <a:xfrm>
            <a:off x="791686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 Filled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210E1B73-C00F-0BC4-168C-89A89A3CFEBB}"/>
              </a:ext>
            </a:extLst>
          </p:cNvPr>
          <p:cNvSpPr txBox="1"/>
          <p:nvPr/>
        </p:nvSpPr>
        <p:spPr>
          <a:xfrm>
            <a:off x="791686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Award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05739A1A-A142-52A2-E841-60E38E69E208}"/>
              </a:ext>
            </a:extLst>
          </p:cNvPr>
          <p:cNvSpPr txBox="1"/>
          <p:nvPr/>
        </p:nvSpPr>
        <p:spPr>
          <a:xfrm>
            <a:off x="791686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Tick</a:t>
            </a: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AF2C71F0-3F61-FFA4-AB95-5BC4250F6709}"/>
              </a:ext>
            </a:extLst>
          </p:cNvPr>
          <p:cNvSpPr txBox="1"/>
          <p:nvPr/>
        </p:nvSpPr>
        <p:spPr>
          <a:xfrm>
            <a:off x="791686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Arrows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247FD957-E212-2E27-891C-305C050DEC20}"/>
              </a:ext>
            </a:extLst>
          </p:cNvPr>
          <p:cNvSpPr txBox="1"/>
          <p:nvPr/>
        </p:nvSpPr>
        <p:spPr>
          <a:xfrm>
            <a:off x="791686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Filled</a:t>
            </a: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39FD220D-EB93-93E5-2FDF-31DF10DB4E0D}"/>
              </a:ext>
            </a:extLst>
          </p:cNvPr>
          <p:cNvSpPr txBox="1"/>
          <p:nvPr/>
        </p:nvSpPr>
        <p:spPr>
          <a:xfrm>
            <a:off x="791686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Spinner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1ADB0B94-A5AC-D4CB-BC69-F670AED22264}"/>
              </a:ext>
            </a:extLst>
          </p:cNvPr>
          <p:cNvSpPr txBox="1"/>
          <p:nvPr/>
        </p:nvSpPr>
        <p:spPr>
          <a:xfrm>
            <a:off x="791686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Thread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Needle</a:t>
            </a:r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ED7F3E2E-6362-DA84-EFF9-5B1BD723634D}"/>
              </a:ext>
            </a:extLst>
          </p:cNvPr>
          <p:cNvSpPr txBox="1"/>
          <p:nvPr/>
        </p:nvSpPr>
        <p:spPr>
          <a:xfrm>
            <a:off x="791686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r>
              <a:rPr lang="en-US" sz="300" dirty="0">
                <a:latin typeface="Yes Sans Text" panose="020B0504030101010103" pitchFamily="34" charset="77"/>
              </a:rPr>
              <a:t> Port</a:t>
            </a:r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4C9922F7-AD75-0647-2F88-1100DEB22ABC}"/>
              </a:ext>
            </a:extLst>
          </p:cNvPr>
          <p:cNvSpPr txBox="1"/>
          <p:nvPr/>
        </p:nvSpPr>
        <p:spPr>
          <a:xfrm>
            <a:off x="791686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 Filled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F25A124C-3F27-A49A-33D5-8E2361205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rcRect/>
          <a:stretch/>
        </p:blipFill>
        <p:spPr>
          <a:xfrm>
            <a:off x="8518930" y="1297955"/>
            <a:ext cx="136398" cy="136398"/>
          </a:xfrm>
          <a:prstGeom prst="rect">
            <a:avLst/>
          </a:prstGeom>
        </p:spPr>
      </p:pic>
      <p:pic>
        <p:nvPicPr>
          <p:cNvPr id="221" name="Graphic 220">
            <a:extLst>
              <a:ext uri="{FF2B5EF4-FFF2-40B4-BE49-F238E27FC236}">
                <a16:creationId xmlns:a16="http://schemas.microsoft.com/office/drawing/2014/main" id="{49755D2C-BEEC-B91D-2BA9-DBA5F1930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rcRect/>
          <a:stretch/>
        </p:blipFill>
        <p:spPr>
          <a:xfrm>
            <a:off x="8518930" y="1752503"/>
            <a:ext cx="136398" cy="136398"/>
          </a:xfrm>
          <a:prstGeom prst="rect">
            <a:avLst/>
          </a:prstGeom>
        </p:spPr>
      </p:pic>
      <p:pic>
        <p:nvPicPr>
          <p:cNvPr id="313" name="Graphic 312">
            <a:extLst>
              <a:ext uri="{FF2B5EF4-FFF2-40B4-BE49-F238E27FC236}">
                <a16:creationId xmlns:a16="http://schemas.microsoft.com/office/drawing/2014/main" id="{576E21C5-D227-BBB5-1ACA-86D0691556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rcRect/>
          <a:stretch/>
        </p:blipFill>
        <p:spPr>
          <a:xfrm>
            <a:off x="8518930" y="2207052"/>
            <a:ext cx="136398" cy="136398"/>
          </a:xfrm>
          <a:prstGeom prst="rect">
            <a:avLst/>
          </a:prstGeom>
        </p:spPr>
      </p:pic>
      <p:pic>
        <p:nvPicPr>
          <p:cNvPr id="381" name="Graphic 380">
            <a:extLst>
              <a:ext uri="{FF2B5EF4-FFF2-40B4-BE49-F238E27FC236}">
                <a16:creationId xmlns:a16="http://schemas.microsoft.com/office/drawing/2014/main" id="{5BFC9767-9DFC-3935-6550-D30E21160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rcRect/>
          <a:stretch/>
        </p:blipFill>
        <p:spPr>
          <a:xfrm>
            <a:off x="8518930" y="2661600"/>
            <a:ext cx="136398" cy="136398"/>
          </a:xfrm>
          <a:prstGeom prst="rect">
            <a:avLst/>
          </a:prstGeom>
        </p:spPr>
      </p:pic>
      <p:pic>
        <p:nvPicPr>
          <p:cNvPr id="485" name="Graphic 484">
            <a:extLst>
              <a:ext uri="{FF2B5EF4-FFF2-40B4-BE49-F238E27FC236}">
                <a16:creationId xmlns:a16="http://schemas.microsoft.com/office/drawing/2014/main" id="{84726BCF-8DD1-2796-4F9E-69B633BAA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rcRect/>
          <a:stretch/>
        </p:blipFill>
        <p:spPr>
          <a:xfrm>
            <a:off x="8518930" y="3116148"/>
            <a:ext cx="136398" cy="136398"/>
          </a:xfrm>
          <a:prstGeom prst="rect">
            <a:avLst/>
          </a:prstGeom>
        </p:spPr>
      </p:pic>
      <p:pic>
        <p:nvPicPr>
          <p:cNvPr id="569" name="Graphic 568">
            <a:extLst>
              <a:ext uri="{FF2B5EF4-FFF2-40B4-BE49-F238E27FC236}">
                <a16:creationId xmlns:a16="http://schemas.microsoft.com/office/drawing/2014/main" id="{DAE4D9BA-3B49-4743-D824-B473BE623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rcRect/>
          <a:stretch/>
        </p:blipFill>
        <p:spPr>
          <a:xfrm>
            <a:off x="8518930" y="3570696"/>
            <a:ext cx="136398" cy="136398"/>
          </a:xfrm>
          <a:prstGeom prst="rect">
            <a:avLst/>
          </a:prstGeom>
        </p:spPr>
      </p:pic>
      <p:pic>
        <p:nvPicPr>
          <p:cNvPr id="665" name="Graphic 664">
            <a:extLst>
              <a:ext uri="{FF2B5EF4-FFF2-40B4-BE49-F238E27FC236}">
                <a16:creationId xmlns:a16="http://schemas.microsoft.com/office/drawing/2014/main" id="{84FE838D-B725-CB06-17E4-85B6F1F5F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rcRect/>
          <a:stretch/>
        </p:blipFill>
        <p:spPr>
          <a:xfrm>
            <a:off x="8518930" y="4025244"/>
            <a:ext cx="136398" cy="136398"/>
          </a:xfrm>
          <a:prstGeom prst="rect">
            <a:avLst/>
          </a:prstGeom>
        </p:spPr>
      </p:pic>
      <p:pic>
        <p:nvPicPr>
          <p:cNvPr id="749" name="Graphic 748">
            <a:extLst>
              <a:ext uri="{FF2B5EF4-FFF2-40B4-BE49-F238E27FC236}">
                <a16:creationId xmlns:a16="http://schemas.microsoft.com/office/drawing/2014/main" id="{17E81A6E-E631-618A-A19C-2F65091A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2"/>
              </a:ext>
            </a:extLst>
          </a:blip>
          <a:srcRect/>
          <a:stretch/>
        </p:blipFill>
        <p:spPr>
          <a:xfrm>
            <a:off x="8518930" y="4479792"/>
            <a:ext cx="136398" cy="136398"/>
          </a:xfrm>
          <a:prstGeom prst="rect">
            <a:avLst/>
          </a:prstGeom>
        </p:spPr>
      </p:pic>
      <p:pic>
        <p:nvPicPr>
          <p:cNvPr id="845" name="Graphic 844">
            <a:extLst>
              <a:ext uri="{FF2B5EF4-FFF2-40B4-BE49-F238E27FC236}">
                <a16:creationId xmlns:a16="http://schemas.microsoft.com/office/drawing/2014/main" id="{406FD49B-3942-0CF4-E33B-03AB0ED17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rcRect/>
          <a:stretch/>
        </p:blipFill>
        <p:spPr>
          <a:xfrm>
            <a:off x="8518930" y="4934340"/>
            <a:ext cx="136398" cy="136398"/>
          </a:xfrm>
          <a:prstGeom prst="rect">
            <a:avLst/>
          </a:prstGeom>
        </p:spPr>
      </p:pic>
      <p:pic>
        <p:nvPicPr>
          <p:cNvPr id="929" name="Graphic 928">
            <a:extLst>
              <a:ext uri="{FF2B5EF4-FFF2-40B4-BE49-F238E27FC236}">
                <a16:creationId xmlns:a16="http://schemas.microsoft.com/office/drawing/2014/main" id="{81D0356E-99C1-517B-634B-214F63570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4"/>
              </a:ext>
            </a:extLst>
          </a:blip>
          <a:srcRect/>
          <a:stretch/>
        </p:blipFill>
        <p:spPr>
          <a:xfrm>
            <a:off x="8518930" y="5388888"/>
            <a:ext cx="136398" cy="136398"/>
          </a:xfrm>
          <a:prstGeom prst="rect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8A98A916-2C4B-79DF-FC83-DC0AE6B0B567}"/>
              </a:ext>
            </a:extLst>
          </p:cNvPr>
          <p:cNvSpPr txBox="1"/>
          <p:nvPr/>
        </p:nvSpPr>
        <p:spPr>
          <a:xfrm>
            <a:off x="837261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794B065A-30C3-241A-936B-82EBDFECFF3D}"/>
              </a:ext>
            </a:extLst>
          </p:cNvPr>
          <p:cNvSpPr txBox="1"/>
          <p:nvPr/>
        </p:nvSpPr>
        <p:spPr>
          <a:xfrm>
            <a:off x="837261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8E27D2AB-7056-236D-85FD-A90D740EC8E1}"/>
              </a:ext>
            </a:extLst>
          </p:cNvPr>
          <p:cNvSpPr txBox="1"/>
          <p:nvPr/>
        </p:nvSpPr>
        <p:spPr>
          <a:xfrm>
            <a:off x="837261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Open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New Tab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BC83B80F-BCED-0F11-936D-4D24ACDE1ED6}"/>
              </a:ext>
            </a:extLst>
          </p:cNvPr>
          <p:cNvSpPr txBox="1"/>
          <p:nvPr/>
        </p:nvSpPr>
        <p:spPr>
          <a:xfrm>
            <a:off x="837261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5EEA5337-01A2-CAB5-6FB7-D1B66A2F208D}"/>
              </a:ext>
            </a:extLst>
          </p:cNvPr>
          <p:cNvSpPr txBox="1"/>
          <p:nvPr/>
        </p:nvSpPr>
        <p:spPr>
          <a:xfrm>
            <a:off x="837261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Pie</a:t>
            </a: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52FD92D9-9A94-CD67-71E3-59E29EE9F65B}"/>
              </a:ext>
            </a:extLst>
          </p:cNvPr>
          <p:cNvSpPr txBox="1"/>
          <p:nvPr/>
        </p:nvSpPr>
        <p:spPr>
          <a:xfrm>
            <a:off x="837261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1A96AB04-40D4-5E4D-BE9E-6C1C45058853}"/>
              </a:ext>
            </a:extLst>
          </p:cNvPr>
          <p:cNvSpPr txBox="1"/>
          <p:nvPr/>
        </p:nvSpPr>
        <p:spPr>
          <a:xfrm>
            <a:off x="837261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Loading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8625706E-8F14-C9A8-0F00-38D838802EEB}"/>
              </a:ext>
            </a:extLst>
          </p:cNvPr>
          <p:cNvSpPr txBox="1"/>
          <p:nvPr/>
        </p:nvSpPr>
        <p:spPr>
          <a:xfrm>
            <a:off x="837261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</a:t>
            </a:r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35AE7B79-123D-11EF-80FA-C9750932C00D}"/>
              </a:ext>
            </a:extLst>
          </p:cNvPr>
          <p:cNvSpPr txBox="1"/>
          <p:nvPr/>
        </p:nvSpPr>
        <p:spPr>
          <a:xfrm>
            <a:off x="837261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Thumbs Up</a:t>
            </a:r>
          </a:p>
        </p:txBody>
      </p:sp>
      <p:sp>
        <p:nvSpPr>
          <p:cNvPr id="1229" name="TextBox 1228">
            <a:extLst>
              <a:ext uri="{FF2B5EF4-FFF2-40B4-BE49-F238E27FC236}">
                <a16:creationId xmlns:a16="http://schemas.microsoft.com/office/drawing/2014/main" id="{4AECEFDB-B1C8-0973-BB2E-9EDF33560730}"/>
              </a:ext>
            </a:extLst>
          </p:cNvPr>
          <p:cNvSpPr txBox="1"/>
          <p:nvPr/>
        </p:nvSpPr>
        <p:spPr>
          <a:xfrm>
            <a:off x="837261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r>
              <a:rPr lang="en-US" sz="300" dirty="0">
                <a:latin typeface="Yes Sans Text" panose="020B0504030101010103" pitchFamily="34" charset="77"/>
              </a:rPr>
              <a:t> Sign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EF7A5FDF-965D-DBA6-2BE2-8639F8642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rcRect/>
          <a:stretch/>
        </p:blipFill>
        <p:spPr>
          <a:xfrm>
            <a:off x="8974677" y="1297955"/>
            <a:ext cx="136398" cy="136398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4007E6DA-84E7-BD7B-18EC-339F1770F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6"/>
              </a:ext>
            </a:extLst>
          </a:blip>
          <a:srcRect/>
          <a:stretch/>
        </p:blipFill>
        <p:spPr>
          <a:xfrm>
            <a:off x="8974677" y="1752503"/>
            <a:ext cx="136398" cy="136398"/>
          </a:xfrm>
          <a:prstGeom prst="rect">
            <a:avLst/>
          </a:prstGeom>
        </p:spPr>
      </p:pic>
      <p:pic>
        <p:nvPicPr>
          <p:cNvPr id="317" name="Graphic 316">
            <a:extLst>
              <a:ext uri="{FF2B5EF4-FFF2-40B4-BE49-F238E27FC236}">
                <a16:creationId xmlns:a16="http://schemas.microsoft.com/office/drawing/2014/main" id="{1F81C037-FE84-F9D8-1CF0-A4D69C379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rcRect/>
          <a:stretch/>
        </p:blipFill>
        <p:spPr>
          <a:xfrm>
            <a:off x="8974677" y="2207052"/>
            <a:ext cx="136398" cy="136398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26066B79-95BE-5FD7-A6A5-8A2421AB7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8"/>
              </a:ext>
            </a:extLst>
          </a:blip>
          <a:srcRect/>
          <a:stretch/>
        </p:blipFill>
        <p:spPr>
          <a:xfrm>
            <a:off x="8974677" y="2661600"/>
            <a:ext cx="136398" cy="136398"/>
          </a:xfrm>
          <a:prstGeom prst="rect">
            <a:avLst/>
          </a:prstGeom>
        </p:spPr>
      </p:pic>
      <p:pic>
        <p:nvPicPr>
          <p:cNvPr id="497" name="Graphic 496">
            <a:extLst>
              <a:ext uri="{FF2B5EF4-FFF2-40B4-BE49-F238E27FC236}">
                <a16:creationId xmlns:a16="http://schemas.microsoft.com/office/drawing/2014/main" id="{B989B394-8980-A2D3-CB0B-3ACDAD433F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rcRect/>
          <a:stretch/>
        </p:blipFill>
        <p:spPr>
          <a:xfrm>
            <a:off x="8974677" y="3116148"/>
            <a:ext cx="136398" cy="136398"/>
          </a:xfrm>
          <a:prstGeom prst="rect">
            <a:avLst/>
          </a:prstGeom>
        </p:spPr>
      </p:pic>
      <p:pic>
        <p:nvPicPr>
          <p:cNvPr id="577" name="Graphic 576">
            <a:extLst>
              <a:ext uri="{FF2B5EF4-FFF2-40B4-BE49-F238E27FC236}">
                <a16:creationId xmlns:a16="http://schemas.microsoft.com/office/drawing/2014/main" id="{3E4E3C25-E95A-DEFA-42C4-5F4537266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0"/>
              </a:ext>
            </a:extLst>
          </a:blip>
          <a:srcRect/>
          <a:stretch/>
        </p:blipFill>
        <p:spPr>
          <a:xfrm>
            <a:off x="8974677" y="3570696"/>
            <a:ext cx="136398" cy="136398"/>
          </a:xfrm>
          <a:prstGeom prst="rect">
            <a:avLst/>
          </a:prstGeom>
        </p:spPr>
      </p:pic>
      <p:pic>
        <p:nvPicPr>
          <p:cNvPr id="669" name="Graphic 668">
            <a:extLst>
              <a:ext uri="{FF2B5EF4-FFF2-40B4-BE49-F238E27FC236}">
                <a16:creationId xmlns:a16="http://schemas.microsoft.com/office/drawing/2014/main" id="{933ED258-1024-5A57-3BE9-E3C201FDC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rcRect/>
          <a:stretch/>
        </p:blipFill>
        <p:spPr>
          <a:xfrm>
            <a:off x="8974677" y="4025244"/>
            <a:ext cx="136398" cy="136398"/>
          </a:xfrm>
          <a:prstGeom prst="rect">
            <a:avLst/>
          </a:prstGeom>
        </p:spPr>
      </p:pic>
      <p:pic>
        <p:nvPicPr>
          <p:cNvPr id="753" name="Graphic 752">
            <a:extLst>
              <a:ext uri="{FF2B5EF4-FFF2-40B4-BE49-F238E27FC236}">
                <a16:creationId xmlns:a16="http://schemas.microsoft.com/office/drawing/2014/main" id="{BC607664-ED69-136C-E145-79979AC8A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2"/>
              </a:ext>
            </a:extLst>
          </a:blip>
          <a:srcRect/>
          <a:stretch/>
        </p:blipFill>
        <p:spPr>
          <a:xfrm>
            <a:off x="8974677" y="4479792"/>
            <a:ext cx="136398" cy="136398"/>
          </a:xfrm>
          <a:prstGeom prst="rect">
            <a:avLst/>
          </a:prstGeom>
        </p:spPr>
      </p:pic>
      <p:pic>
        <p:nvPicPr>
          <p:cNvPr id="841" name="Graphic 840">
            <a:extLst>
              <a:ext uri="{FF2B5EF4-FFF2-40B4-BE49-F238E27FC236}">
                <a16:creationId xmlns:a16="http://schemas.microsoft.com/office/drawing/2014/main" id="{1081B30D-07EE-DFEB-4F16-4101BB117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rcRect/>
          <a:stretch/>
        </p:blipFill>
        <p:spPr>
          <a:xfrm>
            <a:off x="8974677" y="4934340"/>
            <a:ext cx="136398" cy="136398"/>
          </a:xfrm>
          <a:prstGeom prst="rect">
            <a:avLst/>
          </a:prstGeom>
        </p:spPr>
      </p:pic>
      <p:pic>
        <p:nvPicPr>
          <p:cNvPr id="925" name="Graphic 924">
            <a:extLst>
              <a:ext uri="{FF2B5EF4-FFF2-40B4-BE49-F238E27FC236}">
                <a16:creationId xmlns:a16="http://schemas.microsoft.com/office/drawing/2014/main" id="{B13A9F19-87C9-BCF7-3C20-49C097354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rcRect/>
          <a:stretch/>
        </p:blipFill>
        <p:spPr>
          <a:xfrm>
            <a:off x="8974677" y="5388888"/>
            <a:ext cx="136398" cy="136398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2B226283-F588-291D-7D78-879186101FCB}"/>
              </a:ext>
            </a:extLst>
          </p:cNvPr>
          <p:cNvSpPr txBox="1"/>
          <p:nvPr/>
        </p:nvSpPr>
        <p:spPr>
          <a:xfrm>
            <a:off x="882835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 Filled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6BDA423-A2FF-55F8-8389-88D472033D0F}"/>
              </a:ext>
            </a:extLst>
          </p:cNvPr>
          <p:cNvSpPr txBox="1"/>
          <p:nvPr/>
        </p:nvSpPr>
        <p:spPr>
          <a:xfrm>
            <a:off x="882835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Moon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0F63BB0D-A6C8-0293-3254-6D107C5529A4}"/>
              </a:ext>
            </a:extLst>
          </p:cNvPr>
          <p:cNvSpPr txBox="1"/>
          <p:nvPr/>
        </p:nvSpPr>
        <p:spPr>
          <a:xfrm>
            <a:off x="882835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OS Fitness</a:t>
            </a: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4EA8B89E-00EF-5BCC-95DD-6074984AF9AC}"/>
              </a:ext>
            </a:extLst>
          </p:cNvPr>
          <p:cNvSpPr txBox="1"/>
          <p:nvPr/>
        </p:nvSpPr>
        <p:spPr>
          <a:xfrm>
            <a:off x="882835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Cog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F0542390-E2E5-620C-38AC-1BD0C60114E7}"/>
              </a:ext>
            </a:extLst>
          </p:cNvPr>
          <p:cNvSpPr txBox="1"/>
          <p:nvPr/>
        </p:nvSpPr>
        <p:spPr>
          <a:xfrm>
            <a:off x="882835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Piggy Bank</a:t>
            </a: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E4C40416-A9F7-0EFD-3E60-055D85B37561}"/>
              </a:ext>
            </a:extLst>
          </p:cNvPr>
          <p:cNvSpPr txBox="1"/>
          <p:nvPr/>
        </p:nvSpPr>
        <p:spPr>
          <a:xfrm>
            <a:off x="882835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 Cog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64EB313C-5B01-3B5C-5307-48CBEF5B1C8F}"/>
              </a:ext>
            </a:extLst>
          </p:cNvPr>
          <p:cNvSpPr txBox="1"/>
          <p:nvPr/>
        </p:nvSpPr>
        <p:spPr>
          <a:xfrm>
            <a:off x="882835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66E42A50-B074-7609-DA76-87738498A711}"/>
              </a:ext>
            </a:extLst>
          </p:cNvPr>
          <p:cNvSpPr txBox="1"/>
          <p:nvPr/>
        </p:nvSpPr>
        <p:spPr>
          <a:xfrm>
            <a:off x="882835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 Tour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C15A03AF-9ED9-ED9F-7159-BF159E3C8282}"/>
              </a:ext>
            </a:extLst>
          </p:cNvPr>
          <p:cNvSpPr txBox="1"/>
          <p:nvPr/>
        </p:nvSpPr>
        <p:spPr>
          <a:xfrm>
            <a:off x="882835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230" name="TextBox 1229">
            <a:extLst>
              <a:ext uri="{FF2B5EF4-FFF2-40B4-BE49-F238E27FC236}">
                <a16:creationId xmlns:a16="http://schemas.microsoft.com/office/drawing/2014/main" id="{2C2B150D-43C9-91AD-9218-07C983425A88}"/>
              </a:ext>
            </a:extLst>
          </p:cNvPr>
          <p:cNvSpPr txBox="1"/>
          <p:nvPr/>
        </p:nvSpPr>
        <p:spPr>
          <a:xfrm>
            <a:off x="882835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Vertical Lines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47E0AED-F243-38ED-C1A8-A5D5C0749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rcRect/>
          <a:stretch/>
        </p:blipFill>
        <p:spPr>
          <a:xfrm>
            <a:off x="9430424" y="1297955"/>
            <a:ext cx="136398" cy="136398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93DEE514-D2DD-4666-187D-DD1578AB4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6"/>
              </a:ext>
            </a:extLst>
          </a:blip>
          <a:srcRect/>
          <a:stretch/>
        </p:blipFill>
        <p:spPr>
          <a:xfrm>
            <a:off x="9430424" y="1752503"/>
            <a:ext cx="136398" cy="136398"/>
          </a:xfrm>
          <a:prstGeom prst="rect">
            <a:avLst/>
          </a:prstGeom>
        </p:spPr>
      </p:pic>
      <p:pic>
        <p:nvPicPr>
          <p:cNvPr id="321" name="Graphic 320">
            <a:extLst>
              <a:ext uri="{FF2B5EF4-FFF2-40B4-BE49-F238E27FC236}">
                <a16:creationId xmlns:a16="http://schemas.microsoft.com/office/drawing/2014/main" id="{676FD0A2-18BF-AB55-66D3-458B0ED01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rcRect/>
          <a:stretch/>
        </p:blipFill>
        <p:spPr>
          <a:xfrm>
            <a:off x="9430424" y="2207052"/>
            <a:ext cx="136398" cy="136398"/>
          </a:xfrm>
          <a:prstGeom prst="rect">
            <a:avLst/>
          </a:prstGeom>
        </p:spPr>
      </p:pic>
      <p:pic>
        <p:nvPicPr>
          <p:cNvPr id="389" name="Graphic 388">
            <a:extLst>
              <a:ext uri="{FF2B5EF4-FFF2-40B4-BE49-F238E27FC236}">
                <a16:creationId xmlns:a16="http://schemas.microsoft.com/office/drawing/2014/main" id="{D857498A-3353-AA51-5B4B-6C31314CA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8"/>
              </a:ext>
            </a:extLst>
          </a:blip>
          <a:srcRect/>
          <a:stretch/>
        </p:blipFill>
        <p:spPr>
          <a:xfrm>
            <a:off x="9430424" y="2661600"/>
            <a:ext cx="136398" cy="136398"/>
          </a:xfrm>
          <a:prstGeom prst="rect">
            <a:avLst/>
          </a:prstGeom>
        </p:spPr>
      </p:pic>
      <p:pic>
        <p:nvPicPr>
          <p:cNvPr id="493" name="Graphic 492">
            <a:extLst>
              <a:ext uri="{FF2B5EF4-FFF2-40B4-BE49-F238E27FC236}">
                <a16:creationId xmlns:a16="http://schemas.microsoft.com/office/drawing/2014/main" id="{3F29CA6E-7F93-DCEE-0B32-B1AC57542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rcRect/>
          <a:stretch/>
        </p:blipFill>
        <p:spPr>
          <a:xfrm>
            <a:off x="9430424" y="3116148"/>
            <a:ext cx="136398" cy="136398"/>
          </a:xfrm>
          <a:prstGeom prst="rect">
            <a:avLst/>
          </a:prstGeom>
        </p:spPr>
      </p:pic>
      <p:pic>
        <p:nvPicPr>
          <p:cNvPr id="581" name="Graphic 580">
            <a:extLst>
              <a:ext uri="{FF2B5EF4-FFF2-40B4-BE49-F238E27FC236}">
                <a16:creationId xmlns:a16="http://schemas.microsoft.com/office/drawing/2014/main" id="{5FD9F96D-A213-F792-4F68-64CE43067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0"/>
              </a:ext>
            </a:extLst>
          </a:blip>
          <a:srcRect/>
          <a:stretch/>
        </p:blipFill>
        <p:spPr>
          <a:xfrm>
            <a:off x="9430424" y="3570696"/>
            <a:ext cx="136398" cy="136398"/>
          </a:xfrm>
          <a:prstGeom prst="rect">
            <a:avLst/>
          </a:prstGeom>
        </p:spPr>
      </p:pic>
      <p:pic>
        <p:nvPicPr>
          <p:cNvPr id="673" name="Graphic 672">
            <a:extLst>
              <a:ext uri="{FF2B5EF4-FFF2-40B4-BE49-F238E27FC236}">
                <a16:creationId xmlns:a16="http://schemas.microsoft.com/office/drawing/2014/main" id="{79E13C61-2EAF-BB8C-36D4-5088B11A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rcRect/>
          <a:stretch/>
        </p:blipFill>
        <p:spPr>
          <a:xfrm>
            <a:off x="9430424" y="4025244"/>
            <a:ext cx="136398" cy="136398"/>
          </a:xfrm>
          <a:prstGeom prst="rect">
            <a:avLst/>
          </a:prstGeom>
        </p:spPr>
      </p:pic>
      <p:pic>
        <p:nvPicPr>
          <p:cNvPr id="757" name="Graphic 756">
            <a:extLst>
              <a:ext uri="{FF2B5EF4-FFF2-40B4-BE49-F238E27FC236}">
                <a16:creationId xmlns:a16="http://schemas.microsoft.com/office/drawing/2014/main" id="{966BA8BE-10F0-910B-4193-366BB6A14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2"/>
              </a:ext>
            </a:extLst>
          </a:blip>
          <a:srcRect/>
          <a:stretch/>
        </p:blipFill>
        <p:spPr>
          <a:xfrm>
            <a:off x="9430424" y="4479792"/>
            <a:ext cx="136398" cy="136398"/>
          </a:xfrm>
          <a:prstGeom prst="rect">
            <a:avLst/>
          </a:prstGeom>
        </p:spPr>
      </p:pic>
      <p:pic>
        <p:nvPicPr>
          <p:cNvPr id="849" name="Graphic 848">
            <a:extLst>
              <a:ext uri="{FF2B5EF4-FFF2-40B4-BE49-F238E27FC236}">
                <a16:creationId xmlns:a16="http://schemas.microsoft.com/office/drawing/2014/main" id="{B7D272A4-F273-D6F8-AEF5-D41707CBD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rcRect/>
          <a:stretch/>
        </p:blipFill>
        <p:spPr>
          <a:xfrm>
            <a:off x="9430424" y="4934340"/>
            <a:ext cx="136398" cy="136398"/>
          </a:xfrm>
          <a:prstGeom prst="rect">
            <a:avLst/>
          </a:prstGeom>
        </p:spPr>
      </p:pic>
      <p:pic>
        <p:nvPicPr>
          <p:cNvPr id="933" name="Graphic 932">
            <a:extLst>
              <a:ext uri="{FF2B5EF4-FFF2-40B4-BE49-F238E27FC236}">
                <a16:creationId xmlns:a16="http://schemas.microsoft.com/office/drawing/2014/main" id="{244F22DC-BD20-B36C-F967-7F5D58D62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4"/>
              </a:ext>
            </a:extLst>
          </a:blip>
          <a:srcRect/>
          <a:stretch/>
        </p:blipFill>
        <p:spPr>
          <a:xfrm>
            <a:off x="9430424" y="5388888"/>
            <a:ext cx="136398" cy="136398"/>
          </a:xfrm>
          <a:prstGeom prst="rect">
            <a:avLst/>
          </a:prstGeom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52C947FA-8BD3-53E0-9BE7-1B1535708705}"/>
              </a:ext>
            </a:extLst>
          </p:cNvPr>
          <p:cNvSpPr txBox="1"/>
          <p:nvPr/>
        </p:nvSpPr>
        <p:spPr>
          <a:xfrm>
            <a:off x="928410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Mask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DE1960B7-4A9A-D9C2-B707-DAC7AAC1AC2C}"/>
              </a:ext>
            </a:extLst>
          </p:cNvPr>
          <p:cNvSpPr txBox="1"/>
          <p:nvPr/>
        </p:nvSpPr>
        <p:spPr>
          <a:xfrm>
            <a:off x="928410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Horizontal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C6536CE-C951-7030-6178-F4896D7FC265}"/>
              </a:ext>
            </a:extLst>
          </p:cNvPr>
          <p:cNvSpPr txBox="1"/>
          <p:nvPr/>
        </p:nvSpPr>
        <p:spPr>
          <a:xfrm>
            <a:off x="928410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</a:t>
            </a: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25DE603D-7506-D667-8E3C-21DF2A03CA88}"/>
              </a:ext>
            </a:extLst>
          </p:cNvPr>
          <p:cNvSpPr txBox="1"/>
          <p:nvPr/>
        </p:nvSpPr>
        <p:spPr>
          <a:xfrm>
            <a:off x="928410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AB47CFC-3B51-0BDE-3F66-96CB44B077BF}"/>
              </a:ext>
            </a:extLst>
          </p:cNvPr>
          <p:cNvSpPr txBox="1"/>
          <p:nvPr/>
        </p:nvSpPr>
        <p:spPr>
          <a:xfrm>
            <a:off x="928410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Pinterest</a:t>
            </a: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A2738966-1553-70BB-1BE3-750AE7302555}"/>
              </a:ext>
            </a:extLst>
          </p:cNvPr>
          <p:cNvSpPr txBox="1"/>
          <p:nvPr/>
        </p:nvSpPr>
        <p:spPr>
          <a:xfrm>
            <a:off x="928410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Robot Arm</a:t>
            </a: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993865EE-4031-CF95-F94E-383731897AD5}"/>
              </a:ext>
            </a:extLst>
          </p:cNvPr>
          <p:cNvSpPr txBox="1"/>
          <p:nvPr/>
        </p:nvSpPr>
        <p:spPr>
          <a:xfrm>
            <a:off x="928410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</a:t>
            </a:r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3F4779E7-D0DB-D9F2-D19A-C79576C6880D}"/>
              </a:ext>
            </a:extLst>
          </p:cNvPr>
          <p:cNvSpPr txBox="1"/>
          <p:nvPr/>
        </p:nvSpPr>
        <p:spPr>
          <a:xfrm>
            <a:off x="928410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C49D1A37-3AF0-CC02-B75D-B52CADFDE870}"/>
              </a:ext>
            </a:extLst>
          </p:cNvPr>
          <p:cNvSpPr txBox="1"/>
          <p:nvPr/>
        </p:nvSpPr>
        <p:spPr>
          <a:xfrm>
            <a:off x="928410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Ticket</a:t>
            </a: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452EE53F-BC78-0C68-2B20-84656591B207}"/>
              </a:ext>
            </a:extLst>
          </p:cNvPr>
          <p:cNvSpPr txBox="1"/>
          <p:nvPr/>
        </p:nvSpPr>
        <p:spPr>
          <a:xfrm>
            <a:off x="928410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Video</a:t>
            </a:r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5B2F4F79-6877-E287-E294-B555B88FD35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5"/>
              </a:ext>
            </a:extLst>
          </a:blip>
          <a:srcRect/>
          <a:stretch/>
        </p:blipFill>
        <p:spPr>
          <a:xfrm>
            <a:off x="9886171" y="1319655"/>
            <a:ext cx="136398" cy="92998"/>
          </a:xfrm>
          <a:prstGeom prst="rect">
            <a:avLst/>
          </a:prstGeom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9E0C0380-86E9-512B-AB99-5A9C3D07B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6"/>
              </a:ext>
            </a:extLst>
          </a:blip>
          <a:srcRect/>
          <a:stretch/>
        </p:blipFill>
        <p:spPr>
          <a:xfrm>
            <a:off x="9886171" y="1752503"/>
            <a:ext cx="136398" cy="136398"/>
          </a:xfrm>
          <a:prstGeom prst="rect">
            <a:avLst/>
          </a:prstGeom>
        </p:spPr>
      </p:pic>
      <p:pic>
        <p:nvPicPr>
          <p:cNvPr id="325" name="Graphic 324">
            <a:extLst>
              <a:ext uri="{FF2B5EF4-FFF2-40B4-BE49-F238E27FC236}">
                <a16:creationId xmlns:a16="http://schemas.microsoft.com/office/drawing/2014/main" id="{81F14A26-9339-EAF2-5E71-D82E52D8E6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rcRect/>
          <a:stretch/>
        </p:blipFill>
        <p:spPr>
          <a:xfrm>
            <a:off x="9886171" y="2207052"/>
            <a:ext cx="136398" cy="136398"/>
          </a:xfrm>
          <a:prstGeom prst="rect">
            <a:avLst/>
          </a:prstGeom>
        </p:spPr>
      </p:pic>
      <p:pic>
        <p:nvPicPr>
          <p:cNvPr id="393" name="Graphic 392">
            <a:extLst>
              <a:ext uri="{FF2B5EF4-FFF2-40B4-BE49-F238E27FC236}">
                <a16:creationId xmlns:a16="http://schemas.microsoft.com/office/drawing/2014/main" id="{68E00C9F-98A8-36E6-0331-17BB6B826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8"/>
              </a:ext>
            </a:extLst>
          </a:blip>
          <a:srcRect/>
          <a:stretch/>
        </p:blipFill>
        <p:spPr>
          <a:xfrm>
            <a:off x="9886171" y="2661600"/>
            <a:ext cx="136398" cy="136398"/>
          </a:xfrm>
          <a:prstGeom prst="rect">
            <a:avLst/>
          </a:prstGeom>
        </p:spPr>
      </p:pic>
      <p:pic>
        <p:nvPicPr>
          <p:cNvPr id="501" name="Graphic 500">
            <a:extLst>
              <a:ext uri="{FF2B5EF4-FFF2-40B4-BE49-F238E27FC236}">
                <a16:creationId xmlns:a16="http://schemas.microsoft.com/office/drawing/2014/main" id="{5129D39D-AC5E-C9D5-334D-5F14D253C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rcRect/>
          <a:stretch/>
        </p:blipFill>
        <p:spPr>
          <a:xfrm>
            <a:off x="9886171" y="3116148"/>
            <a:ext cx="136398" cy="136398"/>
          </a:xfrm>
          <a:prstGeom prst="rect">
            <a:avLst/>
          </a:prstGeom>
        </p:spPr>
      </p:pic>
      <p:pic>
        <p:nvPicPr>
          <p:cNvPr id="585" name="Graphic 584">
            <a:extLst>
              <a:ext uri="{FF2B5EF4-FFF2-40B4-BE49-F238E27FC236}">
                <a16:creationId xmlns:a16="http://schemas.microsoft.com/office/drawing/2014/main" id="{83EA2C3F-3217-DB3C-6B44-4BBD90F6F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0"/>
              </a:ext>
            </a:extLst>
          </a:blip>
          <a:srcRect/>
          <a:stretch/>
        </p:blipFill>
        <p:spPr>
          <a:xfrm>
            <a:off x="9886171" y="3570696"/>
            <a:ext cx="136398" cy="136398"/>
          </a:xfrm>
          <a:prstGeom prst="rect">
            <a:avLst/>
          </a:prstGeom>
        </p:spPr>
      </p:pic>
      <p:pic>
        <p:nvPicPr>
          <p:cNvPr id="677" name="Graphic 676">
            <a:extLst>
              <a:ext uri="{FF2B5EF4-FFF2-40B4-BE49-F238E27FC236}">
                <a16:creationId xmlns:a16="http://schemas.microsoft.com/office/drawing/2014/main" id="{86376C91-6DC9-91B7-702C-4DAA496D7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rcRect/>
          <a:stretch/>
        </p:blipFill>
        <p:spPr>
          <a:xfrm>
            <a:off x="9886171" y="4025244"/>
            <a:ext cx="136398" cy="136398"/>
          </a:xfrm>
          <a:prstGeom prst="rect">
            <a:avLst/>
          </a:prstGeom>
        </p:spPr>
      </p:pic>
      <p:pic>
        <p:nvPicPr>
          <p:cNvPr id="761" name="Graphic 760">
            <a:extLst>
              <a:ext uri="{FF2B5EF4-FFF2-40B4-BE49-F238E27FC236}">
                <a16:creationId xmlns:a16="http://schemas.microsoft.com/office/drawing/2014/main" id="{650403EC-2F05-2552-7EE9-F0A915CDA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2"/>
              </a:ext>
            </a:extLst>
          </a:blip>
          <a:srcRect/>
          <a:stretch/>
        </p:blipFill>
        <p:spPr>
          <a:xfrm>
            <a:off x="9886171" y="4479792"/>
            <a:ext cx="136398" cy="136398"/>
          </a:xfrm>
          <a:prstGeom prst="rect">
            <a:avLst/>
          </a:prstGeom>
        </p:spPr>
      </p:pic>
      <p:pic>
        <p:nvPicPr>
          <p:cNvPr id="853" name="Graphic 852">
            <a:extLst>
              <a:ext uri="{FF2B5EF4-FFF2-40B4-BE49-F238E27FC236}">
                <a16:creationId xmlns:a16="http://schemas.microsoft.com/office/drawing/2014/main" id="{4C86E174-4277-AF8A-97E5-7DB557BE7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rcRect/>
          <a:stretch/>
        </p:blipFill>
        <p:spPr>
          <a:xfrm>
            <a:off x="9886171" y="4934340"/>
            <a:ext cx="136398" cy="136398"/>
          </a:xfrm>
          <a:prstGeom prst="rect">
            <a:avLst/>
          </a:prstGeom>
        </p:spPr>
      </p:pic>
      <p:pic>
        <p:nvPicPr>
          <p:cNvPr id="937" name="Graphic 936">
            <a:extLst>
              <a:ext uri="{FF2B5EF4-FFF2-40B4-BE49-F238E27FC236}">
                <a16:creationId xmlns:a16="http://schemas.microsoft.com/office/drawing/2014/main" id="{7C066B52-9740-99E6-C8E4-61293C293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4"/>
              </a:ext>
            </a:extLst>
          </a:blip>
          <a:srcRect/>
          <a:stretch/>
        </p:blipFill>
        <p:spPr>
          <a:xfrm>
            <a:off x="9886171" y="5410588"/>
            <a:ext cx="136398" cy="92998"/>
          </a:xfrm>
          <a:prstGeom prst="rect">
            <a:avLst/>
          </a:prstGeom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9832477D-B1AB-F680-B481-E86927AB7806}"/>
              </a:ext>
            </a:extLst>
          </p:cNvPr>
          <p:cNvSpPr txBox="1"/>
          <p:nvPr/>
        </p:nvSpPr>
        <p:spPr>
          <a:xfrm>
            <a:off x="9739852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Mastercard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FFBA870-469D-AC13-C145-5B807FA8B820}"/>
              </a:ext>
            </a:extLst>
          </p:cNvPr>
          <p:cNvSpPr txBox="1"/>
          <p:nvPr/>
        </p:nvSpPr>
        <p:spPr>
          <a:xfrm>
            <a:off x="9739852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Vertical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2592879D-AF96-77FD-C660-4E3F08EB2DF9}"/>
              </a:ext>
            </a:extLst>
          </p:cNvPr>
          <p:cNvSpPr txBox="1"/>
          <p:nvPr/>
        </p:nvSpPr>
        <p:spPr>
          <a:xfrm>
            <a:off x="9739852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 Filled</a:t>
            </a:r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9E6676BB-80E9-3627-E4BD-EDBDF2E9E82F}"/>
              </a:ext>
            </a:extLst>
          </p:cNvPr>
          <p:cNvSpPr txBox="1"/>
          <p:nvPr/>
        </p:nvSpPr>
        <p:spPr>
          <a:xfrm>
            <a:off x="9739852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Info Circle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845E5674-9E0B-64ED-8756-6351D4CA2FED}"/>
              </a:ext>
            </a:extLst>
          </p:cNvPr>
          <p:cNvSpPr txBox="1"/>
          <p:nvPr/>
        </p:nvSpPr>
        <p:spPr>
          <a:xfrm>
            <a:off x="9739852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Plane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7A188955-CA62-5B0A-35C1-C65C702558A6}"/>
              </a:ext>
            </a:extLst>
          </p:cNvPr>
          <p:cNvSpPr txBox="1"/>
          <p:nvPr/>
        </p:nvSpPr>
        <p:spPr>
          <a:xfrm>
            <a:off x="9739852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Rocket</a:t>
            </a: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9657E3C8-DD63-0E35-15E7-E63861AA2953}"/>
              </a:ext>
            </a:extLst>
          </p:cNvPr>
          <p:cNvSpPr txBox="1"/>
          <p:nvPr/>
        </p:nvSpPr>
        <p:spPr>
          <a:xfrm>
            <a:off x="9739852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Add</a:t>
            </a: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BB6B59DC-C01C-CEB6-DA21-C2CD9FB8BAEE}"/>
              </a:ext>
            </a:extLst>
          </p:cNvPr>
          <p:cNvSpPr txBox="1"/>
          <p:nvPr/>
        </p:nvSpPr>
        <p:spPr>
          <a:xfrm>
            <a:off x="9739852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210" name="TextBox 1209">
            <a:extLst>
              <a:ext uri="{FF2B5EF4-FFF2-40B4-BE49-F238E27FC236}">
                <a16:creationId xmlns:a16="http://schemas.microsoft.com/office/drawing/2014/main" id="{86B796E9-AAE0-1DA1-B884-6D24E3E919B0}"/>
              </a:ext>
            </a:extLst>
          </p:cNvPr>
          <p:cNvSpPr txBox="1"/>
          <p:nvPr/>
        </p:nvSpPr>
        <p:spPr>
          <a:xfrm>
            <a:off x="9739852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 Filled</a:t>
            </a: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4F9672CA-3DFB-4FC7-9C8B-18489EF8D3EF}"/>
              </a:ext>
            </a:extLst>
          </p:cNvPr>
          <p:cNvSpPr txBox="1"/>
          <p:nvPr/>
        </p:nvSpPr>
        <p:spPr>
          <a:xfrm>
            <a:off x="9739852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Visa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583E7F09-B048-8C11-2AF4-DCAAC7908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rcRect/>
          <a:stretch/>
        </p:blipFill>
        <p:spPr>
          <a:xfrm>
            <a:off x="10341918" y="1297955"/>
            <a:ext cx="136398" cy="136398"/>
          </a:xfrm>
          <a:prstGeom prst="rect">
            <a:avLst/>
          </a:prstGeom>
        </p:spPr>
      </p:pic>
      <p:pic>
        <p:nvPicPr>
          <p:cNvPr id="237" name="Graphic 236">
            <a:extLst>
              <a:ext uri="{FF2B5EF4-FFF2-40B4-BE49-F238E27FC236}">
                <a16:creationId xmlns:a16="http://schemas.microsoft.com/office/drawing/2014/main" id="{3D159472-3B5A-975D-7548-7CDF5E9E2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6"/>
              </a:ext>
            </a:extLst>
          </a:blip>
          <a:srcRect/>
          <a:stretch/>
        </p:blipFill>
        <p:spPr>
          <a:xfrm>
            <a:off x="10341918" y="1752503"/>
            <a:ext cx="136398" cy="136398"/>
          </a:xfrm>
          <a:prstGeom prst="rect">
            <a:avLst/>
          </a:prstGeom>
        </p:spPr>
      </p:pic>
      <p:pic>
        <p:nvPicPr>
          <p:cNvPr id="329" name="Graphic 328">
            <a:extLst>
              <a:ext uri="{FF2B5EF4-FFF2-40B4-BE49-F238E27FC236}">
                <a16:creationId xmlns:a16="http://schemas.microsoft.com/office/drawing/2014/main" id="{C4C5C3A5-7E87-BCAE-C64B-031A1F1FD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rcRect/>
          <a:stretch/>
        </p:blipFill>
        <p:spPr>
          <a:xfrm>
            <a:off x="10341918" y="2207052"/>
            <a:ext cx="136398" cy="136398"/>
          </a:xfrm>
          <a:prstGeom prst="rect">
            <a:avLst/>
          </a:prstGeom>
        </p:spPr>
      </p:pic>
      <p:pic>
        <p:nvPicPr>
          <p:cNvPr id="401" name="Graphic 400">
            <a:extLst>
              <a:ext uri="{FF2B5EF4-FFF2-40B4-BE49-F238E27FC236}">
                <a16:creationId xmlns:a16="http://schemas.microsoft.com/office/drawing/2014/main" id="{585771EF-831C-21CB-6014-4DD4F19D6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8"/>
              </a:ext>
            </a:extLst>
          </a:blip>
          <a:srcRect/>
          <a:stretch/>
        </p:blipFill>
        <p:spPr>
          <a:xfrm>
            <a:off x="10341918" y="2661600"/>
            <a:ext cx="136398" cy="136398"/>
          </a:xfrm>
          <a:prstGeom prst="rect">
            <a:avLst/>
          </a:prstGeom>
        </p:spPr>
      </p:pic>
      <p:pic>
        <p:nvPicPr>
          <p:cNvPr id="505" name="Graphic 504">
            <a:extLst>
              <a:ext uri="{FF2B5EF4-FFF2-40B4-BE49-F238E27FC236}">
                <a16:creationId xmlns:a16="http://schemas.microsoft.com/office/drawing/2014/main" id="{09E40CC8-3EFF-03A9-E956-7272E42EF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rcRect/>
          <a:stretch/>
        </p:blipFill>
        <p:spPr>
          <a:xfrm>
            <a:off x="10341918" y="3116148"/>
            <a:ext cx="136398" cy="136398"/>
          </a:xfrm>
          <a:prstGeom prst="rect">
            <a:avLst/>
          </a:prstGeom>
        </p:spPr>
      </p:pic>
      <p:pic>
        <p:nvPicPr>
          <p:cNvPr id="597" name="Graphic 596">
            <a:extLst>
              <a:ext uri="{FF2B5EF4-FFF2-40B4-BE49-F238E27FC236}">
                <a16:creationId xmlns:a16="http://schemas.microsoft.com/office/drawing/2014/main" id="{7A309F89-DAC6-380F-507B-41E994FD7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0"/>
              </a:ext>
            </a:extLst>
          </a:blip>
          <a:srcRect/>
          <a:stretch/>
        </p:blipFill>
        <p:spPr>
          <a:xfrm>
            <a:off x="10341918" y="3570696"/>
            <a:ext cx="136398" cy="136398"/>
          </a:xfrm>
          <a:prstGeom prst="rect">
            <a:avLst/>
          </a:prstGeom>
        </p:spPr>
      </p:pic>
      <p:pic>
        <p:nvPicPr>
          <p:cNvPr id="681" name="Graphic 680">
            <a:extLst>
              <a:ext uri="{FF2B5EF4-FFF2-40B4-BE49-F238E27FC236}">
                <a16:creationId xmlns:a16="http://schemas.microsoft.com/office/drawing/2014/main" id="{C384C3B6-190D-0AF7-BCC1-A81CD74A8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rcRect/>
          <a:stretch/>
        </p:blipFill>
        <p:spPr>
          <a:xfrm>
            <a:off x="10341918" y="4025244"/>
            <a:ext cx="136398" cy="136398"/>
          </a:xfrm>
          <a:prstGeom prst="rect">
            <a:avLst/>
          </a:prstGeom>
        </p:spPr>
      </p:pic>
      <p:pic>
        <p:nvPicPr>
          <p:cNvPr id="765" name="Graphic 764">
            <a:extLst>
              <a:ext uri="{FF2B5EF4-FFF2-40B4-BE49-F238E27FC236}">
                <a16:creationId xmlns:a16="http://schemas.microsoft.com/office/drawing/2014/main" id="{2E38EB01-C262-AD21-1B4D-A1C2EF270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2"/>
              </a:ext>
            </a:extLst>
          </a:blip>
          <a:srcRect/>
          <a:stretch/>
        </p:blipFill>
        <p:spPr>
          <a:xfrm>
            <a:off x="10341918" y="4479792"/>
            <a:ext cx="136398" cy="136398"/>
          </a:xfrm>
          <a:prstGeom prst="rect">
            <a:avLst/>
          </a:prstGeom>
        </p:spPr>
      </p:pic>
      <p:pic>
        <p:nvPicPr>
          <p:cNvPr id="861" name="Graphic 860">
            <a:extLst>
              <a:ext uri="{FF2B5EF4-FFF2-40B4-BE49-F238E27FC236}">
                <a16:creationId xmlns:a16="http://schemas.microsoft.com/office/drawing/2014/main" id="{7CDC1988-32E9-1C92-31CB-E6B45B3D1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rcRect/>
          <a:stretch/>
        </p:blipFill>
        <p:spPr>
          <a:xfrm>
            <a:off x="10341918" y="4934340"/>
            <a:ext cx="136398" cy="136398"/>
          </a:xfrm>
          <a:prstGeom prst="rect">
            <a:avLst/>
          </a:prstGeom>
        </p:spPr>
      </p:pic>
      <p:pic>
        <p:nvPicPr>
          <p:cNvPr id="945" name="Graphic 944">
            <a:extLst>
              <a:ext uri="{FF2B5EF4-FFF2-40B4-BE49-F238E27FC236}">
                <a16:creationId xmlns:a16="http://schemas.microsoft.com/office/drawing/2014/main" id="{004F77A4-153E-3A9D-BEDD-09E78784F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4"/>
              </a:ext>
            </a:extLst>
          </a:blip>
          <a:srcRect/>
          <a:stretch/>
        </p:blipFill>
        <p:spPr>
          <a:xfrm>
            <a:off x="10341918" y="5388888"/>
            <a:ext cx="136398" cy="136398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700236D2-B525-D398-E1E0-5183E6AC5857}"/>
              </a:ext>
            </a:extLst>
          </p:cNvPr>
          <p:cNvSpPr txBox="1"/>
          <p:nvPr/>
        </p:nvSpPr>
        <p:spPr>
          <a:xfrm>
            <a:off x="10195599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Megaphone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16FAE56-9002-0080-150F-26E0D084C851}"/>
              </a:ext>
            </a:extLst>
          </p:cNvPr>
          <p:cNvSpPr txBox="1"/>
          <p:nvPr/>
        </p:nvSpPr>
        <p:spPr>
          <a:xfrm>
            <a:off x="10195599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Mouse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A15BF9C2-B71F-156D-D25B-6B3B6ACE5036}"/>
              </a:ext>
            </a:extLst>
          </p:cNvPr>
          <p:cNvSpPr txBox="1"/>
          <p:nvPr/>
        </p:nvSpPr>
        <p:spPr>
          <a:xfrm>
            <a:off x="10195599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58CF6D9-61D7-7461-556C-20B73CBEA11A}"/>
              </a:ext>
            </a:extLst>
          </p:cNvPr>
          <p:cNvSpPr txBox="1"/>
          <p:nvPr/>
        </p:nvSpPr>
        <p:spPr>
          <a:xfrm>
            <a:off x="10195599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Location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F6C7A36B-23DF-65AC-424A-E35D7CEEB4C3}"/>
              </a:ext>
            </a:extLst>
          </p:cNvPr>
          <p:cNvSpPr txBox="1"/>
          <p:nvPr/>
        </p:nvSpPr>
        <p:spPr>
          <a:xfrm>
            <a:off x="10195599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9F4EC42F-1576-D7AF-D9E9-812DACDEC43F}"/>
              </a:ext>
            </a:extLst>
          </p:cNvPr>
          <p:cNvSpPr txBox="1"/>
          <p:nvPr/>
        </p:nvSpPr>
        <p:spPr>
          <a:xfrm>
            <a:off x="10195599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Rss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E23CBF28-A67B-CB45-737B-9884A0FBDC00}"/>
              </a:ext>
            </a:extLst>
          </p:cNvPr>
          <p:cNvSpPr txBox="1"/>
          <p:nvPr/>
        </p:nvSpPr>
        <p:spPr>
          <a:xfrm>
            <a:off x="10195599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Signal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295C5482-A8C3-5E48-836D-BA4C386B8A82}"/>
              </a:ext>
            </a:extLst>
          </p:cNvPr>
          <p:cNvSpPr txBox="1"/>
          <p:nvPr/>
        </p:nvSpPr>
        <p:spPr>
          <a:xfrm>
            <a:off x="10195599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211" name="TextBox 1210">
            <a:extLst>
              <a:ext uri="{FF2B5EF4-FFF2-40B4-BE49-F238E27FC236}">
                <a16:creationId xmlns:a16="http://schemas.microsoft.com/office/drawing/2014/main" id="{2EF8EF2A-D700-B702-28C0-A53BC686B873}"/>
              </a:ext>
            </a:extLst>
          </p:cNvPr>
          <p:cNvSpPr txBox="1"/>
          <p:nvPr/>
        </p:nvSpPr>
        <p:spPr>
          <a:xfrm>
            <a:off x="10195599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33" name="TextBox 1232">
            <a:extLst>
              <a:ext uri="{FF2B5EF4-FFF2-40B4-BE49-F238E27FC236}">
                <a16:creationId xmlns:a16="http://schemas.microsoft.com/office/drawing/2014/main" id="{51A99B54-2022-0A52-5733-D855773E4437}"/>
              </a:ext>
            </a:extLst>
          </p:cNvPr>
          <p:cNvSpPr txBox="1"/>
          <p:nvPr/>
        </p:nvSpPr>
        <p:spPr>
          <a:xfrm>
            <a:off x="10195599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Voicemail</a:t>
            </a: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75E62C11-59DE-EC1F-B9A0-8D67A2C65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rcRect/>
          <a:stretch/>
        </p:blipFill>
        <p:spPr>
          <a:xfrm>
            <a:off x="10797656" y="1297955"/>
            <a:ext cx="136398" cy="136398"/>
          </a:xfrm>
          <a:prstGeom prst="rect">
            <a:avLst/>
          </a:prstGeom>
        </p:spPr>
      </p:pic>
      <p:pic>
        <p:nvPicPr>
          <p:cNvPr id="241" name="Graphic 240">
            <a:extLst>
              <a:ext uri="{FF2B5EF4-FFF2-40B4-BE49-F238E27FC236}">
                <a16:creationId xmlns:a16="http://schemas.microsoft.com/office/drawing/2014/main" id="{670CF05D-3DA7-53A6-F307-D86B8262F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6"/>
              </a:ext>
            </a:extLst>
          </a:blip>
          <a:srcRect/>
          <a:stretch/>
        </p:blipFill>
        <p:spPr>
          <a:xfrm>
            <a:off x="10797656" y="1752503"/>
            <a:ext cx="136398" cy="136398"/>
          </a:xfrm>
          <a:prstGeom prst="rect">
            <a:avLst/>
          </a:prstGeom>
        </p:spPr>
      </p:pic>
      <p:pic>
        <p:nvPicPr>
          <p:cNvPr id="333" name="Graphic 332">
            <a:extLst>
              <a:ext uri="{FF2B5EF4-FFF2-40B4-BE49-F238E27FC236}">
                <a16:creationId xmlns:a16="http://schemas.microsoft.com/office/drawing/2014/main" id="{D8489A29-A8CF-F6EC-069F-4E4A1666F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rcRect/>
          <a:stretch/>
        </p:blipFill>
        <p:spPr>
          <a:xfrm>
            <a:off x="10797656" y="2207052"/>
            <a:ext cx="136398" cy="136398"/>
          </a:xfrm>
          <a:prstGeom prst="rect">
            <a:avLst/>
          </a:prstGeom>
        </p:spPr>
      </p:pic>
      <p:pic>
        <p:nvPicPr>
          <p:cNvPr id="405" name="Graphic 404">
            <a:extLst>
              <a:ext uri="{FF2B5EF4-FFF2-40B4-BE49-F238E27FC236}">
                <a16:creationId xmlns:a16="http://schemas.microsoft.com/office/drawing/2014/main" id="{70FAD9F5-0EDB-5E19-D567-C46B7D7F1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8"/>
              </a:ext>
            </a:extLst>
          </a:blip>
          <a:srcRect/>
          <a:stretch/>
        </p:blipFill>
        <p:spPr>
          <a:xfrm>
            <a:off x="10797656" y="2661600"/>
            <a:ext cx="136398" cy="136398"/>
          </a:xfrm>
          <a:prstGeom prst="rect">
            <a:avLst/>
          </a:prstGeom>
        </p:spPr>
      </p:pic>
      <p:pic>
        <p:nvPicPr>
          <p:cNvPr id="513" name="Graphic 512">
            <a:extLst>
              <a:ext uri="{FF2B5EF4-FFF2-40B4-BE49-F238E27FC236}">
                <a16:creationId xmlns:a16="http://schemas.microsoft.com/office/drawing/2014/main" id="{BD5F5F62-7A84-03DF-8C36-A7FC134F3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rcRect/>
          <a:stretch/>
        </p:blipFill>
        <p:spPr>
          <a:xfrm>
            <a:off x="10797656" y="3116148"/>
            <a:ext cx="136398" cy="136398"/>
          </a:xfrm>
          <a:prstGeom prst="rect">
            <a:avLst/>
          </a:prstGeom>
        </p:spPr>
      </p:pic>
      <p:pic>
        <p:nvPicPr>
          <p:cNvPr id="589" name="Graphic 588">
            <a:extLst>
              <a:ext uri="{FF2B5EF4-FFF2-40B4-BE49-F238E27FC236}">
                <a16:creationId xmlns:a16="http://schemas.microsoft.com/office/drawing/2014/main" id="{305CC9EC-5609-0486-401C-D14C8E4FC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0"/>
              </a:ext>
            </a:extLst>
          </a:blip>
          <a:srcRect/>
          <a:stretch/>
        </p:blipFill>
        <p:spPr>
          <a:xfrm>
            <a:off x="10797656" y="3570696"/>
            <a:ext cx="136398" cy="136398"/>
          </a:xfrm>
          <a:prstGeom prst="rect">
            <a:avLst/>
          </a:prstGeom>
        </p:spPr>
      </p:pic>
      <p:pic>
        <p:nvPicPr>
          <p:cNvPr id="685" name="Graphic 684">
            <a:extLst>
              <a:ext uri="{FF2B5EF4-FFF2-40B4-BE49-F238E27FC236}">
                <a16:creationId xmlns:a16="http://schemas.microsoft.com/office/drawing/2014/main" id="{3A36193D-A196-AFC5-D2B8-EDD9190B3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rcRect/>
          <a:stretch/>
        </p:blipFill>
        <p:spPr>
          <a:xfrm>
            <a:off x="10797656" y="4025244"/>
            <a:ext cx="136398" cy="136398"/>
          </a:xfrm>
          <a:prstGeom prst="rect">
            <a:avLst/>
          </a:prstGeom>
        </p:spPr>
      </p:pic>
      <p:pic>
        <p:nvPicPr>
          <p:cNvPr id="769" name="Graphic 768">
            <a:extLst>
              <a:ext uri="{FF2B5EF4-FFF2-40B4-BE49-F238E27FC236}">
                <a16:creationId xmlns:a16="http://schemas.microsoft.com/office/drawing/2014/main" id="{FF3B086E-1642-20F3-8297-CA7D4AE6C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2"/>
              </a:ext>
            </a:extLst>
          </a:blip>
          <a:srcRect/>
          <a:stretch/>
        </p:blipFill>
        <p:spPr>
          <a:xfrm>
            <a:off x="10797656" y="4479792"/>
            <a:ext cx="136398" cy="136398"/>
          </a:xfrm>
          <a:prstGeom prst="rect">
            <a:avLst/>
          </a:prstGeom>
        </p:spPr>
      </p:pic>
      <p:pic>
        <p:nvPicPr>
          <p:cNvPr id="857" name="Graphic 856">
            <a:extLst>
              <a:ext uri="{FF2B5EF4-FFF2-40B4-BE49-F238E27FC236}">
                <a16:creationId xmlns:a16="http://schemas.microsoft.com/office/drawing/2014/main" id="{AFE6AFD7-F91B-2FB9-4C27-A0E8E3AA9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rcRect/>
          <a:stretch/>
        </p:blipFill>
        <p:spPr>
          <a:xfrm>
            <a:off x="10797656" y="4934340"/>
            <a:ext cx="136398" cy="136398"/>
          </a:xfrm>
          <a:prstGeom prst="rect">
            <a:avLst/>
          </a:prstGeom>
        </p:spPr>
      </p:pic>
      <p:pic>
        <p:nvPicPr>
          <p:cNvPr id="949" name="Graphic 948">
            <a:extLst>
              <a:ext uri="{FF2B5EF4-FFF2-40B4-BE49-F238E27FC236}">
                <a16:creationId xmlns:a16="http://schemas.microsoft.com/office/drawing/2014/main" id="{0CEEE645-21DF-DFF4-FC7D-AFC5A7214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4"/>
              </a:ext>
            </a:extLst>
          </a:blip>
          <a:srcRect/>
          <a:stretch/>
        </p:blipFill>
        <p:spPr>
          <a:xfrm>
            <a:off x="10797656" y="5388888"/>
            <a:ext cx="136398" cy="136398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D102C58F-0EF1-51BF-2498-BB2FA2B3B3AC}"/>
              </a:ext>
            </a:extLst>
          </p:cNvPr>
          <p:cNvSpPr txBox="1"/>
          <p:nvPr/>
        </p:nvSpPr>
        <p:spPr>
          <a:xfrm>
            <a:off x="10651337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Menu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1E6F8891-54A2-4B2C-C7B9-0E033E5C54A3}"/>
              </a:ext>
            </a:extLst>
          </p:cNvPr>
          <p:cNvSpPr txBox="1"/>
          <p:nvPr/>
        </p:nvSpPr>
        <p:spPr>
          <a:xfrm>
            <a:off x="10651337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Movie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3DD27309-3682-B4BD-3317-9AC38C3914C5}"/>
              </a:ext>
            </a:extLst>
          </p:cNvPr>
          <p:cNvSpPr txBox="1"/>
          <p:nvPr/>
        </p:nvSpPr>
        <p:spPr>
          <a:xfrm>
            <a:off x="10651337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 Filled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832F3E66-0B18-B8FD-C799-BE3E4A90C5BC}"/>
              </a:ext>
            </a:extLst>
          </p:cNvPr>
          <p:cNvSpPr txBox="1"/>
          <p:nvPr/>
        </p:nvSpPr>
        <p:spPr>
          <a:xfrm>
            <a:off x="10651337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791E1E59-3E0E-4C47-3637-698603B67C61}"/>
              </a:ext>
            </a:extLst>
          </p:cNvPr>
          <p:cNvSpPr txBox="1"/>
          <p:nvPr/>
        </p:nvSpPr>
        <p:spPr>
          <a:xfrm>
            <a:off x="10651337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 Filled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EBBC868F-B9A4-40C9-D94C-D3BF65207EBE}"/>
              </a:ext>
            </a:extLst>
          </p:cNvPr>
          <p:cNvSpPr txBox="1"/>
          <p:nvPr/>
        </p:nvSpPr>
        <p:spPr>
          <a:xfrm>
            <a:off x="10651337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Rsvp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13D9F07C-F273-253F-EE58-138AD1CB9DAF}"/>
              </a:ext>
            </a:extLst>
          </p:cNvPr>
          <p:cNvSpPr txBox="1"/>
          <p:nvPr/>
        </p:nvSpPr>
        <p:spPr>
          <a:xfrm>
            <a:off x="10651337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Sleep</a:t>
            </a:r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720A68DA-AE2A-B359-33BE-D22E416132CA}"/>
              </a:ext>
            </a:extLst>
          </p:cNvPr>
          <p:cNvSpPr txBox="1"/>
          <p:nvPr/>
        </p:nvSpPr>
        <p:spPr>
          <a:xfrm>
            <a:off x="10651337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</a:t>
            </a:r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AA51B218-649B-B288-8205-288C00677487}"/>
              </a:ext>
            </a:extLst>
          </p:cNvPr>
          <p:cNvSpPr txBox="1"/>
          <p:nvPr/>
        </p:nvSpPr>
        <p:spPr>
          <a:xfrm>
            <a:off x="10651337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1234" name="TextBox 1233">
            <a:extLst>
              <a:ext uri="{FF2B5EF4-FFF2-40B4-BE49-F238E27FC236}">
                <a16:creationId xmlns:a16="http://schemas.microsoft.com/office/drawing/2014/main" id="{3DB26395-3692-0D44-3351-B49953CF01FD}"/>
              </a:ext>
            </a:extLst>
          </p:cNvPr>
          <p:cNvSpPr txBox="1"/>
          <p:nvPr/>
        </p:nvSpPr>
        <p:spPr>
          <a:xfrm>
            <a:off x="10651337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Wall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865CD8E-064F-7267-E1EB-F58C1E87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Optus Icons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448EA9B-D1E3-D298-8010-4EB1D2AA2F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rcRect/>
          <a:stretch/>
        </p:blipFill>
        <p:spPr>
          <a:xfrm>
            <a:off x="3961460" y="5843437"/>
            <a:ext cx="136398" cy="1363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BC9721C-B0C9-0E1E-8F09-E5EEB6B449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6"/>
              </a:ext>
            </a:extLst>
          </a:blip>
          <a:srcRect/>
          <a:stretch/>
        </p:blipFill>
        <p:spPr>
          <a:xfrm>
            <a:off x="3505713" y="5843437"/>
            <a:ext cx="136398" cy="1363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25104-BCF0-960A-2585-5C1C17B020B7}"/>
              </a:ext>
            </a:extLst>
          </p:cNvPr>
          <p:cNvSpPr txBox="1"/>
          <p:nvPr/>
        </p:nvSpPr>
        <p:spPr>
          <a:xfrm>
            <a:off x="335939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11n</a:t>
            </a:r>
          </a:p>
        </p:txBody>
      </p:sp>
    </p:spTree>
    <p:extLst>
      <p:ext uri="{BB962C8B-B14F-4D97-AF65-F5344CB8AC3E}">
        <p14:creationId xmlns:p14="http://schemas.microsoft.com/office/powerpoint/2010/main" val="419589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Optus Icons</a:t>
            </a:r>
            <a:br>
              <a:rPr lang="en-US"/>
            </a:br>
            <a:r>
              <a:rPr lang="en-US"/>
              <a:t>Treatment</a:t>
            </a:r>
            <a:endParaRPr lang="en-US" dirty="0"/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4C387003-BD27-4871-6142-B00AD0F7ED08}"/>
              </a:ext>
            </a:extLst>
          </p:cNvPr>
          <p:cNvSpPr txBox="1"/>
          <p:nvPr/>
        </p:nvSpPr>
        <p:spPr>
          <a:xfrm>
            <a:off x="660797" y="1555102"/>
            <a:ext cx="2110646" cy="425758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Icons can be presented using different shapes and styles.</a:t>
            </a:r>
          </a:p>
        </p:txBody>
      </p:sp>
      <p:sp>
        <p:nvSpPr>
          <p:cNvPr id="1807" name="TextBox 1806">
            <a:extLst>
              <a:ext uri="{FF2B5EF4-FFF2-40B4-BE49-F238E27FC236}">
                <a16:creationId xmlns:a16="http://schemas.microsoft.com/office/drawing/2014/main" id="{0C1AF721-94E6-7040-FF5A-EE6A24E4F6D7}"/>
              </a:ext>
            </a:extLst>
          </p:cNvPr>
          <p:cNvSpPr txBox="1"/>
          <p:nvPr/>
        </p:nvSpPr>
        <p:spPr>
          <a:xfrm>
            <a:off x="660797" y="2288268"/>
            <a:ext cx="211064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Circle</a:t>
            </a:r>
          </a:p>
        </p:txBody>
      </p:sp>
      <p:sp>
        <p:nvSpPr>
          <p:cNvPr id="1808" name="TextBox 1807">
            <a:extLst>
              <a:ext uri="{FF2B5EF4-FFF2-40B4-BE49-F238E27FC236}">
                <a16:creationId xmlns:a16="http://schemas.microsoft.com/office/drawing/2014/main" id="{AE70F35C-B6AC-8613-4445-ED477C16CFF9}"/>
              </a:ext>
            </a:extLst>
          </p:cNvPr>
          <p:cNvSpPr txBox="1"/>
          <p:nvPr/>
        </p:nvSpPr>
        <p:spPr>
          <a:xfrm>
            <a:off x="664158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09" name="TextBox 1808">
            <a:extLst>
              <a:ext uri="{FF2B5EF4-FFF2-40B4-BE49-F238E27FC236}">
                <a16:creationId xmlns:a16="http://schemas.microsoft.com/office/drawing/2014/main" id="{244504B5-CBAD-87B9-8553-C44E7B52F1FA}"/>
              </a:ext>
            </a:extLst>
          </p:cNvPr>
          <p:cNvSpPr txBox="1"/>
          <p:nvPr/>
        </p:nvSpPr>
        <p:spPr>
          <a:xfrm>
            <a:off x="1715407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sp>
        <p:nvSpPr>
          <p:cNvPr id="1811" name="TextBox 1810">
            <a:extLst>
              <a:ext uri="{FF2B5EF4-FFF2-40B4-BE49-F238E27FC236}">
                <a16:creationId xmlns:a16="http://schemas.microsoft.com/office/drawing/2014/main" id="{DDC6541E-1570-732F-691B-F6276BD725F9}"/>
              </a:ext>
            </a:extLst>
          </p:cNvPr>
          <p:cNvSpPr txBox="1"/>
          <p:nvPr/>
        </p:nvSpPr>
        <p:spPr>
          <a:xfrm>
            <a:off x="660797" y="3874472"/>
            <a:ext cx="2110646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Square with </a:t>
            </a:r>
            <a:br>
              <a:rPr lang="en-US" sz="1200" dirty="0">
                <a:latin typeface="Yes Sans Text Medium" panose="020B0504030101010103" pitchFamily="34" charset="77"/>
              </a:rPr>
            </a:br>
            <a:r>
              <a:rPr lang="en-US" sz="1200" dirty="0">
                <a:latin typeface="Yes Sans Text Medium" panose="020B0504030101010103" pitchFamily="34" charset="77"/>
              </a:rPr>
              <a:t>rounded corners</a:t>
            </a:r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CF9DB950-EC2A-AD9F-51F9-40D3CEBD8693}"/>
              </a:ext>
            </a:extLst>
          </p:cNvPr>
          <p:cNvSpPr txBox="1"/>
          <p:nvPr/>
        </p:nvSpPr>
        <p:spPr>
          <a:xfrm>
            <a:off x="664158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D30EA323-E4B6-353D-7E60-39929A29FFF4}"/>
              </a:ext>
            </a:extLst>
          </p:cNvPr>
          <p:cNvSpPr txBox="1"/>
          <p:nvPr/>
        </p:nvSpPr>
        <p:spPr>
          <a:xfrm>
            <a:off x="1715407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pic>
        <p:nvPicPr>
          <p:cNvPr id="1860" name="Graphic 1859">
            <a:extLst>
              <a:ext uri="{FF2B5EF4-FFF2-40B4-BE49-F238E27FC236}">
                <a16:creationId xmlns:a16="http://schemas.microsoft.com/office/drawing/2014/main" id="{44382C74-25EE-31C9-341D-C4C36A6AF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2426" y="2588424"/>
            <a:ext cx="761998" cy="761998"/>
          </a:xfrm>
          <a:prstGeom prst="rect">
            <a:avLst/>
          </a:prstGeom>
        </p:spPr>
      </p:pic>
      <p:sp>
        <p:nvSpPr>
          <p:cNvPr id="1861" name="Oval 1860">
            <a:extLst>
              <a:ext uri="{FF2B5EF4-FFF2-40B4-BE49-F238E27FC236}">
                <a16:creationId xmlns:a16="http://schemas.microsoft.com/office/drawing/2014/main" id="{18576005-134E-D345-A037-082BB37E3429}"/>
              </a:ext>
            </a:extLst>
          </p:cNvPr>
          <p:cNvSpPr/>
          <p:nvPr/>
        </p:nvSpPr>
        <p:spPr>
          <a:xfrm>
            <a:off x="811177" y="2588424"/>
            <a:ext cx="761998" cy="7619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2" name="Graphic 1861">
            <a:extLst>
              <a:ext uri="{FF2B5EF4-FFF2-40B4-BE49-F238E27FC236}">
                <a16:creationId xmlns:a16="http://schemas.microsoft.com/office/drawing/2014/main" id="{D83B350C-C789-1F9A-9DFC-2FC914E69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2706187"/>
            <a:ext cx="526472" cy="526472"/>
          </a:xfrm>
          <a:prstGeom prst="rect">
            <a:avLst/>
          </a:prstGeom>
        </p:spPr>
      </p:pic>
      <p:sp>
        <p:nvSpPr>
          <p:cNvPr id="1863" name="Rounded Rectangle 1862">
            <a:extLst>
              <a:ext uri="{FF2B5EF4-FFF2-40B4-BE49-F238E27FC236}">
                <a16:creationId xmlns:a16="http://schemas.microsoft.com/office/drawing/2014/main" id="{C294B3A2-B44E-9131-D679-9FA113771AA8}"/>
              </a:ext>
            </a:extLst>
          </p:cNvPr>
          <p:cNvSpPr/>
          <p:nvPr/>
        </p:nvSpPr>
        <p:spPr>
          <a:xfrm>
            <a:off x="811177" y="4368014"/>
            <a:ext cx="761998" cy="761998"/>
          </a:xfrm>
          <a:prstGeom prst="roundRect">
            <a:avLst>
              <a:gd name="adj" fmla="val 3121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4" name="Rounded Rectangle 1863">
            <a:extLst>
              <a:ext uri="{FF2B5EF4-FFF2-40B4-BE49-F238E27FC236}">
                <a16:creationId xmlns:a16="http://schemas.microsoft.com/office/drawing/2014/main" id="{01D5CF09-E81E-0CE8-2AA8-EB22B5462DD0}"/>
              </a:ext>
            </a:extLst>
          </p:cNvPr>
          <p:cNvSpPr/>
          <p:nvPr/>
        </p:nvSpPr>
        <p:spPr>
          <a:xfrm>
            <a:off x="1869206" y="4371440"/>
            <a:ext cx="745090" cy="745090"/>
          </a:xfrm>
          <a:prstGeom prst="roundRect">
            <a:avLst>
              <a:gd name="adj" fmla="val 3121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5" name="Graphic 1864">
            <a:extLst>
              <a:ext uri="{FF2B5EF4-FFF2-40B4-BE49-F238E27FC236}">
                <a16:creationId xmlns:a16="http://schemas.microsoft.com/office/drawing/2014/main" id="{E541F8B2-25E9-97F6-BCC0-7A5169EBB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0189" y="4491444"/>
            <a:ext cx="526472" cy="526472"/>
          </a:xfrm>
          <a:prstGeom prst="rect">
            <a:avLst/>
          </a:prstGeom>
        </p:spPr>
      </p:pic>
      <p:pic>
        <p:nvPicPr>
          <p:cNvPr id="1866" name="Graphic 1865">
            <a:extLst>
              <a:ext uri="{FF2B5EF4-FFF2-40B4-BE49-F238E27FC236}">
                <a16:creationId xmlns:a16="http://schemas.microsoft.com/office/drawing/2014/main" id="{C937F147-03C2-8E3B-B41E-AA49D40FE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4491444"/>
            <a:ext cx="526472" cy="526472"/>
          </a:xfrm>
          <a:prstGeom prst="rect">
            <a:avLst/>
          </a:prstGeom>
        </p:spPr>
      </p:pic>
      <p:grpSp>
        <p:nvGrpSpPr>
          <p:cNvPr id="1561" name="Group 1560">
            <a:extLst>
              <a:ext uri="{FF2B5EF4-FFF2-40B4-BE49-F238E27FC236}">
                <a16:creationId xmlns:a16="http://schemas.microsoft.com/office/drawing/2014/main" id="{360EBB99-FC19-1B2E-1780-B76C6EA67C9A}"/>
              </a:ext>
            </a:extLst>
          </p:cNvPr>
          <p:cNvGrpSpPr/>
          <p:nvPr/>
        </p:nvGrpSpPr>
        <p:grpSpPr>
          <a:xfrm>
            <a:off x="3183332" y="1446100"/>
            <a:ext cx="8354442" cy="133914"/>
            <a:chOff x="3183332" y="1377198"/>
            <a:chExt cx="8354442" cy="133914"/>
          </a:xfrm>
        </p:grpSpPr>
        <p:sp>
          <p:nvSpPr>
            <p:cNvPr id="1297" name="TextBox 1296">
              <a:extLst>
                <a:ext uri="{FF2B5EF4-FFF2-40B4-BE49-F238E27FC236}">
                  <a16:creationId xmlns:a16="http://schemas.microsoft.com/office/drawing/2014/main" id="{47068910-CF1B-79F3-09E4-DB3D52A3E79A}"/>
                </a:ext>
              </a:extLst>
            </p:cNvPr>
            <p:cNvSpPr txBox="1"/>
            <p:nvPr/>
          </p:nvSpPr>
          <p:spPr>
            <a:xfrm>
              <a:off x="3183332" y="1377198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4G</a:t>
              </a:r>
            </a:p>
          </p:txBody>
        </p:sp>
        <p:sp>
          <p:nvSpPr>
            <p:cNvPr id="1320" name="TextBox 1319">
              <a:extLst>
                <a:ext uri="{FF2B5EF4-FFF2-40B4-BE49-F238E27FC236}">
                  <a16:creationId xmlns:a16="http://schemas.microsoft.com/office/drawing/2014/main" id="{45FD74F7-9194-8F0E-D1FC-9266EBE5CF9A}"/>
                </a:ext>
              </a:extLst>
            </p:cNvPr>
            <p:cNvSpPr txBox="1"/>
            <p:nvPr/>
          </p:nvSpPr>
          <p:spPr>
            <a:xfrm>
              <a:off x="3488761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4G Plus</a:t>
              </a:r>
            </a:p>
          </p:txBody>
        </p:sp>
        <p:sp>
          <p:nvSpPr>
            <p:cNvPr id="1389" name="TextBox 1388">
              <a:extLst>
                <a:ext uri="{FF2B5EF4-FFF2-40B4-BE49-F238E27FC236}">
                  <a16:creationId xmlns:a16="http://schemas.microsoft.com/office/drawing/2014/main" id="{75C844C1-3056-99BA-786A-C2E04179E34A}"/>
                </a:ext>
              </a:extLst>
            </p:cNvPr>
            <p:cNvSpPr txBox="1"/>
            <p:nvPr/>
          </p:nvSpPr>
          <p:spPr>
            <a:xfrm>
              <a:off x="4631758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r>
                <a:rPr lang="en-US" sz="300" dirty="0">
                  <a:latin typeface="Yes Sans Text" panose="020B0504030101010103" pitchFamily="34" charset="77"/>
                </a:rPr>
                <a:t>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Signal</a:t>
              </a:r>
            </a:p>
          </p:txBody>
        </p:sp>
        <p:sp>
          <p:nvSpPr>
            <p:cNvPr id="1366" name="TextBox 1365">
              <a:extLst>
                <a:ext uri="{FF2B5EF4-FFF2-40B4-BE49-F238E27FC236}">
                  <a16:creationId xmlns:a16="http://schemas.microsoft.com/office/drawing/2014/main" id="{4FFA305F-47E3-6932-C7E7-947365909A8A}"/>
                </a:ext>
              </a:extLst>
            </p:cNvPr>
            <p:cNvSpPr txBox="1"/>
            <p:nvPr/>
          </p:nvSpPr>
          <p:spPr>
            <a:xfrm>
              <a:off x="4250759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 Max</a:t>
              </a:r>
            </a:p>
          </p:txBody>
        </p:sp>
        <p:sp>
          <p:nvSpPr>
            <p:cNvPr id="1343" name="TextBox 1342">
              <a:extLst>
                <a:ext uri="{FF2B5EF4-FFF2-40B4-BE49-F238E27FC236}">
                  <a16:creationId xmlns:a16="http://schemas.microsoft.com/office/drawing/2014/main" id="{1C92C7B9-C846-633B-DEF1-5AA407F7F607}"/>
                </a:ext>
              </a:extLst>
            </p:cNvPr>
            <p:cNvSpPr txBox="1"/>
            <p:nvPr/>
          </p:nvSpPr>
          <p:spPr>
            <a:xfrm>
              <a:off x="3869760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</a:t>
              </a:r>
            </a:p>
          </p:txBody>
        </p:sp>
        <p:sp>
          <p:nvSpPr>
            <p:cNvPr id="1412" name="TextBox 1411">
              <a:extLst>
                <a:ext uri="{FF2B5EF4-FFF2-40B4-BE49-F238E27FC236}">
                  <a16:creationId xmlns:a16="http://schemas.microsoft.com/office/drawing/2014/main" id="{CA30DB7B-74DC-8351-E2AE-4213A929EF08}"/>
                </a:ext>
              </a:extLst>
            </p:cNvPr>
            <p:cNvSpPr txBox="1"/>
            <p:nvPr/>
          </p:nvSpPr>
          <p:spPr>
            <a:xfrm>
              <a:off x="5012757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6G</a:t>
              </a:r>
            </a:p>
          </p:txBody>
        </p:sp>
        <p:sp>
          <p:nvSpPr>
            <p:cNvPr id="1435" name="TextBox 1434">
              <a:extLst>
                <a:ext uri="{FF2B5EF4-FFF2-40B4-BE49-F238E27FC236}">
                  <a16:creationId xmlns:a16="http://schemas.microsoft.com/office/drawing/2014/main" id="{D11C87CB-63B4-5506-227A-A7212708987C}"/>
                </a:ext>
              </a:extLst>
            </p:cNvPr>
            <p:cNvSpPr txBox="1"/>
            <p:nvPr/>
          </p:nvSpPr>
          <p:spPr>
            <a:xfrm>
              <a:off x="5393756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24/7</a:t>
              </a:r>
            </a:p>
          </p:txBody>
        </p:sp>
        <p:sp>
          <p:nvSpPr>
            <p:cNvPr id="1458" name="TextBox 1457">
              <a:extLst>
                <a:ext uri="{FF2B5EF4-FFF2-40B4-BE49-F238E27FC236}">
                  <a16:creationId xmlns:a16="http://schemas.microsoft.com/office/drawing/2014/main" id="{A22839AA-594A-FC1D-3543-DF1551C48938}"/>
                </a:ext>
              </a:extLst>
            </p:cNvPr>
            <p:cNvSpPr txBox="1"/>
            <p:nvPr/>
          </p:nvSpPr>
          <p:spPr>
            <a:xfrm>
              <a:off x="5774755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Address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Book</a:t>
              </a:r>
            </a:p>
          </p:txBody>
        </p:sp>
        <p:sp>
          <p:nvSpPr>
            <p:cNvPr id="1504" name="TextBox 1503">
              <a:extLst>
                <a:ext uri="{FF2B5EF4-FFF2-40B4-BE49-F238E27FC236}">
                  <a16:creationId xmlns:a16="http://schemas.microsoft.com/office/drawing/2014/main" id="{B63D2E53-E112-4A04-339D-AEB3A54488A8}"/>
                </a:ext>
              </a:extLst>
            </p:cNvPr>
            <p:cNvSpPr txBox="1"/>
            <p:nvPr/>
          </p:nvSpPr>
          <p:spPr>
            <a:xfrm>
              <a:off x="6536753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Android</a:t>
              </a:r>
            </a:p>
          </p:txBody>
        </p:sp>
        <p:sp>
          <p:nvSpPr>
            <p:cNvPr id="1573" name="TextBox 1572">
              <a:extLst>
                <a:ext uri="{FF2B5EF4-FFF2-40B4-BE49-F238E27FC236}">
                  <a16:creationId xmlns:a16="http://schemas.microsoft.com/office/drawing/2014/main" id="{1FBEF562-B5F2-A35A-931B-1F0F9B49B243}"/>
                </a:ext>
              </a:extLst>
            </p:cNvPr>
            <p:cNvSpPr txBox="1"/>
            <p:nvPr/>
          </p:nvSpPr>
          <p:spPr>
            <a:xfrm>
              <a:off x="7679750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Apple Filled</a:t>
              </a:r>
            </a:p>
          </p:txBody>
        </p:sp>
        <p:sp>
          <p:nvSpPr>
            <p:cNvPr id="1550" name="TextBox 1549">
              <a:extLst>
                <a:ext uri="{FF2B5EF4-FFF2-40B4-BE49-F238E27FC236}">
                  <a16:creationId xmlns:a16="http://schemas.microsoft.com/office/drawing/2014/main" id="{6D766F40-EAB9-EC5E-E53B-BA8F9562D07F}"/>
                </a:ext>
              </a:extLst>
            </p:cNvPr>
            <p:cNvSpPr txBox="1"/>
            <p:nvPr/>
          </p:nvSpPr>
          <p:spPr>
            <a:xfrm>
              <a:off x="7298751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Apple</a:t>
              </a:r>
            </a:p>
          </p:txBody>
        </p:sp>
        <p:sp>
          <p:nvSpPr>
            <p:cNvPr id="1596" name="TextBox 1595">
              <a:extLst>
                <a:ext uri="{FF2B5EF4-FFF2-40B4-BE49-F238E27FC236}">
                  <a16:creationId xmlns:a16="http://schemas.microsoft.com/office/drawing/2014/main" id="{90A1296F-0C1E-053A-15AB-520BA0110788}"/>
                </a:ext>
              </a:extLst>
            </p:cNvPr>
            <p:cNvSpPr txBox="1"/>
            <p:nvPr/>
          </p:nvSpPr>
          <p:spPr>
            <a:xfrm>
              <a:off x="8060749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Applications</a:t>
              </a:r>
            </a:p>
          </p:txBody>
        </p:sp>
        <p:sp>
          <p:nvSpPr>
            <p:cNvPr id="1527" name="TextBox 1526">
              <a:extLst>
                <a:ext uri="{FF2B5EF4-FFF2-40B4-BE49-F238E27FC236}">
                  <a16:creationId xmlns:a16="http://schemas.microsoft.com/office/drawing/2014/main" id="{BAEFFF7C-3DE5-D229-B68B-B4549EE19980}"/>
                </a:ext>
              </a:extLst>
            </p:cNvPr>
            <p:cNvSpPr txBox="1"/>
            <p:nvPr/>
          </p:nvSpPr>
          <p:spPr>
            <a:xfrm>
              <a:off x="6917752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Android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481" name="TextBox 1480">
              <a:extLst>
                <a:ext uri="{FF2B5EF4-FFF2-40B4-BE49-F238E27FC236}">
                  <a16:creationId xmlns:a16="http://schemas.microsoft.com/office/drawing/2014/main" id="{EA973DB1-9120-6415-4E1A-87CA6F8094B3}"/>
                </a:ext>
              </a:extLst>
            </p:cNvPr>
            <p:cNvSpPr txBox="1"/>
            <p:nvPr/>
          </p:nvSpPr>
          <p:spPr>
            <a:xfrm>
              <a:off x="6155754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Amex</a:t>
              </a:r>
            </a:p>
          </p:txBody>
        </p:sp>
        <p:sp>
          <p:nvSpPr>
            <p:cNvPr id="1642" name="TextBox 1641">
              <a:extLst>
                <a:ext uri="{FF2B5EF4-FFF2-40B4-BE49-F238E27FC236}">
                  <a16:creationId xmlns:a16="http://schemas.microsoft.com/office/drawing/2014/main" id="{29224A9E-2A90-26A2-53D2-36C5F19FB51D}"/>
                </a:ext>
              </a:extLst>
            </p:cNvPr>
            <p:cNvSpPr txBox="1"/>
            <p:nvPr/>
          </p:nvSpPr>
          <p:spPr>
            <a:xfrm>
              <a:off x="8822747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 Store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Exclamation Circle</a:t>
              </a:r>
            </a:p>
          </p:txBody>
        </p:sp>
        <p:sp>
          <p:nvSpPr>
            <p:cNvPr id="1688" name="TextBox 1687">
              <a:extLst>
                <a:ext uri="{FF2B5EF4-FFF2-40B4-BE49-F238E27FC236}">
                  <a16:creationId xmlns:a16="http://schemas.microsoft.com/office/drawing/2014/main" id="{CA5D106E-8540-61A2-674B-E319F12847A5}"/>
                </a:ext>
              </a:extLst>
            </p:cNvPr>
            <p:cNvSpPr txBox="1"/>
            <p:nvPr/>
          </p:nvSpPr>
          <p:spPr>
            <a:xfrm>
              <a:off x="9584745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Backward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619" name="TextBox 1618">
              <a:extLst>
                <a:ext uri="{FF2B5EF4-FFF2-40B4-BE49-F238E27FC236}">
                  <a16:creationId xmlns:a16="http://schemas.microsoft.com/office/drawing/2014/main" id="{9598C094-D3D7-B7B9-8B69-665B24E32A40}"/>
                </a:ext>
              </a:extLst>
            </p:cNvPr>
            <p:cNvSpPr txBox="1"/>
            <p:nvPr/>
          </p:nvSpPr>
          <p:spPr>
            <a:xfrm>
              <a:off x="8441748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 Store</a:t>
              </a:r>
            </a:p>
          </p:txBody>
        </p:sp>
        <p:sp>
          <p:nvSpPr>
            <p:cNvPr id="1665" name="TextBox 1664">
              <a:extLst>
                <a:ext uri="{FF2B5EF4-FFF2-40B4-BE49-F238E27FC236}">
                  <a16:creationId xmlns:a16="http://schemas.microsoft.com/office/drawing/2014/main" id="{C6AB2AB7-1042-6B45-3367-40BA97204206}"/>
                </a:ext>
              </a:extLst>
            </p:cNvPr>
            <p:cNvSpPr txBox="1"/>
            <p:nvPr/>
          </p:nvSpPr>
          <p:spPr>
            <a:xfrm>
              <a:off x="9203746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Back</a:t>
              </a:r>
            </a:p>
          </p:txBody>
        </p:sp>
        <p:sp>
          <p:nvSpPr>
            <p:cNvPr id="1711" name="TextBox 1710">
              <a:extLst>
                <a:ext uri="{FF2B5EF4-FFF2-40B4-BE49-F238E27FC236}">
                  <a16:creationId xmlns:a16="http://schemas.microsoft.com/office/drawing/2014/main" id="{206C6D78-7FE5-1E14-537D-C16A50BF98FB}"/>
                </a:ext>
              </a:extLst>
            </p:cNvPr>
            <p:cNvSpPr txBox="1"/>
            <p:nvPr/>
          </p:nvSpPr>
          <p:spPr>
            <a:xfrm>
              <a:off x="9965744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Circular</a:t>
              </a:r>
            </a:p>
          </p:txBody>
        </p:sp>
        <p:sp>
          <p:nvSpPr>
            <p:cNvPr id="1734" name="TextBox 1733">
              <a:extLst>
                <a:ext uri="{FF2B5EF4-FFF2-40B4-BE49-F238E27FC236}">
                  <a16:creationId xmlns:a16="http://schemas.microsoft.com/office/drawing/2014/main" id="{70FC5E41-1CBA-CD96-E979-AB65AC5CA934}"/>
                </a:ext>
              </a:extLst>
            </p:cNvPr>
            <p:cNvSpPr txBox="1"/>
            <p:nvPr/>
          </p:nvSpPr>
          <p:spPr>
            <a:xfrm>
              <a:off x="10346743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Curved Back</a:t>
              </a:r>
            </a:p>
          </p:txBody>
        </p:sp>
        <p:sp>
          <p:nvSpPr>
            <p:cNvPr id="1780" name="TextBox 1779">
              <a:extLst>
                <a:ext uri="{FF2B5EF4-FFF2-40B4-BE49-F238E27FC236}">
                  <a16:creationId xmlns:a16="http://schemas.microsoft.com/office/drawing/2014/main" id="{AD0D39C3-72CD-A179-CB13-EC575F82D387}"/>
                </a:ext>
              </a:extLst>
            </p:cNvPr>
            <p:cNvSpPr txBox="1"/>
            <p:nvPr/>
          </p:nvSpPr>
          <p:spPr>
            <a:xfrm>
              <a:off x="11108738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Curved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757" name="TextBox 1756">
              <a:extLst>
                <a:ext uri="{FF2B5EF4-FFF2-40B4-BE49-F238E27FC236}">
                  <a16:creationId xmlns:a16="http://schemas.microsoft.com/office/drawing/2014/main" id="{7C401B67-C1F5-7BB3-8764-8A502C630B9D}"/>
                </a:ext>
              </a:extLst>
            </p:cNvPr>
            <p:cNvSpPr txBox="1"/>
            <p:nvPr/>
          </p:nvSpPr>
          <p:spPr>
            <a:xfrm>
              <a:off x="10727742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Curved Down</a:t>
              </a:r>
            </a:p>
          </p:txBody>
        </p:sp>
      </p:grpSp>
      <p:grpSp>
        <p:nvGrpSpPr>
          <p:cNvPr id="1549" name="Group 1548">
            <a:extLst>
              <a:ext uri="{FF2B5EF4-FFF2-40B4-BE49-F238E27FC236}">
                <a16:creationId xmlns:a16="http://schemas.microsoft.com/office/drawing/2014/main" id="{E9CED975-3A9F-246C-74E9-8C09BAF03D6C}"/>
              </a:ext>
            </a:extLst>
          </p:cNvPr>
          <p:cNvGrpSpPr/>
          <p:nvPr/>
        </p:nvGrpSpPr>
        <p:grpSpPr>
          <a:xfrm>
            <a:off x="3183332" y="1875579"/>
            <a:ext cx="8354442" cy="137772"/>
            <a:chOff x="3183332" y="1793839"/>
            <a:chExt cx="8354442" cy="137772"/>
          </a:xfrm>
        </p:grpSpPr>
        <p:sp>
          <p:nvSpPr>
            <p:cNvPr id="1298" name="TextBox 1297">
              <a:extLst>
                <a:ext uri="{FF2B5EF4-FFF2-40B4-BE49-F238E27FC236}">
                  <a16:creationId xmlns:a16="http://schemas.microsoft.com/office/drawing/2014/main" id="{0976265A-B771-57F7-ED30-E9138312CFF7}"/>
                </a:ext>
              </a:extLst>
            </p:cNvPr>
            <p:cNvSpPr txBox="1"/>
            <p:nvPr/>
          </p:nvSpPr>
          <p:spPr>
            <a:xfrm>
              <a:off x="3183332" y="1793839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 Up</a:t>
              </a:r>
            </a:p>
          </p:txBody>
        </p:sp>
        <p:sp>
          <p:nvSpPr>
            <p:cNvPr id="1321" name="TextBox 1320">
              <a:extLst>
                <a:ext uri="{FF2B5EF4-FFF2-40B4-BE49-F238E27FC236}">
                  <a16:creationId xmlns:a16="http://schemas.microsoft.com/office/drawing/2014/main" id="{2A63BD5A-D942-9769-A2F4-030069E8BA95}"/>
                </a:ext>
              </a:extLst>
            </p:cNvPr>
            <p:cNvSpPr txBox="1"/>
            <p:nvPr/>
          </p:nvSpPr>
          <p:spPr>
            <a:xfrm>
              <a:off x="3488761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Down</a:t>
              </a:r>
            </a:p>
          </p:txBody>
        </p:sp>
        <p:sp>
          <p:nvSpPr>
            <p:cNvPr id="1390" name="TextBox 1389">
              <a:extLst>
                <a:ext uri="{FF2B5EF4-FFF2-40B4-BE49-F238E27FC236}">
                  <a16:creationId xmlns:a16="http://schemas.microsoft.com/office/drawing/2014/main" id="{6495C648-02AA-0883-92C2-2E071742AB64}"/>
                </a:ext>
              </a:extLst>
            </p:cNvPr>
            <p:cNvSpPr txBox="1"/>
            <p:nvPr/>
          </p:nvSpPr>
          <p:spPr>
            <a:xfrm>
              <a:off x="4631758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367" name="TextBox 1366">
              <a:extLst>
                <a:ext uri="{FF2B5EF4-FFF2-40B4-BE49-F238E27FC236}">
                  <a16:creationId xmlns:a16="http://schemas.microsoft.com/office/drawing/2014/main" id="{8C0A52D7-503D-9DAB-9C40-7CEBA1D61AB2}"/>
                </a:ext>
              </a:extLst>
            </p:cNvPr>
            <p:cNvSpPr txBox="1"/>
            <p:nvPr/>
          </p:nvSpPr>
          <p:spPr>
            <a:xfrm>
              <a:off x="4250759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Down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Upward</a:t>
              </a:r>
            </a:p>
          </p:txBody>
        </p:sp>
        <p:sp>
          <p:nvSpPr>
            <p:cNvPr id="1344" name="TextBox 1343">
              <a:extLst>
                <a:ext uri="{FF2B5EF4-FFF2-40B4-BE49-F238E27FC236}">
                  <a16:creationId xmlns:a16="http://schemas.microsoft.com/office/drawing/2014/main" id="{7A862EE3-14BA-76C3-6A15-87CB99204B27}"/>
                </a:ext>
              </a:extLst>
            </p:cNvPr>
            <p:cNvSpPr txBox="1"/>
            <p:nvPr/>
          </p:nvSpPr>
          <p:spPr>
            <a:xfrm>
              <a:off x="3869760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Download</a:t>
              </a:r>
            </a:p>
          </p:txBody>
        </p:sp>
        <p:sp>
          <p:nvSpPr>
            <p:cNvPr id="1413" name="TextBox 1412">
              <a:extLst>
                <a:ext uri="{FF2B5EF4-FFF2-40B4-BE49-F238E27FC236}">
                  <a16:creationId xmlns:a16="http://schemas.microsoft.com/office/drawing/2014/main" id="{7D331D84-2D6A-0FC0-7F1C-CB40BEC23AC8}"/>
                </a:ext>
              </a:extLst>
            </p:cNvPr>
            <p:cNvSpPr txBox="1"/>
            <p:nvPr/>
          </p:nvSpPr>
          <p:spPr>
            <a:xfrm>
              <a:off x="5012757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</a:t>
              </a:r>
            </a:p>
          </p:txBody>
        </p:sp>
        <p:sp>
          <p:nvSpPr>
            <p:cNvPr id="1436" name="TextBox 1435">
              <a:extLst>
                <a:ext uri="{FF2B5EF4-FFF2-40B4-BE49-F238E27FC236}">
                  <a16:creationId xmlns:a16="http://schemas.microsoft.com/office/drawing/2014/main" id="{3C8EAD82-A181-A4B8-FC0A-77224C6EDA5D}"/>
                </a:ext>
              </a:extLst>
            </p:cNvPr>
            <p:cNvSpPr txBox="1"/>
            <p:nvPr/>
          </p:nvSpPr>
          <p:spPr>
            <a:xfrm>
              <a:off x="5393756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Next</a:t>
              </a:r>
            </a:p>
          </p:txBody>
        </p:sp>
        <p:sp>
          <p:nvSpPr>
            <p:cNvPr id="1459" name="TextBox 1458">
              <a:extLst>
                <a:ext uri="{FF2B5EF4-FFF2-40B4-BE49-F238E27FC236}">
                  <a16:creationId xmlns:a16="http://schemas.microsoft.com/office/drawing/2014/main" id="{16FB216D-FE49-B844-1309-A8F7FA4FD70E}"/>
                </a:ext>
              </a:extLst>
            </p:cNvPr>
            <p:cNvSpPr txBox="1"/>
            <p:nvPr/>
          </p:nvSpPr>
          <p:spPr>
            <a:xfrm>
              <a:off x="5774755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Previous</a:t>
              </a:r>
            </a:p>
          </p:txBody>
        </p:sp>
        <p:sp>
          <p:nvSpPr>
            <p:cNvPr id="1505" name="TextBox 1504">
              <a:extLst>
                <a:ext uri="{FF2B5EF4-FFF2-40B4-BE49-F238E27FC236}">
                  <a16:creationId xmlns:a16="http://schemas.microsoft.com/office/drawing/2014/main" id="{CEA926ED-130C-E03A-1B7D-D044EB89E56B}"/>
                </a:ext>
              </a:extLst>
            </p:cNvPr>
            <p:cNvSpPr txBox="1"/>
            <p:nvPr/>
          </p:nvSpPr>
          <p:spPr>
            <a:xfrm>
              <a:off x="6536753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Road</a:t>
              </a:r>
            </a:p>
          </p:txBody>
        </p:sp>
        <p:sp>
          <p:nvSpPr>
            <p:cNvPr id="1574" name="TextBox 1573">
              <a:extLst>
                <a:ext uri="{FF2B5EF4-FFF2-40B4-BE49-F238E27FC236}">
                  <a16:creationId xmlns:a16="http://schemas.microsoft.com/office/drawing/2014/main" id="{27746871-76E9-B20A-7F38-45539164CCB2}"/>
                </a:ext>
              </a:extLst>
            </p:cNvPr>
            <p:cNvSpPr txBox="1"/>
            <p:nvPr/>
          </p:nvSpPr>
          <p:spPr>
            <a:xfrm>
              <a:off x="7679750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Upload</a:t>
              </a:r>
            </a:p>
          </p:txBody>
        </p:sp>
        <p:sp>
          <p:nvSpPr>
            <p:cNvPr id="1551" name="TextBox 1550">
              <a:extLst>
                <a:ext uri="{FF2B5EF4-FFF2-40B4-BE49-F238E27FC236}">
                  <a16:creationId xmlns:a16="http://schemas.microsoft.com/office/drawing/2014/main" id="{D8BD9CC3-C1FD-A05C-2CF3-BC5E25CD806C}"/>
                </a:ext>
              </a:extLst>
            </p:cNvPr>
            <p:cNvSpPr txBox="1"/>
            <p:nvPr/>
          </p:nvSpPr>
          <p:spPr>
            <a:xfrm>
              <a:off x="7298751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 Down</a:t>
              </a:r>
            </a:p>
          </p:txBody>
        </p:sp>
        <p:sp>
          <p:nvSpPr>
            <p:cNvPr id="1597" name="TextBox 1596">
              <a:extLst>
                <a:ext uri="{FF2B5EF4-FFF2-40B4-BE49-F238E27FC236}">
                  <a16:creationId xmlns:a16="http://schemas.microsoft.com/office/drawing/2014/main" id="{AF515F19-98F6-B1A2-1605-DB86940AD65F}"/>
                </a:ext>
              </a:extLst>
            </p:cNvPr>
            <p:cNvSpPr txBox="1"/>
            <p:nvPr/>
          </p:nvSpPr>
          <p:spPr>
            <a:xfrm>
              <a:off x="8060749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Attachment</a:t>
              </a:r>
            </a:p>
          </p:txBody>
        </p:sp>
        <p:sp>
          <p:nvSpPr>
            <p:cNvPr id="1528" name="TextBox 1527">
              <a:extLst>
                <a:ext uri="{FF2B5EF4-FFF2-40B4-BE49-F238E27FC236}">
                  <a16:creationId xmlns:a16="http://schemas.microsoft.com/office/drawing/2014/main" id="{E11CCC3B-B432-4E9F-F18C-92BCA902D473}"/>
                </a:ext>
              </a:extLst>
            </p:cNvPr>
            <p:cNvSpPr txBox="1"/>
            <p:nvPr/>
          </p:nvSpPr>
          <p:spPr>
            <a:xfrm>
              <a:off x="6917752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482" name="TextBox 1481">
              <a:extLst>
                <a:ext uri="{FF2B5EF4-FFF2-40B4-BE49-F238E27FC236}">
                  <a16:creationId xmlns:a16="http://schemas.microsoft.com/office/drawing/2014/main" id="{5B8099EE-5BF2-590D-7CFE-847AFDF9249B}"/>
                </a:ext>
              </a:extLst>
            </p:cNvPr>
            <p:cNvSpPr txBox="1"/>
            <p:nvPr/>
          </p:nvSpPr>
          <p:spPr>
            <a:xfrm>
              <a:off x="6155754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</a:t>
              </a:r>
            </a:p>
          </p:txBody>
        </p:sp>
        <p:sp>
          <p:nvSpPr>
            <p:cNvPr id="1643" name="TextBox 1642">
              <a:extLst>
                <a:ext uri="{FF2B5EF4-FFF2-40B4-BE49-F238E27FC236}">
                  <a16:creationId xmlns:a16="http://schemas.microsoft.com/office/drawing/2014/main" id="{4FA07B5A-21C1-CC21-C70A-D70AEB7EAFB1}"/>
                </a:ext>
              </a:extLst>
            </p:cNvPr>
            <p:cNvSpPr txBox="1"/>
            <p:nvPr/>
          </p:nvSpPr>
          <p:spPr>
            <a:xfrm>
              <a:off x="8822747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Australia Signal</a:t>
              </a:r>
            </a:p>
          </p:txBody>
        </p:sp>
        <p:sp>
          <p:nvSpPr>
            <p:cNvPr id="1689" name="TextBox 1688">
              <a:extLst>
                <a:ext uri="{FF2B5EF4-FFF2-40B4-BE49-F238E27FC236}">
                  <a16:creationId xmlns:a16="http://schemas.microsoft.com/office/drawing/2014/main" id="{A86FFBDE-A5E0-B814-954C-8BCA0BE2B40F}"/>
                </a:ext>
              </a:extLst>
            </p:cNvPr>
            <p:cNvSpPr txBox="1"/>
            <p:nvPr/>
          </p:nvSpPr>
          <p:spPr>
            <a:xfrm>
              <a:off x="9584745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</a:t>
              </a:r>
            </a:p>
          </p:txBody>
        </p:sp>
        <p:sp>
          <p:nvSpPr>
            <p:cNvPr id="1620" name="TextBox 1619">
              <a:extLst>
                <a:ext uri="{FF2B5EF4-FFF2-40B4-BE49-F238E27FC236}">
                  <a16:creationId xmlns:a16="http://schemas.microsoft.com/office/drawing/2014/main" id="{27C98C57-1384-1B41-37A6-857954DB8253}"/>
                </a:ext>
              </a:extLst>
            </p:cNvPr>
            <p:cNvSpPr txBox="1"/>
            <p:nvPr/>
          </p:nvSpPr>
          <p:spPr>
            <a:xfrm>
              <a:off x="8441748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Australia</a:t>
              </a:r>
            </a:p>
          </p:txBody>
        </p:sp>
        <p:sp>
          <p:nvSpPr>
            <p:cNvPr id="1666" name="TextBox 1665">
              <a:extLst>
                <a:ext uri="{FF2B5EF4-FFF2-40B4-BE49-F238E27FC236}">
                  <a16:creationId xmlns:a16="http://schemas.microsoft.com/office/drawing/2014/main" id="{77F735A2-3D01-C243-06A6-D38210CBD2B5}"/>
                </a:ext>
              </a:extLst>
            </p:cNvPr>
            <p:cNvSpPr txBox="1"/>
            <p:nvPr/>
          </p:nvSpPr>
          <p:spPr>
            <a:xfrm>
              <a:off x="9203746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Round</a:t>
              </a:r>
            </a:p>
          </p:txBody>
        </p:sp>
        <p:sp>
          <p:nvSpPr>
            <p:cNvPr id="1712" name="TextBox 1711">
              <a:extLst>
                <a:ext uri="{FF2B5EF4-FFF2-40B4-BE49-F238E27FC236}">
                  <a16:creationId xmlns:a16="http://schemas.microsoft.com/office/drawing/2014/main" id="{25BCAAEA-789D-69EC-188C-7B7B7E35FD6C}"/>
                </a:ext>
              </a:extLst>
            </p:cNvPr>
            <p:cNvSpPr txBox="1"/>
            <p:nvPr/>
          </p:nvSpPr>
          <p:spPr>
            <a:xfrm>
              <a:off x="9965744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One</a:t>
              </a:r>
            </a:p>
          </p:txBody>
        </p:sp>
        <p:sp>
          <p:nvSpPr>
            <p:cNvPr id="1735" name="TextBox 1734">
              <a:extLst>
                <a:ext uri="{FF2B5EF4-FFF2-40B4-BE49-F238E27FC236}">
                  <a16:creationId xmlns:a16="http://schemas.microsoft.com/office/drawing/2014/main" id="{621AF5F6-2771-52BA-8086-4AD3BD903823}"/>
                </a:ext>
              </a:extLst>
            </p:cNvPr>
            <p:cNvSpPr txBox="1"/>
            <p:nvPr/>
          </p:nvSpPr>
          <p:spPr>
            <a:xfrm>
              <a:off x="10346743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Three</a:t>
              </a:r>
            </a:p>
          </p:txBody>
        </p:sp>
        <p:sp>
          <p:nvSpPr>
            <p:cNvPr id="1781" name="TextBox 1780">
              <a:extLst>
                <a:ext uri="{FF2B5EF4-FFF2-40B4-BE49-F238E27FC236}">
                  <a16:creationId xmlns:a16="http://schemas.microsoft.com/office/drawing/2014/main" id="{7C080A8A-0B2C-908A-69CD-5AE507D7FDAC}"/>
                </a:ext>
              </a:extLst>
            </p:cNvPr>
            <p:cNvSpPr txBox="1"/>
            <p:nvPr/>
          </p:nvSpPr>
          <p:spPr>
            <a:xfrm>
              <a:off x="11108738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Change</a:t>
              </a:r>
            </a:p>
          </p:txBody>
        </p:sp>
        <p:sp>
          <p:nvSpPr>
            <p:cNvPr id="1758" name="TextBox 1757">
              <a:extLst>
                <a:ext uri="{FF2B5EF4-FFF2-40B4-BE49-F238E27FC236}">
                  <a16:creationId xmlns:a16="http://schemas.microsoft.com/office/drawing/2014/main" id="{1F397B0B-4AA8-8753-C385-310916E7F3AE}"/>
                </a:ext>
              </a:extLst>
            </p:cNvPr>
            <p:cNvSpPr txBox="1"/>
            <p:nvPr/>
          </p:nvSpPr>
          <p:spPr>
            <a:xfrm>
              <a:off x="10727742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Two</a:t>
              </a:r>
            </a:p>
          </p:txBody>
        </p:sp>
      </p:grpSp>
      <p:grpSp>
        <p:nvGrpSpPr>
          <p:cNvPr id="1562" name="Group 1561">
            <a:extLst>
              <a:ext uri="{FF2B5EF4-FFF2-40B4-BE49-F238E27FC236}">
                <a16:creationId xmlns:a16="http://schemas.microsoft.com/office/drawing/2014/main" id="{33FC8C8F-4872-2751-07F8-E8BE9F9EFDA7}"/>
              </a:ext>
            </a:extLst>
          </p:cNvPr>
          <p:cNvGrpSpPr/>
          <p:nvPr/>
        </p:nvGrpSpPr>
        <p:grpSpPr>
          <a:xfrm>
            <a:off x="3183332" y="2308916"/>
            <a:ext cx="8354442" cy="133914"/>
            <a:chOff x="3183332" y="2224311"/>
            <a:chExt cx="8354442" cy="133914"/>
          </a:xfrm>
        </p:grpSpPr>
        <p:sp>
          <p:nvSpPr>
            <p:cNvPr id="1299" name="TextBox 1298">
              <a:extLst>
                <a:ext uri="{FF2B5EF4-FFF2-40B4-BE49-F238E27FC236}">
                  <a16:creationId xmlns:a16="http://schemas.microsoft.com/office/drawing/2014/main" id="{966B5AB6-283C-298F-5FD1-1AC383169A9B}"/>
                </a:ext>
              </a:extLst>
            </p:cNvPr>
            <p:cNvSpPr txBox="1"/>
            <p:nvPr/>
          </p:nvSpPr>
          <p:spPr>
            <a:xfrm>
              <a:off x="3183332" y="2224311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Full</a:t>
              </a:r>
            </a:p>
          </p:txBody>
        </p:sp>
        <p:sp>
          <p:nvSpPr>
            <p:cNvPr id="1322" name="TextBox 1321">
              <a:extLst>
                <a:ext uri="{FF2B5EF4-FFF2-40B4-BE49-F238E27FC236}">
                  <a16:creationId xmlns:a16="http://schemas.microsoft.com/office/drawing/2014/main" id="{68B8ECFB-8BD3-AE32-D5D9-72DEA40BC7D7}"/>
                </a:ext>
              </a:extLst>
            </p:cNvPr>
            <p:cNvSpPr txBox="1"/>
            <p:nvPr/>
          </p:nvSpPr>
          <p:spPr>
            <a:xfrm>
              <a:off x="3488761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Half</a:t>
              </a:r>
            </a:p>
          </p:txBody>
        </p:sp>
        <p:sp>
          <p:nvSpPr>
            <p:cNvPr id="1391" name="TextBox 1390">
              <a:extLst>
                <a:ext uri="{FF2B5EF4-FFF2-40B4-BE49-F238E27FC236}">
                  <a16:creationId xmlns:a16="http://schemas.microsoft.com/office/drawing/2014/main" id="{4CB45925-DE21-AB79-A649-E7A2CBFFB51F}"/>
                </a:ext>
              </a:extLst>
            </p:cNvPr>
            <p:cNvSpPr txBox="1"/>
            <p:nvPr/>
          </p:nvSpPr>
          <p:spPr>
            <a:xfrm>
              <a:off x="4631758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Three Quarter</a:t>
              </a:r>
            </a:p>
          </p:txBody>
        </p:sp>
        <p:sp>
          <p:nvSpPr>
            <p:cNvPr id="1368" name="TextBox 1367">
              <a:extLst>
                <a:ext uri="{FF2B5EF4-FFF2-40B4-BE49-F238E27FC236}">
                  <a16:creationId xmlns:a16="http://schemas.microsoft.com/office/drawing/2014/main" id="{1FAB0DB8-F40E-6EB5-B58E-04B9880ED6D6}"/>
                </a:ext>
              </a:extLst>
            </p:cNvPr>
            <p:cNvSpPr txBox="1"/>
            <p:nvPr/>
          </p:nvSpPr>
          <p:spPr>
            <a:xfrm>
              <a:off x="4250759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Quarter</a:t>
              </a:r>
            </a:p>
          </p:txBody>
        </p:sp>
        <p:sp>
          <p:nvSpPr>
            <p:cNvPr id="1345" name="TextBox 1344">
              <a:extLst>
                <a:ext uri="{FF2B5EF4-FFF2-40B4-BE49-F238E27FC236}">
                  <a16:creationId xmlns:a16="http://schemas.microsoft.com/office/drawing/2014/main" id="{38EA6F8C-9A17-71CA-788C-DD00D6624978}"/>
                </a:ext>
              </a:extLst>
            </p:cNvPr>
            <p:cNvSpPr txBox="1"/>
            <p:nvPr/>
          </p:nvSpPr>
          <p:spPr>
            <a:xfrm>
              <a:off x="3869760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Plug</a:t>
              </a:r>
            </a:p>
          </p:txBody>
        </p:sp>
        <p:sp>
          <p:nvSpPr>
            <p:cNvPr id="1414" name="TextBox 1413">
              <a:extLst>
                <a:ext uri="{FF2B5EF4-FFF2-40B4-BE49-F238E27FC236}">
                  <a16:creationId xmlns:a16="http://schemas.microsoft.com/office/drawing/2014/main" id="{0128D5C3-F32B-12A3-77FD-CE7D0C5147B6}"/>
                </a:ext>
              </a:extLst>
            </p:cNvPr>
            <p:cNvSpPr txBox="1"/>
            <p:nvPr/>
          </p:nvSpPr>
          <p:spPr>
            <a:xfrm>
              <a:off x="5012757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Beer</a:t>
              </a:r>
            </a:p>
          </p:txBody>
        </p:sp>
        <p:sp>
          <p:nvSpPr>
            <p:cNvPr id="1437" name="TextBox 1436">
              <a:extLst>
                <a:ext uri="{FF2B5EF4-FFF2-40B4-BE49-F238E27FC236}">
                  <a16:creationId xmlns:a16="http://schemas.microsoft.com/office/drawing/2014/main" id="{B462E56F-92C6-659B-B118-174AEFC0D463}"/>
                </a:ext>
              </a:extLst>
            </p:cNvPr>
            <p:cNvSpPr txBox="1"/>
            <p:nvPr/>
          </p:nvSpPr>
          <p:spPr>
            <a:xfrm>
              <a:off x="5393756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Beach Tree</a:t>
              </a:r>
            </a:p>
          </p:txBody>
        </p:sp>
        <p:sp>
          <p:nvSpPr>
            <p:cNvPr id="1460" name="TextBox 1459">
              <a:extLst>
                <a:ext uri="{FF2B5EF4-FFF2-40B4-BE49-F238E27FC236}">
                  <a16:creationId xmlns:a16="http://schemas.microsoft.com/office/drawing/2014/main" id="{F244CD58-CC74-986E-1FAF-2E1BFC9CFC23}"/>
                </a:ext>
              </a:extLst>
            </p:cNvPr>
            <p:cNvSpPr txBox="1"/>
            <p:nvPr/>
          </p:nvSpPr>
          <p:spPr>
            <a:xfrm>
              <a:off x="5774755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Beverage</a:t>
              </a:r>
            </a:p>
          </p:txBody>
        </p:sp>
        <p:sp>
          <p:nvSpPr>
            <p:cNvPr id="1506" name="TextBox 1505">
              <a:extLst>
                <a:ext uri="{FF2B5EF4-FFF2-40B4-BE49-F238E27FC236}">
                  <a16:creationId xmlns:a16="http://schemas.microsoft.com/office/drawing/2014/main" id="{8E5475DB-E228-9112-AE0A-760BC6DE9B3C}"/>
                </a:ext>
              </a:extLst>
            </p:cNvPr>
            <p:cNvSpPr txBox="1"/>
            <p:nvPr/>
          </p:nvSpPr>
          <p:spPr>
            <a:xfrm>
              <a:off x="6536753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Bin</a:t>
              </a:r>
            </a:p>
          </p:txBody>
        </p:sp>
        <p:sp>
          <p:nvSpPr>
            <p:cNvPr id="1575" name="TextBox 1574">
              <a:extLst>
                <a:ext uri="{FF2B5EF4-FFF2-40B4-BE49-F238E27FC236}">
                  <a16:creationId xmlns:a16="http://schemas.microsoft.com/office/drawing/2014/main" id="{388ADA42-35FC-1578-7A6D-C8FEB0134382}"/>
                </a:ext>
              </a:extLst>
            </p:cNvPr>
            <p:cNvSpPr txBox="1"/>
            <p:nvPr/>
          </p:nvSpPr>
          <p:spPr>
            <a:xfrm>
              <a:off x="7679750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Blog</a:t>
              </a:r>
            </a:p>
          </p:txBody>
        </p:sp>
        <p:sp>
          <p:nvSpPr>
            <p:cNvPr id="1552" name="TextBox 1551">
              <a:extLst>
                <a:ext uri="{FF2B5EF4-FFF2-40B4-BE49-F238E27FC236}">
                  <a16:creationId xmlns:a16="http://schemas.microsoft.com/office/drawing/2014/main" id="{81720766-6590-3DD1-812E-D900BC471D55}"/>
                </a:ext>
              </a:extLst>
            </p:cNvPr>
            <p:cNvSpPr txBox="1"/>
            <p:nvPr/>
          </p:nvSpPr>
          <p:spPr>
            <a:xfrm>
              <a:off x="7298751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Block Filled</a:t>
              </a:r>
            </a:p>
          </p:txBody>
        </p:sp>
        <p:sp>
          <p:nvSpPr>
            <p:cNvPr id="1598" name="TextBox 1597">
              <a:extLst>
                <a:ext uri="{FF2B5EF4-FFF2-40B4-BE49-F238E27FC236}">
                  <a16:creationId xmlns:a16="http://schemas.microsoft.com/office/drawing/2014/main" id="{6D1C275C-B6E8-F042-BB8E-BA774803EAF8}"/>
                </a:ext>
              </a:extLst>
            </p:cNvPr>
            <p:cNvSpPr txBox="1"/>
            <p:nvPr/>
          </p:nvSpPr>
          <p:spPr>
            <a:xfrm>
              <a:off x="8060749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Bluetooth</a:t>
              </a:r>
            </a:p>
          </p:txBody>
        </p:sp>
        <p:sp>
          <p:nvSpPr>
            <p:cNvPr id="1529" name="TextBox 1528">
              <a:extLst>
                <a:ext uri="{FF2B5EF4-FFF2-40B4-BE49-F238E27FC236}">
                  <a16:creationId xmlns:a16="http://schemas.microsoft.com/office/drawing/2014/main" id="{B0E66E58-841B-273A-BFAF-1DF54518C023}"/>
                </a:ext>
              </a:extLst>
            </p:cNvPr>
            <p:cNvSpPr txBox="1"/>
            <p:nvPr/>
          </p:nvSpPr>
          <p:spPr>
            <a:xfrm>
              <a:off x="6917752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Block</a:t>
              </a:r>
            </a:p>
          </p:txBody>
        </p:sp>
        <p:sp>
          <p:nvSpPr>
            <p:cNvPr id="1483" name="TextBox 1482">
              <a:extLst>
                <a:ext uri="{FF2B5EF4-FFF2-40B4-BE49-F238E27FC236}">
                  <a16:creationId xmlns:a16="http://schemas.microsoft.com/office/drawing/2014/main" id="{BD5B963A-0F56-88A0-1223-C6D79BE550B0}"/>
                </a:ext>
              </a:extLst>
            </p:cNvPr>
            <p:cNvSpPr txBox="1"/>
            <p:nvPr/>
          </p:nvSpPr>
          <p:spPr>
            <a:xfrm>
              <a:off x="6155754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Bike</a:t>
              </a:r>
            </a:p>
          </p:txBody>
        </p:sp>
        <p:sp>
          <p:nvSpPr>
            <p:cNvPr id="1644" name="TextBox 1643">
              <a:extLst>
                <a:ext uri="{FF2B5EF4-FFF2-40B4-BE49-F238E27FC236}">
                  <a16:creationId xmlns:a16="http://schemas.microsoft.com/office/drawing/2014/main" id="{E517A1A8-07AB-75B7-D15C-F425EF882878}"/>
                </a:ext>
              </a:extLst>
            </p:cNvPr>
            <p:cNvSpPr txBox="1"/>
            <p:nvPr/>
          </p:nvSpPr>
          <p:spPr>
            <a:xfrm>
              <a:off x="8822747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Box</a:t>
              </a:r>
            </a:p>
          </p:txBody>
        </p:sp>
        <p:sp>
          <p:nvSpPr>
            <p:cNvPr id="1690" name="TextBox 1689">
              <a:extLst>
                <a:ext uri="{FF2B5EF4-FFF2-40B4-BE49-F238E27FC236}">
                  <a16:creationId xmlns:a16="http://schemas.microsoft.com/office/drawing/2014/main" id="{EF5C83B8-1498-958D-2C1A-833BF57A8062}"/>
                </a:ext>
              </a:extLst>
            </p:cNvPr>
            <p:cNvSpPr txBox="1"/>
            <p:nvPr/>
          </p:nvSpPr>
          <p:spPr>
            <a:xfrm>
              <a:off x="9584745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Bridge</a:t>
              </a:r>
            </a:p>
          </p:txBody>
        </p:sp>
        <p:sp>
          <p:nvSpPr>
            <p:cNvPr id="1621" name="TextBox 1620">
              <a:extLst>
                <a:ext uri="{FF2B5EF4-FFF2-40B4-BE49-F238E27FC236}">
                  <a16:creationId xmlns:a16="http://schemas.microsoft.com/office/drawing/2014/main" id="{6E3B1234-1AEC-A620-524F-8971A0D10C7C}"/>
                </a:ext>
              </a:extLst>
            </p:cNvPr>
            <p:cNvSpPr txBox="1"/>
            <p:nvPr/>
          </p:nvSpPr>
          <p:spPr>
            <a:xfrm>
              <a:off x="8441748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Book</a:t>
              </a:r>
            </a:p>
          </p:txBody>
        </p:sp>
        <p:sp>
          <p:nvSpPr>
            <p:cNvPr id="1667" name="TextBox 1666">
              <a:extLst>
                <a:ext uri="{FF2B5EF4-FFF2-40B4-BE49-F238E27FC236}">
                  <a16:creationId xmlns:a16="http://schemas.microsoft.com/office/drawing/2014/main" id="{39BC9B67-34FD-E5F2-5114-D4384891A0F7}"/>
                </a:ext>
              </a:extLst>
            </p:cNvPr>
            <p:cNvSpPr txBox="1"/>
            <p:nvPr/>
          </p:nvSpPr>
          <p:spPr>
            <a:xfrm>
              <a:off x="9203746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Box Location</a:t>
              </a:r>
            </a:p>
          </p:txBody>
        </p:sp>
        <p:sp>
          <p:nvSpPr>
            <p:cNvPr id="1713" name="TextBox 1712">
              <a:extLst>
                <a:ext uri="{FF2B5EF4-FFF2-40B4-BE49-F238E27FC236}">
                  <a16:creationId xmlns:a16="http://schemas.microsoft.com/office/drawing/2014/main" id="{8AD47A48-9561-979D-E87F-C30E01ED3B11}"/>
                </a:ext>
              </a:extLst>
            </p:cNvPr>
            <p:cNvSpPr txBox="1"/>
            <p:nvPr/>
          </p:nvSpPr>
          <p:spPr>
            <a:xfrm>
              <a:off x="9965744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</a:p>
          </p:txBody>
        </p:sp>
        <p:sp>
          <p:nvSpPr>
            <p:cNvPr id="1736" name="TextBox 1735">
              <a:extLst>
                <a:ext uri="{FF2B5EF4-FFF2-40B4-BE49-F238E27FC236}">
                  <a16:creationId xmlns:a16="http://schemas.microsoft.com/office/drawing/2014/main" id="{3734E9F5-FF3E-70EA-3E1E-EEAD147589AD}"/>
                </a:ext>
              </a:extLst>
            </p:cNvPr>
            <p:cNvSpPr txBox="1"/>
            <p:nvPr/>
          </p:nvSpPr>
          <p:spPr>
            <a:xfrm>
              <a:off x="10346743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Health</a:t>
              </a:r>
            </a:p>
          </p:txBody>
        </p:sp>
        <p:sp>
          <p:nvSpPr>
            <p:cNvPr id="1782" name="TextBox 1781">
              <a:extLst>
                <a:ext uri="{FF2B5EF4-FFF2-40B4-BE49-F238E27FC236}">
                  <a16:creationId xmlns:a16="http://schemas.microsoft.com/office/drawing/2014/main" id="{BB4A00B4-242C-3E9E-5324-37FBDD4C360A}"/>
                </a:ext>
              </a:extLst>
            </p:cNvPr>
            <p:cNvSpPr txBox="1"/>
            <p:nvPr/>
          </p:nvSpPr>
          <p:spPr>
            <a:xfrm>
              <a:off x="11108738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Bug Shield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Tick</a:t>
              </a:r>
            </a:p>
          </p:txBody>
        </p:sp>
        <p:sp>
          <p:nvSpPr>
            <p:cNvPr id="1759" name="TextBox 1758">
              <a:extLst>
                <a:ext uri="{FF2B5EF4-FFF2-40B4-BE49-F238E27FC236}">
                  <a16:creationId xmlns:a16="http://schemas.microsoft.com/office/drawing/2014/main" id="{8E03548C-7E3B-F4B1-5B04-EAEB8CEAB607}"/>
                </a:ext>
              </a:extLst>
            </p:cNvPr>
            <p:cNvSpPr txBox="1"/>
            <p:nvPr/>
          </p:nvSpPr>
          <p:spPr>
            <a:xfrm>
              <a:off x="10727742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Mobile</a:t>
              </a:r>
            </a:p>
          </p:txBody>
        </p:sp>
      </p:grpSp>
      <p:grpSp>
        <p:nvGrpSpPr>
          <p:cNvPr id="1563" name="Group 1562">
            <a:extLst>
              <a:ext uri="{FF2B5EF4-FFF2-40B4-BE49-F238E27FC236}">
                <a16:creationId xmlns:a16="http://schemas.microsoft.com/office/drawing/2014/main" id="{0B233938-ED0E-608F-275F-3EB2859713BA}"/>
              </a:ext>
            </a:extLst>
          </p:cNvPr>
          <p:cNvGrpSpPr/>
          <p:nvPr/>
        </p:nvGrpSpPr>
        <p:grpSpPr>
          <a:xfrm>
            <a:off x="3183332" y="2738395"/>
            <a:ext cx="8354442" cy="135466"/>
            <a:chOff x="3183332" y="2651305"/>
            <a:chExt cx="8354442" cy="135466"/>
          </a:xfrm>
        </p:grpSpPr>
        <p:sp>
          <p:nvSpPr>
            <p:cNvPr id="1300" name="TextBox 1299">
              <a:extLst>
                <a:ext uri="{FF2B5EF4-FFF2-40B4-BE49-F238E27FC236}">
                  <a16:creationId xmlns:a16="http://schemas.microsoft.com/office/drawing/2014/main" id="{72695E36-8A2D-8169-0A5C-52FA0A775CE1}"/>
                </a:ext>
              </a:extLst>
            </p:cNvPr>
            <p:cNvSpPr txBox="1"/>
            <p:nvPr/>
          </p:nvSpPr>
          <p:spPr>
            <a:xfrm>
              <a:off x="3183332" y="2651305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Cloud</a:t>
              </a:r>
            </a:p>
          </p:txBody>
        </p:sp>
        <p:sp>
          <p:nvSpPr>
            <p:cNvPr id="1323" name="TextBox 1322">
              <a:extLst>
                <a:ext uri="{FF2B5EF4-FFF2-40B4-BE49-F238E27FC236}">
                  <a16:creationId xmlns:a16="http://schemas.microsoft.com/office/drawing/2014/main" id="{29CF199D-2EBE-0B8B-C21C-37CC97381739}"/>
                </a:ext>
              </a:extLst>
            </p:cNvPr>
            <p:cNvSpPr txBox="1"/>
            <p:nvPr/>
          </p:nvSpPr>
          <p:spPr>
            <a:xfrm>
              <a:off x="3488761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Enterprise</a:t>
              </a:r>
            </a:p>
          </p:txBody>
        </p:sp>
        <p:sp>
          <p:nvSpPr>
            <p:cNvPr id="1392" name="TextBox 1391">
              <a:extLst>
                <a:ext uri="{FF2B5EF4-FFF2-40B4-BE49-F238E27FC236}">
                  <a16:creationId xmlns:a16="http://schemas.microsoft.com/office/drawing/2014/main" id="{1C9AA99C-F6CA-440A-496C-1414FAC95EB1}"/>
                </a:ext>
              </a:extLst>
            </p:cNvPr>
            <p:cNvSpPr txBox="1"/>
            <p:nvPr/>
          </p:nvSpPr>
          <p:spPr>
            <a:xfrm>
              <a:off x="4631758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One</a:t>
              </a:r>
            </a:p>
          </p:txBody>
        </p:sp>
        <p:sp>
          <p:nvSpPr>
            <p:cNvPr id="1369" name="TextBox 1368">
              <a:extLst>
                <a:ext uri="{FF2B5EF4-FFF2-40B4-BE49-F238E27FC236}">
                  <a16:creationId xmlns:a16="http://schemas.microsoft.com/office/drawing/2014/main" id="{3434C8FD-8F79-1FF0-2C01-E289C1557ED4}"/>
                </a:ext>
              </a:extLst>
            </p:cNvPr>
            <p:cNvSpPr txBox="1"/>
            <p:nvPr/>
          </p:nvSpPr>
          <p:spPr>
            <a:xfrm>
              <a:off x="4250759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House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Location</a:t>
              </a:r>
            </a:p>
          </p:txBody>
        </p:sp>
        <p:sp>
          <p:nvSpPr>
            <p:cNvPr id="1346" name="TextBox 1345">
              <a:extLst>
                <a:ext uri="{FF2B5EF4-FFF2-40B4-BE49-F238E27FC236}">
                  <a16:creationId xmlns:a16="http://schemas.microsoft.com/office/drawing/2014/main" id="{32AF3F25-98DB-3A84-5DE2-EB7303989CFF}"/>
                </a:ext>
              </a:extLst>
            </p:cNvPr>
            <p:cNvSpPr txBox="1"/>
            <p:nvPr/>
          </p:nvSpPr>
          <p:spPr>
            <a:xfrm>
              <a:off x="3869760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House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415" name="TextBox 1414">
              <a:extLst>
                <a:ext uri="{FF2B5EF4-FFF2-40B4-BE49-F238E27FC236}">
                  <a16:creationId xmlns:a16="http://schemas.microsoft.com/office/drawing/2014/main" id="{978095E4-BA17-EDE4-D663-21F0FFAD2867}"/>
                </a:ext>
              </a:extLst>
            </p:cNvPr>
            <p:cNvSpPr txBox="1"/>
            <p:nvPr/>
          </p:nvSpPr>
          <p:spPr>
            <a:xfrm>
              <a:off x="5012757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Two</a:t>
              </a:r>
            </a:p>
          </p:txBody>
        </p:sp>
        <p:sp>
          <p:nvSpPr>
            <p:cNvPr id="1438" name="TextBox 1437">
              <a:extLst>
                <a:ext uri="{FF2B5EF4-FFF2-40B4-BE49-F238E27FC236}">
                  <a16:creationId xmlns:a16="http://schemas.microsoft.com/office/drawing/2014/main" id="{1B776ECD-68C4-EB39-2604-96C5CC00B415}"/>
                </a:ext>
              </a:extLst>
            </p:cNvPr>
            <p:cNvSpPr txBox="1"/>
            <p:nvPr/>
          </p:nvSpPr>
          <p:spPr>
            <a:xfrm>
              <a:off x="5393756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Bundle</a:t>
              </a:r>
            </a:p>
          </p:txBody>
        </p:sp>
        <p:sp>
          <p:nvSpPr>
            <p:cNvPr id="1461" name="TextBox 1460">
              <a:extLst>
                <a:ext uri="{FF2B5EF4-FFF2-40B4-BE49-F238E27FC236}">
                  <a16:creationId xmlns:a16="http://schemas.microsoft.com/office/drawing/2014/main" id="{2A728EF5-0676-164F-8539-DFAA89200BDC}"/>
                </a:ext>
              </a:extLst>
            </p:cNvPr>
            <p:cNvSpPr txBox="1"/>
            <p:nvPr/>
          </p:nvSpPr>
          <p:spPr>
            <a:xfrm>
              <a:off x="5774755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Burger</a:t>
              </a:r>
            </a:p>
          </p:txBody>
        </p:sp>
        <p:sp>
          <p:nvSpPr>
            <p:cNvPr id="1507" name="TextBox 1506">
              <a:extLst>
                <a:ext uri="{FF2B5EF4-FFF2-40B4-BE49-F238E27FC236}">
                  <a16:creationId xmlns:a16="http://schemas.microsoft.com/office/drawing/2014/main" id="{6BFAF72A-EACB-6C98-ED47-BC97AA25A419}"/>
                </a:ext>
              </a:extLst>
            </p:cNvPr>
            <p:cNvSpPr txBox="1"/>
            <p:nvPr/>
          </p:nvSpPr>
          <p:spPr>
            <a:xfrm>
              <a:off x="6536753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Bus</a:t>
              </a:r>
            </a:p>
          </p:txBody>
        </p:sp>
        <p:sp>
          <p:nvSpPr>
            <p:cNvPr id="1576" name="TextBox 1575">
              <a:extLst>
                <a:ext uri="{FF2B5EF4-FFF2-40B4-BE49-F238E27FC236}">
                  <a16:creationId xmlns:a16="http://schemas.microsoft.com/office/drawing/2014/main" id="{72E78929-6758-3638-397C-6CE5A0F08E1B}"/>
                </a:ext>
              </a:extLst>
            </p:cNvPr>
            <p:cNvSpPr txBox="1"/>
            <p:nvPr/>
          </p:nvSpPr>
          <p:spPr>
            <a:xfrm>
              <a:off x="7679750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Add</a:t>
              </a:r>
            </a:p>
          </p:txBody>
        </p:sp>
        <p:sp>
          <p:nvSpPr>
            <p:cNvPr id="1553" name="TextBox 1552">
              <a:extLst>
                <a:ext uri="{FF2B5EF4-FFF2-40B4-BE49-F238E27FC236}">
                  <a16:creationId xmlns:a16="http://schemas.microsoft.com/office/drawing/2014/main" id="{471F88F7-7067-9F30-88B7-416D24672235}"/>
                </a:ext>
              </a:extLst>
            </p:cNvPr>
            <p:cNvSpPr txBox="1"/>
            <p:nvPr/>
          </p:nvSpPr>
          <p:spPr>
            <a:xfrm>
              <a:off x="7298751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</a:t>
              </a:r>
            </a:p>
          </p:txBody>
        </p:sp>
        <p:sp>
          <p:nvSpPr>
            <p:cNvPr id="1599" name="TextBox 1598">
              <a:extLst>
                <a:ext uri="{FF2B5EF4-FFF2-40B4-BE49-F238E27FC236}">
                  <a16:creationId xmlns:a16="http://schemas.microsoft.com/office/drawing/2014/main" id="{AD5EF640-62A0-D6AE-0CF5-22E55F07FC0D}"/>
                </a:ext>
              </a:extLst>
            </p:cNvPr>
            <p:cNvSpPr txBox="1"/>
            <p:nvPr/>
          </p:nvSpPr>
          <p:spPr>
            <a:xfrm>
              <a:off x="8060749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Cancel</a:t>
              </a:r>
            </a:p>
          </p:txBody>
        </p:sp>
        <p:sp>
          <p:nvSpPr>
            <p:cNvPr id="1530" name="TextBox 1529">
              <a:extLst>
                <a:ext uri="{FF2B5EF4-FFF2-40B4-BE49-F238E27FC236}">
                  <a16:creationId xmlns:a16="http://schemas.microsoft.com/office/drawing/2014/main" id="{7F680C8C-A86C-B8B9-6650-23EAB9B4A5F4}"/>
                </a:ext>
              </a:extLst>
            </p:cNvPr>
            <p:cNvSpPr txBox="1"/>
            <p:nvPr/>
          </p:nvSpPr>
          <p:spPr>
            <a:xfrm>
              <a:off x="6917752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Cable</a:t>
              </a:r>
            </a:p>
          </p:txBody>
        </p:sp>
        <p:sp>
          <p:nvSpPr>
            <p:cNvPr id="1484" name="TextBox 1483">
              <a:extLst>
                <a:ext uri="{FF2B5EF4-FFF2-40B4-BE49-F238E27FC236}">
                  <a16:creationId xmlns:a16="http://schemas.microsoft.com/office/drawing/2014/main" id="{78F58519-D4DF-C00A-AD22-1C305A7BD9DB}"/>
                </a:ext>
              </a:extLst>
            </p:cNvPr>
            <p:cNvSpPr txBox="1"/>
            <p:nvPr/>
          </p:nvSpPr>
          <p:spPr>
            <a:xfrm>
              <a:off x="6155754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Burger Beverage</a:t>
              </a:r>
            </a:p>
          </p:txBody>
        </p:sp>
        <p:sp>
          <p:nvSpPr>
            <p:cNvPr id="1645" name="TextBox 1644">
              <a:extLst>
                <a:ext uri="{FF2B5EF4-FFF2-40B4-BE49-F238E27FC236}">
                  <a16:creationId xmlns:a16="http://schemas.microsoft.com/office/drawing/2014/main" id="{776E03C1-E77D-3B6B-EA16-7807331C164B}"/>
                </a:ext>
              </a:extLst>
            </p:cNvPr>
            <p:cNvSpPr txBox="1"/>
            <p:nvPr/>
          </p:nvSpPr>
          <p:spPr>
            <a:xfrm>
              <a:off x="8822747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Edit</a:t>
              </a:r>
            </a:p>
          </p:txBody>
        </p:sp>
        <p:sp>
          <p:nvSpPr>
            <p:cNvPr id="1691" name="TextBox 1690">
              <a:extLst>
                <a:ext uri="{FF2B5EF4-FFF2-40B4-BE49-F238E27FC236}">
                  <a16:creationId xmlns:a16="http://schemas.microsoft.com/office/drawing/2014/main" id="{F62C2C79-9CB8-D0E9-35E4-B145E87B8BFF}"/>
                </a:ext>
              </a:extLst>
            </p:cNvPr>
            <p:cNvSpPr txBox="1"/>
            <p:nvPr/>
          </p:nvSpPr>
          <p:spPr>
            <a:xfrm>
              <a:off x="9584745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Month</a:t>
              </a:r>
            </a:p>
          </p:txBody>
        </p:sp>
        <p:sp>
          <p:nvSpPr>
            <p:cNvPr id="1622" name="TextBox 1621">
              <a:extLst>
                <a:ext uri="{FF2B5EF4-FFF2-40B4-BE49-F238E27FC236}">
                  <a16:creationId xmlns:a16="http://schemas.microsoft.com/office/drawing/2014/main" id="{E14B1A07-0719-DE02-FB4D-FF750D0B81E5}"/>
                </a:ext>
              </a:extLst>
            </p:cNvPr>
            <p:cNvSpPr txBox="1"/>
            <p:nvPr/>
          </p:nvSpPr>
          <p:spPr>
            <a:xfrm>
              <a:off x="8441748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Day</a:t>
              </a:r>
            </a:p>
          </p:txBody>
        </p:sp>
        <p:sp>
          <p:nvSpPr>
            <p:cNvPr id="1668" name="TextBox 1667">
              <a:extLst>
                <a:ext uri="{FF2B5EF4-FFF2-40B4-BE49-F238E27FC236}">
                  <a16:creationId xmlns:a16="http://schemas.microsoft.com/office/drawing/2014/main" id="{DD00A73A-F5A1-44EC-FD80-3C515EFC09D5}"/>
                </a:ext>
              </a:extLst>
            </p:cNvPr>
            <p:cNvSpPr txBox="1"/>
            <p:nvPr/>
          </p:nvSpPr>
          <p:spPr>
            <a:xfrm>
              <a:off x="9203746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Event</a:t>
              </a:r>
            </a:p>
          </p:txBody>
        </p:sp>
        <p:sp>
          <p:nvSpPr>
            <p:cNvPr id="1714" name="TextBox 1713">
              <a:extLst>
                <a:ext uri="{FF2B5EF4-FFF2-40B4-BE49-F238E27FC236}">
                  <a16:creationId xmlns:a16="http://schemas.microsoft.com/office/drawing/2014/main" id="{12643FC9-61A5-2E82-BC42-59ED97174C0D}"/>
                </a:ext>
              </a:extLst>
            </p:cNvPr>
            <p:cNvSpPr txBox="1"/>
            <p:nvPr/>
          </p:nvSpPr>
          <p:spPr>
            <a:xfrm>
              <a:off x="9965744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Search</a:t>
              </a:r>
            </a:p>
          </p:txBody>
        </p:sp>
        <p:sp>
          <p:nvSpPr>
            <p:cNvPr id="1737" name="TextBox 1736">
              <a:extLst>
                <a:ext uri="{FF2B5EF4-FFF2-40B4-BE49-F238E27FC236}">
                  <a16:creationId xmlns:a16="http://schemas.microsoft.com/office/drawing/2014/main" id="{AC883ABD-1679-11D8-0FFA-5DF976A9488A}"/>
                </a:ext>
              </a:extLst>
            </p:cNvPr>
            <p:cNvSpPr txBox="1"/>
            <p:nvPr/>
          </p:nvSpPr>
          <p:spPr>
            <a:xfrm>
              <a:off x="10346743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Year</a:t>
              </a:r>
            </a:p>
          </p:txBody>
        </p:sp>
        <p:sp>
          <p:nvSpPr>
            <p:cNvPr id="1783" name="TextBox 1782">
              <a:extLst>
                <a:ext uri="{FF2B5EF4-FFF2-40B4-BE49-F238E27FC236}">
                  <a16:creationId xmlns:a16="http://schemas.microsoft.com/office/drawing/2014/main" id="{A030DB34-FED2-798F-4365-1FA4581FE6FF}"/>
                </a:ext>
              </a:extLst>
            </p:cNvPr>
            <p:cNvSpPr txBox="1"/>
            <p:nvPr/>
          </p:nvSpPr>
          <p:spPr>
            <a:xfrm>
              <a:off x="11108738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Call Translate</a:t>
              </a:r>
            </a:p>
          </p:txBody>
        </p:sp>
        <p:sp>
          <p:nvSpPr>
            <p:cNvPr id="1760" name="TextBox 1759">
              <a:extLst>
                <a:ext uri="{FF2B5EF4-FFF2-40B4-BE49-F238E27FC236}">
                  <a16:creationId xmlns:a16="http://schemas.microsoft.com/office/drawing/2014/main" id="{45C56D51-9170-8CAA-19C5-AC95AFB4F765}"/>
                </a:ext>
              </a:extLst>
            </p:cNvPr>
            <p:cNvSpPr txBox="1"/>
            <p:nvPr/>
          </p:nvSpPr>
          <p:spPr>
            <a:xfrm>
              <a:off x="10727742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Call Effects</a:t>
              </a:r>
            </a:p>
          </p:txBody>
        </p:sp>
      </p:grpSp>
      <p:grpSp>
        <p:nvGrpSpPr>
          <p:cNvPr id="1564" name="Group 1563">
            <a:extLst>
              <a:ext uri="{FF2B5EF4-FFF2-40B4-BE49-F238E27FC236}">
                <a16:creationId xmlns:a16="http://schemas.microsoft.com/office/drawing/2014/main" id="{40ACF011-E145-0B20-40BB-FA73FFDFAAB1}"/>
              </a:ext>
            </a:extLst>
          </p:cNvPr>
          <p:cNvGrpSpPr/>
          <p:nvPr/>
        </p:nvGrpSpPr>
        <p:grpSpPr>
          <a:xfrm>
            <a:off x="3183332" y="3169426"/>
            <a:ext cx="8354442" cy="139526"/>
            <a:chOff x="3183332" y="3082330"/>
            <a:chExt cx="8354442" cy="139526"/>
          </a:xfrm>
        </p:grpSpPr>
        <p:sp>
          <p:nvSpPr>
            <p:cNvPr id="1301" name="TextBox 1300">
              <a:extLst>
                <a:ext uri="{FF2B5EF4-FFF2-40B4-BE49-F238E27FC236}">
                  <a16:creationId xmlns:a16="http://schemas.microsoft.com/office/drawing/2014/main" id="{F222848F-6018-3FA7-74A8-550F264B6B47}"/>
                </a:ext>
              </a:extLst>
            </p:cNvPr>
            <p:cNvSpPr txBox="1"/>
            <p:nvPr/>
          </p:nvSpPr>
          <p:spPr>
            <a:xfrm>
              <a:off x="3183332" y="3082330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Camera</a:t>
              </a:r>
            </a:p>
          </p:txBody>
        </p:sp>
        <p:sp>
          <p:nvSpPr>
            <p:cNvPr id="1324" name="TextBox 1323">
              <a:extLst>
                <a:ext uri="{FF2B5EF4-FFF2-40B4-BE49-F238E27FC236}">
                  <a16:creationId xmlns:a16="http://schemas.microsoft.com/office/drawing/2014/main" id="{49AD0466-6066-03FE-6953-724A7857AC9A}"/>
                </a:ext>
              </a:extLst>
            </p:cNvPr>
            <p:cNvSpPr txBox="1"/>
            <p:nvPr/>
          </p:nvSpPr>
          <p:spPr>
            <a:xfrm>
              <a:off x="3488761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</a:t>
              </a:r>
            </a:p>
          </p:txBody>
        </p:sp>
        <p:sp>
          <p:nvSpPr>
            <p:cNvPr id="1393" name="TextBox 1392">
              <a:extLst>
                <a:ext uri="{FF2B5EF4-FFF2-40B4-BE49-F238E27FC236}">
                  <a16:creationId xmlns:a16="http://schemas.microsoft.com/office/drawing/2014/main" id="{86A0FA16-AAA2-2FC3-82A4-85932845BDDC}"/>
                </a:ext>
              </a:extLst>
            </p:cNvPr>
            <p:cNvSpPr txBox="1"/>
            <p:nvPr/>
          </p:nvSpPr>
          <p:spPr>
            <a:xfrm>
              <a:off x="4631758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 Add</a:t>
              </a:r>
            </a:p>
          </p:txBody>
        </p:sp>
        <p:sp>
          <p:nvSpPr>
            <p:cNvPr id="1370" name="TextBox 1369">
              <a:extLst>
                <a:ext uri="{FF2B5EF4-FFF2-40B4-BE49-F238E27FC236}">
                  <a16:creationId xmlns:a16="http://schemas.microsoft.com/office/drawing/2014/main" id="{CF73309D-A84E-98C4-C9A6-EF0CC4E2F2B2}"/>
                </a:ext>
              </a:extLst>
            </p:cNvPr>
            <p:cNvSpPr txBox="1"/>
            <p:nvPr/>
          </p:nvSpPr>
          <p:spPr>
            <a:xfrm>
              <a:off x="4250759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</a:t>
              </a:r>
            </a:p>
          </p:txBody>
        </p:sp>
        <p:sp>
          <p:nvSpPr>
            <p:cNvPr id="1347" name="TextBox 1346">
              <a:extLst>
                <a:ext uri="{FF2B5EF4-FFF2-40B4-BE49-F238E27FC236}">
                  <a16:creationId xmlns:a16="http://schemas.microsoft.com/office/drawing/2014/main" id="{21514F78-0259-EC57-D224-4F79CAF8FD15}"/>
                </a:ext>
              </a:extLst>
            </p:cNvPr>
            <p:cNvSpPr txBox="1"/>
            <p:nvPr/>
          </p:nvSpPr>
          <p:spPr>
            <a:xfrm>
              <a:off x="3869760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 Signal</a:t>
              </a:r>
            </a:p>
          </p:txBody>
        </p:sp>
        <p:sp>
          <p:nvSpPr>
            <p:cNvPr id="1416" name="TextBox 1415">
              <a:extLst>
                <a:ext uri="{FF2B5EF4-FFF2-40B4-BE49-F238E27FC236}">
                  <a16:creationId xmlns:a16="http://schemas.microsoft.com/office/drawing/2014/main" id="{CC694CD0-0992-9A42-3908-E04AE6ECC59B}"/>
                </a:ext>
              </a:extLst>
            </p:cNvPr>
            <p:cNvSpPr txBox="1"/>
            <p:nvPr/>
          </p:nvSpPr>
          <p:spPr>
            <a:xfrm>
              <a:off x="5012757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439" name="TextBox 1438">
              <a:extLst>
                <a:ext uri="{FF2B5EF4-FFF2-40B4-BE49-F238E27FC236}">
                  <a16:creationId xmlns:a16="http://schemas.microsoft.com/office/drawing/2014/main" id="{36641D5D-987A-2CE0-01E4-17B6A167957C}"/>
                </a:ext>
              </a:extLst>
            </p:cNvPr>
            <p:cNvSpPr txBox="1"/>
            <p:nvPr/>
          </p:nvSpPr>
          <p:spPr>
            <a:xfrm>
              <a:off x="5393756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</a:p>
          </p:txBody>
        </p:sp>
        <p:sp>
          <p:nvSpPr>
            <p:cNvPr id="1462" name="TextBox 1461">
              <a:extLst>
                <a:ext uri="{FF2B5EF4-FFF2-40B4-BE49-F238E27FC236}">
                  <a16:creationId xmlns:a16="http://schemas.microsoft.com/office/drawing/2014/main" id="{CA30276E-14AA-2CE0-0EF2-86CFC5EE69E5}"/>
                </a:ext>
              </a:extLst>
            </p:cNvPr>
            <p:cNvSpPr txBox="1"/>
            <p:nvPr/>
          </p:nvSpPr>
          <p:spPr>
            <a:xfrm>
              <a:off x="5774755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</a:t>
              </a:r>
            </a:p>
          </p:txBody>
        </p:sp>
        <p:sp>
          <p:nvSpPr>
            <p:cNvPr id="1508" name="TextBox 1507">
              <a:extLst>
                <a:ext uri="{FF2B5EF4-FFF2-40B4-BE49-F238E27FC236}">
                  <a16:creationId xmlns:a16="http://schemas.microsoft.com/office/drawing/2014/main" id="{E0839468-B113-5A73-7286-7BD4D6CBE416}"/>
                </a:ext>
              </a:extLst>
            </p:cNvPr>
            <p:cNvSpPr txBox="1"/>
            <p:nvPr/>
          </p:nvSpPr>
          <p:spPr>
            <a:xfrm>
              <a:off x="6536753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Check In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Certificate</a:t>
              </a:r>
            </a:p>
          </p:txBody>
        </p:sp>
        <p:sp>
          <p:nvSpPr>
            <p:cNvPr id="1577" name="TextBox 1576">
              <a:extLst>
                <a:ext uri="{FF2B5EF4-FFF2-40B4-BE49-F238E27FC236}">
                  <a16:creationId xmlns:a16="http://schemas.microsoft.com/office/drawing/2014/main" id="{10D4DF52-47C1-BA7A-3826-8CA12A530386}"/>
                </a:ext>
              </a:extLst>
            </p:cNvPr>
            <p:cNvSpPr txBox="1"/>
            <p:nvPr/>
          </p:nvSpPr>
          <p:spPr>
            <a:xfrm>
              <a:off x="7679750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Chat Bubble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 Message</a:t>
              </a:r>
            </a:p>
          </p:txBody>
        </p:sp>
        <p:sp>
          <p:nvSpPr>
            <p:cNvPr id="1554" name="TextBox 1553">
              <a:extLst>
                <a:ext uri="{FF2B5EF4-FFF2-40B4-BE49-F238E27FC236}">
                  <a16:creationId xmlns:a16="http://schemas.microsoft.com/office/drawing/2014/main" id="{402927D0-EC66-FE92-6EDD-429CA2C11C44}"/>
                </a:ext>
              </a:extLst>
            </p:cNvPr>
            <p:cNvSpPr txBox="1"/>
            <p:nvPr/>
          </p:nvSpPr>
          <p:spPr>
            <a:xfrm>
              <a:off x="7298751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Chips</a:t>
              </a:r>
            </a:p>
          </p:txBody>
        </p:sp>
        <p:sp>
          <p:nvSpPr>
            <p:cNvPr id="1600" name="TextBox 1599">
              <a:extLst>
                <a:ext uri="{FF2B5EF4-FFF2-40B4-BE49-F238E27FC236}">
                  <a16:creationId xmlns:a16="http://schemas.microsoft.com/office/drawing/2014/main" id="{6B958DDE-3403-E929-95CA-EB01121B4A34}"/>
                </a:ext>
              </a:extLst>
            </p:cNvPr>
            <p:cNvSpPr txBox="1"/>
            <p:nvPr/>
          </p:nvSpPr>
          <p:spPr>
            <a:xfrm>
              <a:off x="8060749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Chat Bubble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Question Mark</a:t>
              </a:r>
            </a:p>
          </p:txBody>
        </p:sp>
        <p:sp>
          <p:nvSpPr>
            <p:cNvPr id="1531" name="TextBox 1530">
              <a:extLst>
                <a:ext uri="{FF2B5EF4-FFF2-40B4-BE49-F238E27FC236}">
                  <a16:creationId xmlns:a16="http://schemas.microsoft.com/office/drawing/2014/main" id="{629A9E21-4702-4538-1CCE-0949CBE0B900}"/>
                </a:ext>
              </a:extLst>
            </p:cNvPr>
            <p:cNvSpPr txBox="1"/>
            <p:nvPr/>
          </p:nvSpPr>
          <p:spPr>
            <a:xfrm>
              <a:off x="6917752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Child</a:t>
              </a:r>
            </a:p>
          </p:txBody>
        </p:sp>
        <p:sp>
          <p:nvSpPr>
            <p:cNvPr id="1485" name="TextBox 1484">
              <a:extLst>
                <a:ext uri="{FF2B5EF4-FFF2-40B4-BE49-F238E27FC236}">
                  <a16:creationId xmlns:a16="http://schemas.microsoft.com/office/drawing/2014/main" id="{40CA3819-1008-CAFC-BA4F-F09EE1D611EE}"/>
                </a:ext>
              </a:extLst>
            </p:cNvPr>
            <p:cNvSpPr txBox="1"/>
            <p:nvPr/>
          </p:nvSpPr>
          <p:spPr>
            <a:xfrm>
              <a:off x="6155754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 Message</a:t>
              </a:r>
            </a:p>
          </p:txBody>
        </p:sp>
        <p:sp>
          <p:nvSpPr>
            <p:cNvPr id="1646" name="TextBox 1645">
              <a:extLst>
                <a:ext uri="{FF2B5EF4-FFF2-40B4-BE49-F238E27FC236}">
                  <a16:creationId xmlns:a16="http://schemas.microsoft.com/office/drawing/2014/main" id="{ACEF635D-B53C-4680-4DE1-9CB8C4DC98DB}"/>
                </a:ext>
              </a:extLst>
            </p:cNvPr>
            <p:cNvSpPr txBox="1"/>
            <p:nvPr/>
          </p:nvSpPr>
          <p:spPr>
            <a:xfrm>
              <a:off x="8822747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Exclamation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692" name="TextBox 1691">
              <a:extLst>
                <a:ext uri="{FF2B5EF4-FFF2-40B4-BE49-F238E27FC236}">
                  <a16:creationId xmlns:a16="http://schemas.microsoft.com/office/drawing/2014/main" id="{8D8E9870-D497-2DF6-509E-708B5AE6AE1F}"/>
                </a:ext>
              </a:extLst>
            </p:cNvPr>
            <p:cNvSpPr txBox="1"/>
            <p:nvPr/>
          </p:nvSpPr>
          <p:spPr>
            <a:xfrm>
              <a:off x="9584745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Info</a:t>
              </a:r>
            </a:p>
          </p:txBody>
        </p:sp>
        <p:sp>
          <p:nvSpPr>
            <p:cNvPr id="1623" name="TextBox 1622">
              <a:extLst>
                <a:ext uri="{FF2B5EF4-FFF2-40B4-BE49-F238E27FC236}">
                  <a16:creationId xmlns:a16="http://schemas.microsoft.com/office/drawing/2014/main" id="{08B4DAD1-D25A-C656-1C41-56B757AD4666}"/>
                </a:ext>
              </a:extLst>
            </p:cNvPr>
            <p:cNvSpPr txBox="1"/>
            <p:nvPr/>
          </p:nvSpPr>
          <p:spPr>
            <a:xfrm>
              <a:off x="8441748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Cross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69" name="TextBox 1668">
              <a:extLst>
                <a:ext uri="{FF2B5EF4-FFF2-40B4-BE49-F238E27FC236}">
                  <a16:creationId xmlns:a16="http://schemas.microsoft.com/office/drawing/2014/main" id="{696FE061-F4BB-6495-D768-7502C9F9FFD3}"/>
                </a:ext>
              </a:extLst>
            </p:cNvPr>
            <p:cNvSpPr txBox="1"/>
            <p:nvPr/>
          </p:nvSpPr>
          <p:spPr>
            <a:xfrm>
              <a:off x="9203746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Exclamation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 Filled</a:t>
              </a:r>
            </a:p>
          </p:txBody>
        </p:sp>
        <p:sp>
          <p:nvSpPr>
            <p:cNvPr id="1715" name="TextBox 1714">
              <a:extLst>
                <a:ext uri="{FF2B5EF4-FFF2-40B4-BE49-F238E27FC236}">
                  <a16:creationId xmlns:a16="http://schemas.microsoft.com/office/drawing/2014/main" id="{3268B2B2-2311-A40C-D9F9-B62A125C9332}"/>
                </a:ext>
              </a:extLst>
            </p:cNvPr>
            <p:cNvSpPr txBox="1"/>
            <p:nvPr/>
          </p:nvSpPr>
          <p:spPr>
            <a:xfrm>
              <a:off x="9965744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Info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738" name="TextBox 1737">
              <a:extLst>
                <a:ext uri="{FF2B5EF4-FFF2-40B4-BE49-F238E27FC236}">
                  <a16:creationId xmlns:a16="http://schemas.microsoft.com/office/drawing/2014/main" id="{6DC9D080-9C98-FBE7-ABB7-C9683409469B}"/>
                </a:ext>
              </a:extLst>
            </p:cNvPr>
            <p:cNvSpPr txBox="1"/>
            <p:nvPr/>
          </p:nvSpPr>
          <p:spPr>
            <a:xfrm>
              <a:off x="10346743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Pause</a:t>
              </a:r>
            </a:p>
          </p:txBody>
        </p:sp>
        <p:sp>
          <p:nvSpPr>
            <p:cNvPr id="1784" name="TextBox 1783">
              <a:extLst>
                <a:ext uri="{FF2B5EF4-FFF2-40B4-BE49-F238E27FC236}">
                  <a16:creationId xmlns:a16="http://schemas.microsoft.com/office/drawing/2014/main" id="{DB300B0D-63B2-566F-D08E-8454B6F76042}"/>
                </a:ext>
              </a:extLst>
            </p:cNvPr>
            <p:cNvSpPr txBox="1"/>
            <p:nvPr/>
          </p:nvSpPr>
          <p:spPr>
            <a:xfrm>
              <a:off x="11108738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761" name="TextBox 1760">
              <a:extLst>
                <a:ext uri="{FF2B5EF4-FFF2-40B4-BE49-F238E27FC236}">
                  <a16:creationId xmlns:a16="http://schemas.microsoft.com/office/drawing/2014/main" id="{2F1BCBD6-6BF5-68C3-281F-F232325870AE}"/>
                </a:ext>
              </a:extLst>
            </p:cNvPr>
            <p:cNvSpPr txBox="1"/>
            <p:nvPr/>
          </p:nvSpPr>
          <p:spPr>
            <a:xfrm>
              <a:off x="10727742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Plus</a:t>
              </a:r>
            </a:p>
          </p:txBody>
        </p:sp>
      </p:grpSp>
      <p:grpSp>
        <p:nvGrpSpPr>
          <p:cNvPr id="1565" name="Group 1564">
            <a:extLst>
              <a:ext uri="{FF2B5EF4-FFF2-40B4-BE49-F238E27FC236}">
                <a16:creationId xmlns:a16="http://schemas.microsoft.com/office/drawing/2014/main" id="{5D2B933C-C985-D5B0-17A5-94E7108D65E6}"/>
              </a:ext>
            </a:extLst>
          </p:cNvPr>
          <p:cNvGrpSpPr/>
          <p:nvPr/>
        </p:nvGrpSpPr>
        <p:grpSpPr>
          <a:xfrm>
            <a:off x="3183332" y="3604517"/>
            <a:ext cx="8354442" cy="134663"/>
            <a:chOff x="3183332" y="3520067"/>
            <a:chExt cx="8354442" cy="134663"/>
          </a:xfrm>
        </p:grpSpPr>
        <p:sp>
          <p:nvSpPr>
            <p:cNvPr id="1302" name="TextBox 1301">
              <a:extLst>
                <a:ext uri="{FF2B5EF4-FFF2-40B4-BE49-F238E27FC236}">
                  <a16:creationId xmlns:a16="http://schemas.microsoft.com/office/drawing/2014/main" id="{03C1F436-B4E5-30D1-D1BC-C670D6083AB9}"/>
                </a:ext>
              </a:extLst>
            </p:cNvPr>
            <p:cNvSpPr txBox="1"/>
            <p:nvPr/>
          </p:nvSpPr>
          <p:spPr>
            <a:xfrm>
              <a:off x="3183332" y="3520067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 Filled</a:t>
              </a:r>
            </a:p>
          </p:txBody>
        </p:sp>
        <p:sp>
          <p:nvSpPr>
            <p:cNvPr id="1325" name="TextBox 1324">
              <a:extLst>
                <a:ext uri="{FF2B5EF4-FFF2-40B4-BE49-F238E27FC236}">
                  <a16:creationId xmlns:a16="http://schemas.microsoft.com/office/drawing/2014/main" id="{53F142E4-B848-DEBF-F2A6-CC60C11D3D6B}"/>
                </a:ext>
              </a:extLst>
            </p:cNvPr>
            <p:cNvSpPr txBox="1"/>
            <p:nvPr/>
          </p:nvSpPr>
          <p:spPr>
            <a:xfrm>
              <a:off x="3488761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Tick</a:t>
              </a:r>
            </a:p>
          </p:txBody>
        </p:sp>
        <p:sp>
          <p:nvSpPr>
            <p:cNvPr id="1394" name="TextBox 1393">
              <a:extLst>
                <a:ext uri="{FF2B5EF4-FFF2-40B4-BE49-F238E27FC236}">
                  <a16:creationId xmlns:a16="http://schemas.microsoft.com/office/drawing/2014/main" id="{634878C6-AE0D-91BD-1D46-867FFAF3AD5E}"/>
                </a:ext>
              </a:extLst>
            </p:cNvPr>
            <p:cNvSpPr txBox="1"/>
            <p:nvPr/>
          </p:nvSpPr>
          <p:spPr>
            <a:xfrm>
              <a:off x="4631758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Clock</a:t>
              </a:r>
            </a:p>
          </p:txBody>
        </p:sp>
        <p:sp>
          <p:nvSpPr>
            <p:cNvPr id="1371" name="TextBox 1370">
              <a:extLst>
                <a:ext uri="{FF2B5EF4-FFF2-40B4-BE49-F238E27FC236}">
                  <a16:creationId xmlns:a16="http://schemas.microsoft.com/office/drawing/2014/main" id="{46F5A3DE-997D-C71D-DBBC-61B55CD7A510}"/>
                </a:ext>
              </a:extLst>
            </p:cNvPr>
            <p:cNvSpPr txBox="1"/>
            <p:nvPr/>
          </p:nvSpPr>
          <p:spPr>
            <a:xfrm>
              <a:off x="4250759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Claim Credit</a:t>
              </a:r>
            </a:p>
          </p:txBody>
        </p:sp>
        <p:sp>
          <p:nvSpPr>
            <p:cNvPr id="1348" name="TextBox 1347">
              <a:extLst>
                <a:ext uri="{FF2B5EF4-FFF2-40B4-BE49-F238E27FC236}">
                  <a16:creationId xmlns:a16="http://schemas.microsoft.com/office/drawing/2014/main" id="{9D0991DB-4E86-CAB5-719C-D896A9055714}"/>
                </a:ext>
              </a:extLst>
            </p:cNvPr>
            <p:cNvSpPr txBox="1"/>
            <p:nvPr/>
          </p:nvSpPr>
          <p:spPr>
            <a:xfrm>
              <a:off x="3869760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Tick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417" name="TextBox 1416">
              <a:extLst>
                <a:ext uri="{FF2B5EF4-FFF2-40B4-BE49-F238E27FC236}">
                  <a16:creationId xmlns:a16="http://schemas.microsoft.com/office/drawing/2014/main" id="{95630C9D-A0D1-0BC3-E72C-915D26691E27}"/>
                </a:ext>
              </a:extLst>
            </p:cNvPr>
            <p:cNvSpPr txBox="1"/>
            <p:nvPr/>
          </p:nvSpPr>
          <p:spPr>
            <a:xfrm>
              <a:off x="5012757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</a:t>
              </a:r>
            </a:p>
          </p:txBody>
        </p:sp>
        <p:sp>
          <p:nvSpPr>
            <p:cNvPr id="1440" name="TextBox 1439">
              <a:extLst>
                <a:ext uri="{FF2B5EF4-FFF2-40B4-BE49-F238E27FC236}">
                  <a16:creationId xmlns:a16="http://schemas.microsoft.com/office/drawing/2014/main" id="{F75F32DC-3365-B335-95B0-EDE46194CC41}"/>
                </a:ext>
              </a:extLst>
            </p:cNvPr>
            <p:cNvSpPr txBox="1"/>
            <p:nvPr/>
          </p:nvSpPr>
          <p:spPr>
            <a:xfrm>
              <a:off x="5393756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Left Right</a:t>
              </a:r>
            </a:p>
          </p:txBody>
        </p:sp>
        <p:sp>
          <p:nvSpPr>
            <p:cNvPr id="1463" name="TextBox 1462">
              <a:extLst>
                <a:ext uri="{FF2B5EF4-FFF2-40B4-BE49-F238E27FC236}">
                  <a16:creationId xmlns:a16="http://schemas.microsoft.com/office/drawing/2014/main" id="{24240788-BE33-A4AD-3C14-932836CAD018}"/>
                </a:ext>
              </a:extLst>
            </p:cNvPr>
            <p:cNvSpPr txBox="1"/>
            <p:nvPr/>
          </p:nvSpPr>
          <p:spPr>
            <a:xfrm>
              <a:off x="5774755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Phone</a:t>
              </a:r>
            </a:p>
          </p:txBody>
        </p:sp>
        <p:sp>
          <p:nvSpPr>
            <p:cNvPr id="1509" name="TextBox 1508">
              <a:extLst>
                <a:ext uri="{FF2B5EF4-FFF2-40B4-BE49-F238E27FC236}">
                  <a16:creationId xmlns:a16="http://schemas.microsoft.com/office/drawing/2014/main" id="{FC716FF9-5F3E-6E76-0B63-E0C10D949172}"/>
                </a:ext>
              </a:extLst>
            </p:cNvPr>
            <p:cNvSpPr txBox="1"/>
            <p:nvPr/>
          </p:nvSpPr>
          <p:spPr>
            <a:xfrm>
              <a:off x="6536753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Download</a:t>
              </a:r>
            </a:p>
          </p:txBody>
        </p:sp>
        <p:sp>
          <p:nvSpPr>
            <p:cNvPr id="1578" name="TextBox 1577">
              <a:extLst>
                <a:ext uri="{FF2B5EF4-FFF2-40B4-BE49-F238E27FC236}">
                  <a16:creationId xmlns:a16="http://schemas.microsoft.com/office/drawing/2014/main" id="{1833A8E1-D859-9386-F9D2-059BA4EE4A05}"/>
                </a:ext>
              </a:extLst>
            </p:cNvPr>
            <p:cNvSpPr txBox="1"/>
            <p:nvPr/>
          </p:nvSpPr>
          <p:spPr>
            <a:xfrm>
              <a:off x="7679750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Network</a:t>
              </a:r>
            </a:p>
          </p:txBody>
        </p:sp>
        <p:sp>
          <p:nvSpPr>
            <p:cNvPr id="1555" name="TextBox 1554">
              <a:extLst>
                <a:ext uri="{FF2B5EF4-FFF2-40B4-BE49-F238E27FC236}">
                  <a16:creationId xmlns:a16="http://schemas.microsoft.com/office/drawing/2014/main" id="{C5FDD641-0FAF-3588-25FF-DBA196C600BF}"/>
                </a:ext>
              </a:extLst>
            </p:cNvPr>
            <p:cNvSpPr txBox="1"/>
            <p:nvPr/>
          </p:nvSpPr>
          <p:spPr>
            <a:xfrm>
              <a:off x="7298751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Modem</a:t>
              </a:r>
            </a:p>
          </p:txBody>
        </p:sp>
        <p:sp>
          <p:nvSpPr>
            <p:cNvPr id="1601" name="TextBox 1600">
              <a:extLst>
                <a:ext uri="{FF2B5EF4-FFF2-40B4-BE49-F238E27FC236}">
                  <a16:creationId xmlns:a16="http://schemas.microsoft.com/office/drawing/2014/main" id="{2129ADBA-1548-24EA-926E-C01A9DC662DD}"/>
                </a:ext>
              </a:extLst>
            </p:cNvPr>
            <p:cNvSpPr txBox="1"/>
            <p:nvPr/>
          </p:nvSpPr>
          <p:spPr>
            <a:xfrm>
              <a:off x="8060749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Sun</a:t>
              </a:r>
            </a:p>
          </p:txBody>
        </p:sp>
        <p:sp>
          <p:nvSpPr>
            <p:cNvPr id="1532" name="TextBox 1531">
              <a:extLst>
                <a:ext uri="{FF2B5EF4-FFF2-40B4-BE49-F238E27FC236}">
                  <a16:creationId xmlns:a16="http://schemas.microsoft.com/office/drawing/2014/main" id="{97CE8BC5-035C-81E2-6D34-C2FF9A990492}"/>
                </a:ext>
              </a:extLst>
            </p:cNvPr>
            <p:cNvSpPr txBox="1"/>
            <p:nvPr/>
          </p:nvSpPr>
          <p:spPr>
            <a:xfrm>
              <a:off x="6917752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Drive</a:t>
              </a:r>
            </a:p>
          </p:txBody>
        </p:sp>
        <p:sp>
          <p:nvSpPr>
            <p:cNvPr id="1486" name="TextBox 1485">
              <a:extLst>
                <a:ext uri="{FF2B5EF4-FFF2-40B4-BE49-F238E27FC236}">
                  <a16:creationId xmlns:a16="http://schemas.microsoft.com/office/drawing/2014/main" id="{CF0AF2C8-1CB1-608D-7770-76D26A1979AB}"/>
                </a:ext>
              </a:extLst>
            </p:cNvPr>
            <p:cNvSpPr txBox="1"/>
            <p:nvPr/>
          </p:nvSpPr>
          <p:spPr>
            <a:xfrm>
              <a:off x="6155754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CO2</a:t>
              </a:r>
            </a:p>
          </p:txBody>
        </p:sp>
        <p:sp>
          <p:nvSpPr>
            <p:cNvPr id="1647" name="TextBox 1646">
              <a:extLst>
                <a:ext uri="{FF2B5EF4-FFF2-40B4-BE49-F238E27FC236}">
                  <a16:creationId xmlns:a16="http://schemas.microsoft.com/office/drawing/2014/main" id="{CC2B79F5-931D-0B39-3737-8513706D70CC}"/>
                </a:ext>
              </a:extLst>
            </p:cNvPr>
            <p:cNvSpPr txBox="1"/>
            <p:nvPr/>
          </p:nvSpPr>
          <p:spPr>
            <a:xfrm>
              <a:off x="8822747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Co2</a:t>
              </a:r>
            </a:p>
          </p:txBody>
        </p:sp>
        <p:sp>
          <p:nvSpPr>
            <p:cNvPr id="1693" name="TextBox 1692">
              <a:extLst>
                <a:ext uri="{FF2B5EF4-FFF2-40B4-BE49-F238E27FC236}">
                  <a16:creationId xmlns:a16="http://schemas.microsoft.com/office/drawing/2014/main" id="{6D7667BB-D98F-9B38-1439-9246782D241E}"/>
                </a:ext>
              </a:extLst>
            </p:cNvPr>
            <p:cNvSpPr txBox="1"/>
            <p:nvPr/>
          </p:nvSpPr>
          <p:spPr>
            <a:xfrm>
              <a:off x="9584745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Coat Hanger</a:t>
              </a:r>
            </a:p>
          </p:txBody>
        </p:sp>
        <p:sp>
          <p:nvSpPr>
            <p:cNvPr id="1624" name="TextBox 1623">
              <a:extLst>
                <a:ext uri="{FF2B5EF4-FFF2-40B4-BE49-F238E27FC236}">
                  <a16:creationId xmlns:a16="http://schemas.microsoft.com/office/drawing/2014/main" id="{3C2FCAC0-1B0A-F449-ED71-B6368C91939A}"/>
                </a:ext>
              </a:extLst>
            </p:cNvPr>
            <p:cNvSpPr txBox="1"/>
            <p:nvPr/>
          </p:nvSpPr>
          <p:spPr>
            <a:xfrm>
              <a:off x="8441748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Upload</a:t>
              </a:r>
            </a:p>
          </p:txBody>
        </p:sp>
        <p:sp>
          <p:nvSpPr>
            <p:cNvPr id="1670" name="TextBox 1669">
              <a:extLst>
                <a:ext uri="{FF2B5EF4-FFF2-40B4-BE49-F238E27FC236}">
                  <a16:creationId xmlns:a16="http://schemas.microsoft.com/office/drawing/2014/main" id="{C95C5509-153F-CD00-8615-E72D758CA4BB}"/>
                </a:ext>
              </a:extLst>
            </p:cNvPr>
            <p:cNvSpPr txBox="1"/>
            <p:nvPr/>
          </p:nvSpPr>
          <p:spPr>
            <a:xfrm>
              <a:off x="9203746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Co2 Circle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 Carbon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Offset</a:t>
              </a:r>
            </a:p>
          </p:txBody>
        </p:sp>
        <p:sp>
          <p:nvSpPr>
            <p:cNvPr id="1716" name="TextBox 1715">
              <a:extLst>
                <a:ext uri="{FF2B5EF4-FFF2-40B4-BE49-F238E27FC236}">
                  <a16:creationId xmlns:a16="http://schemas.microsoft.com/office/drawing/2014/main" id="{91CBA79E-941D-C627-F1F9-56EEC0DAB50F}"/>
                </a:ext>
              </a:extLst>
            </p:cNvPr>
            <p:cNvSpPr txBox="1"/>
            <p:nvPr/>
          </p:nvSpPr>
          <p:spPr>
            <a:xfrm>
              <a:off x="9965744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Coffee Cup</a:t>
              </a:r>
            </a:p>
          </p:txBody>
        </p:sp>
        <p:sp>
          <p:nvSpPr>
            <p:cNvPr id="1739" name="TextBox 1738">
              <a:extLst>
                <a:ext uri="{FF2B5EF4-FFF2-40B4-BE49-F238E27FC236}">
                  <a16:creationId xmlns:a16="http://schemas.microsoft.com/office/drawing/2014/main" id="{D5557EAF-C834-41C0-BD11-0C8B02D4D3E9}"/>
                </a:ext>
              </a:extLst>
            </p:cNvPr>
            <p:cNvSpPr txBox="1"/>
            <p:nvPr/>
          </p:nvSpPr>
          <p:spPr>
            <a:xfrm>
              <a:off x="10346743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Coffee Mug</a:t>
              </a:r>
            </a:p>
          </p:txBody>
        </p:sp>
        <p:sp>
          <p:nvSpPr>
            <p:cNvPr id="1785" name="TextBox 1784">
              <a:extLst>
                <a:ext uri="{FF2B5EF4-FFF2-40B4-BE49-F238E27FC236}">
                  <a16:creationId xmlns:a16="http://schemas.microsoft.com/office/drawing/2014/main" id="{DD377F4D-4307-6739-7DE2-023314A7CB41}"/>
                </a:ext>
              </a:extLst>
            </p:cNvPr>
            <p:cNvSpPr txBox="1"/>
            <p:nvPr/>
          </p:nvSpPr>
          <p:spPr>
            <a:xfrm>
              <a:off x="11108738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Cog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Wrench</a:t>
              </a:r>
            </a:p>
          </p:txBody>
        </p:sp>
        <p:sp>
          <p:nvSpPr>
            <p:cNvPr id="1762" name="TextBox 1761">
              <a:extLst>
                <a:ext uri="{FF2B5EF4-FFF2-40B4-BE49-F238E27FC236}">
                  <a16:creationId xmlns:a16="http://schemas.microsoft.com/office/drawing/2014/main" id="{61195D7A-D443-6DCA-A008-9338921B236F}"/>
                </a:ext>
              </a:extLst>
            </p:cNvPr>
            <p:cNvSpPr txBox="1"/>
            <p:nvPr/>
          </p:nvSpPr>
          <p:spPr>
            <a:xfrm>
              <a:off x="10727742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Cog</a:t>
              </a:r>
            </a:p>
          </p:txBody>
        </p:sp>
      </p:grpSp>
      <p:grpSp>
        <p:nvGrpSpPr>
          <p:cNvPr id="1566" name="Group 1565">
            <a:extLst>
              <a:ext uri="{FF2B5EF4-FFF2-40B4-BE49-F238E27FC236}">
                <a16:creationId xmlns:a16="http://schemas.microsoft.com/office/drawing/2014/main" id="{CF4AF1C1-9E93-5B09-8CBC-7085DA78BBA9}"/>
              </a:ext>
            </a:extLst>
          </p:cNvPr>
          <p:cNvGrpSpPr/>
          <p:nvPr/>
        </p:nvGrpSpPr>
        <p:grpSpPr>
          <a:xfrm>
            <a:off x="3183332" y="4034745"/>
            <a:ext cx="8354442" cy="134623"/>
            <a:chOff x="3183332" y="3952981"/>
            <a:chExt cx="8354442" cy="134623"/>
          </a:xfrm>
        </p:grpSpPr>
        <p:sp>
          <p:nvSpPr>
            <p:cNvPr id="1303" name="TextBox 1302">
              <a:extLst>
                <a:ext uri="{FF2B5EF4-FFF2-40B4-BE49-F238E27FC236}">
                  <a16:creationId xmlns:a16="http://schemas.microsoft.com/office/drawing/2014/main" id="{BF72A8BB-BFA7-7FFE-17F7-F6342C7B853A}"/>
                </a:ext>
              </a:extLst>
            </p:cNvPr>
            <p:cNvSpPr txBox="1"/>
            <p:nvPr/>
          </p:nvSpPr>
          <p:spPr>
            <a:xfrm>
              <a:off x="3183332" y="3952981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Community</a:t>
              </a:r>
            </a:p>
          </p:txBody>
        </p:sp>
        <p:sp>
          <p:nvSpPr>
            <p:cNvPr id="1326" name="TextBox 1325">
              <a:extLst>
                <a:ext uri="{FF2B5EF4-FFF2-40B4-BE49-F238E27FC236}">
                  <a16:creationId xmlns:a16="http://schemas.microsoft.com/office/drawing/2014/main" id="{72F2478F-DDEA-4967-2271-94FA69958A6D}"/>
                </a:ext>
              </a:extLst>
            </p:cNvPr>
            <p:cNvSpPr txBox="1"/>
            <p:nvPr/>
          </p:nvSpPr>
          <p:spPr>
            <a:xfrm>
              <a:off x="3488761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Compass</a:t>
              </a:r>
            </a:p>
          </p:txBody>
        </p:sp>
        <p:sp>
          <p:nvSpPr>
            <p:cNvPr id="1395" name="TextBox 1394">
              <a:extLst>
                <a:ext uri="{FF2B5EF4-FFF2-40B4-BE49-F238E27FC236}">
                  <a16:creationId xmlns:a16="http://schemas.microsoft.com/office/drawing/2014/main" id="{9C86C017-A293-6890-720A-2F235BA8DC6A}"/>
                </a:ext>
              </a:extLst>
            </p:cNvPr>
            <p:cNvSpPr txBox="1"/>
            <p:nvPr/>
          </p:nvSpPr>
          <p:spPr>
            <a:xfrm>
              <a:off x="4631758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Connection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</a:t>
              </a:r>
            </a:p>
          </p:txBody>
        </p:sp>
        <p:sp>
          <p:nvSpPr>
            <p:cNvPr id="1372" name="TextBox 1371">
              <a:extLst>
                <a:ext uri="{FF2B5EF4-FFF2-40B4-BE49-F238E27FC236}">
                  <a16:creationId xmlns:a16="http://schemas.microsoft.com/office/drawing/2014/main" id="{88045642-86B1-0A32-E281-2C928DAB9AA3}"/>
                </a:ext>
              </a:extLst>
            </p:cNvPr>
            <p:cNvSpPr txBox="1"/>
            <p:nvPr/>
          </p:nvSpPr>
          <p:spPr>
            <a:xfrm>
              <a:off x="4250759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Concierge Bell</a:t>
              </a:r>
            </a:p>
          </p:txBody>
        </p:sp>
        <p:sp>
          <p:nvSpPr>
            <p:cNvPr id="1349" name="TextBox 1348">
              <a:extLst>
                <a:ext uri="{FF2B5EF4-FFF2-40B4-BE49-F238E27FC236}">
                  <a16:creationId xmlns:a16="http://schemas.microsoft.com/office/drawing/2014/main" id="{B8F56622-44F6-5E89-C22A-7C875856A90E}"/>
                </a:ext>
              </a:extLst>
            </p:cNvPr>
            <p:cNvSpPr txBox="1"/>
            <p:nvPr/>
          </p:nvSpPr>
          <p:spPr>
            <a:xfrm>
              <a:off x="3869760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Computer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Desktop</a:t>
              </a:r>
            </a:p>
          </p:txBody>
        </p:sp>
        <p:sp>
          <p:nvSpPr>
            <p:cNvPr id="1418" name="TextBox 1417">
              <a:extLst>
                <a:ext uri="{FF2B5EF4-FFF2-40B4-BE49-F238E27FC236}">
                  <a16:creationId xmlns:a16="http://schemas.microsoft.com/office/drawing/2014/main" id="{7244F471-84D1-7E75-3E93-2ECBCA288507}"/>
                </a:ext>
              </a:extLst>
            </p:cNvPr>
            <p:cNvSpPr txBox="1"/>
            <p:nvPr/>
          </p:nvSpPr>
          <p:spPr>
            <a:xfrm>
              <a:off x="5012757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Connection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Cone</a:t>
              </a:r>
            </a:p>
          </p:txBody>
        </p:sp>
        <p:sp>
          <p:nvSpPr>
            <p:cNvPr id="1441" name="TextBox 1440">
              <a:extLst>
                <a:ext uri="{FF2B5EF4-FFF2-40B4-BE49-F238E27FC236}">
                  <a16:creationId xmlns:a16="http://schemas.microsoft.com/office/drawing/2014/main" id="{B863ED17-3CA5-72EE-680E-7D784882941C}"/>
                </a:ext>
              </a:extLst>
            </p:cNvPr>
            <p:cNvSpPr txBox="1"/>
            <p:nvPr/>
          </p:nvSpPr>
          <p:spPr>
            <a:xfrm>
              <a:off x="5393756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Copy</a:t>
              </a:r>
            </a:p>
          </p:txBody>
        </p:sp>
        <p:sp>
          <p:nvSpPr>
            <p:cNvPr id="1464" name="TextBox 1463">
              <a:extLst>
                <a:ext uri="{FF2B5EF4-FFF2-40B4-BE49-F238E27FC236}">
                  <a16:creationId xmlns:a16="http://schemas.microsoft.com/office/drawing/2014/main" id="{6177BB3B-EAE3-BC08-266B-D74C3F65737C}"/>
                </a:ext>
              </a:extLst>
            </p:cNvPr>
            <p:cNvSpPr txBox="1"/>
            <p:nvPr/>
          </p:nvSpPr>
          <p:spPr>
            <a:xfrm>
              <a:off x="5774755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Credit Card</a:t>
              </a:r>
            </a:p>
          </p:txBody>
        </p:sp>
        <p:sp>
          <p:nvSpPr>
            <p:cNvPr id="1510" name="TextBox 1509">
              <a:extLst>
                <a:ext uri="{FF2B5EF4-FFF2-40B4-BE49-F238E27FC236}">
                  <a16:creationId xmlns:a16="http://schemas.microsoft.com/office/drawing/2014/main" id="{1A909021-69FE-3629-BC5F-CBB4EF3EF13E}"/>
                </a:ext>
              </a:extLst>
            </p:cNvPr>
            <p:cNvSpPr txBox="1"/>
            <p:nvPr/>
          </p:nvSpPr>
          <p:spPr>
            <a:xfrm>
              <a:off x="6536753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Cricket</a:t>
              </a:r>
            </a:p>
          </p:txBody>
        </p:sp>
        <p:sp>
          <p:nvSpPr>
            <p:cNvPr id="1579" name="TextBox 1578">
              <a:extLst>
                <a:ext uri="{FF2B5EF4-FFF2-40B4-BE49-F238E27FC236}">
                  <a16:creationId xmlns:a16="http://schemas.microsoft.com/office/drawing/2014/main" id="{F92BC61A-965E-30E7-B453-A94088D80020}"/>
                </a:ext>
              </a:extLst>
            </p:cNvPr>
            <p:cNvSpPr txBox="1"/>
            <p:nvPr/>
          </p:nvSpPr>
          <p:spPr>
            <a:xfrm>
              <a:off x="7679750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Dashboard</a:t>
              </a:r>
            </a:p>
          </p:txBody>
        </p:sp>
        <p:sp>
          <p:nvSpPr>
            <p:cNvPr id="1556" name="TextBox 1555">
              <a:extLst>
                <a:ext uri="{FF2B5EF4-FFF2-40B4-BE49-F238E27FC236}">
                  <a16:creationId xmlns:a16="http://schemas.microsoft.com/office/drawing/2014/main" id="{86E54589-F8A6-5C26-891F-004E1F4CA5A8}"/>
                </a:ext>
              </a:extLst>
            </p:cNvPr>
            <p:cNvSpPr txBox="1"/>
            <p:nvPr/>
          </p:nvSpPr>
          <p:spPr>
            <a:xfrm>
              <a:off x="7298751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Cross Filled</a:t>
              </a:r>
            </a:p>
          </p:txBody>
        </p:sp>
        <p:sp>
          <p:nvSpPr>
            <p:cNvPr id="1602" name="TextBox 1601">
              <a:extLst>
                <a:ext uri="{FF2B5EF4-FFF2-40B4-BE49-F238E27FC236}">
                  <a16:creationId xmlns:a16="http://schemas.microsoft.com/office/drawing/2014/main" id="{0C29D810-F89F-3E51-6782-BCDDE2B8130F}"/>
                </a:ext>
              </a:extLst>
            </p:cNvPr>
            <p:cNvSpPr txBox="1"/>
            <p:nvPr/>
          </p:nvSpPr>
          <p:spPr>
            <a:xfrm>
              <a:off x="8060749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</a:t>
              </a:r>
            </a:p>
          </p:txBody>
        </p:sp>
        <p:sp>
          <p:nvSpPr>
            <p:cNvPr id="1533" name="TextBox 1532">
              <a:extLst>
                <a:ext uri="{FF2B5EF4-FFF2-40B4-BE49-F238E27FC236}">
                  <a16:creationId xmlns:a16="http://schemas.microsoft.com/office/drawing/2014/main" id="{DCD82229-A8B9-E876-558E-0675FF097C03}"/>
                </a:ext>
              </a:extLst>
            </p:cNvPr>
            <p:cNvSpPr txBox="1"/>
            <p:nvPr/>
          </p:nvSpPr>
          <p:spPr>
            <a:xfrm>
              <a:off x="6917752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Cross</a:t>
              </a:r>
            </a:p>
          </p:txBody>
        </p:sp>
        <p:sp>
          <p:nvSpPr>
            <p:cNvPr id="1487" name="TextBox 1486">
              <a:extLst>
                <a:ext uri="{FF2B5EF4-FFF2-40B4-BE49-F238E27FC236}">
                  <a16:creationId xmlns:a16="http://schemas.microsoft.com/office/drawing/2014/main" id="{95859D9C-2750-9632-D6FE-AC3AC91F0147}"/>
                </a:ext>
              </a:extLst>
            </p:cNvPr>
            <p:cNvSpPr txBox="1"/>
            <p:nvPr/>
          </p:nvSpPr>
          <p:spPr>
            <a:xfrm>
              <a:off x="6155754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Credit Card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Forward</a:t>
              </a:r>
            </a:p>
          </p:txBody>
        </p:sp>
        <p:sp>
          <p:nvSpPr>
            <p:cNvPr id="1648" name="TextBox 1647">
              <a:extLst>
                <a:ext uri="{FF2B5EF4-FFF2-40B4-BE49-F238E27FC236}">
                  <a16:creationId xmlns:a16="http://schemas.microsoft.com/office/drawing/2014/main" id="{EB72BF1C-0AE1-97F2-8359-5498E52C3990}"/>
                </a:ext>
              </a:extLst>
            </p:cNvPr>
            <p:cNvSpPr txBox="1"/>
            <p:nvPr/>
          </p:nvSpPr>
          <p:spPr>
            <a:xfrm>
              <a:off x="8822747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 Connection</a:t>
              </a:r>
            </a:p>
          </p:txBody>
        </p:sp>
        <p:sp>
          <p:nvSpPr>
            <p:cNvPr id="1694" name="TextBox 1693">
              <a:extLst>
                <a:ext uri="{FF2B5EF4-FFF2-40B4-BE49-F238E27FC236}">
                  <a16:creationId xmlns:a16="http://schemas.microsoft.com/office/drawing/2014/main" id="{91753672-6234-BD2F-31CE-377706344583}"/>
                </a:ext>
              </a:extLst>
            </p:cNvPr>
            <p:cNvSpPr txBox="1"/>
            <p:nvPr/>
          </p:nvSpPr>
          <p:spPr>
            <a:xfrm>
              <a:off x="9584745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HD</a:t>
              </a:r>
            </a:p>
          </p:txBody>
        </p:sp>
        <p:sp>
          <p:nvSpPr>
            <p:cNvPr id="1625" name="TextBox 1624">
              <a:extLst>
                <a:ext uri="{FF2B5EF4-FFF2-40B4-BE49-F238E27FC236}">
                  <a16:creationId xmlns:a16="http://schemas.microsoft.com/office/drawing/2014/main" id="{65C1D288-9D95-83D0-CC34-BFDF0B44C3B7}"/>
                </a:ext>
              </a:extLst>
            </p:cNvPr>
            <p:cNvSpPr txBox="1"/>
            <p:nvPr/>
          </p:nvSpPr>
          <p:spPr>
            <a:xfrm>
              <a:off x="8441748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671" name="TextBox 1670">
              <a:extLst>
                <a:ext uri="{FF2B5EF4-FFF2-40B4-BE49-F238E27FC236}">
                  <a16:creationId xmlns:a16="http://schemas.microsoft.com/office/drawing/2014/main" id="{CA8C25E6-C73C-8A4B-F91E-1817FC19158A}"/>
                </a:ext>
              </a:extLst>
            </p:cNvPr>
            <p:cNvSpPr txBox="1"/>
            <p:nvPr/>
          </p:nvSpPr>
          <p:spPr>
            <a:xfrm>
              <a:off x="9203746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4K</a:t>
              </a:r>
            </a:p>
          </p:txBody>
        </p:sp>
        <p:sp>
          <p:nvSpPr>
            <p:cNvPr id="1717" name="TextBox 1716">
              <a:extLst>
                <a:ext uri="{FF2B5EF4-FFF2-40B4-BE49-F238E27FC236}">
                  <a16:creationId xmlns:a16="http://schemas.microsoft.com/office/drawing/2014/main" id="{D1CE7C11-28BA-F8DD-2DC4-5E460B47FB41}"/>
                </a:ext>
              </a:extLst>
            </p:cNvPr>
            <p:cNvSpPr txBox="1"/>
            <p:nvPr/>
          </p:nvSpPr>
          <p:spPr>
            <a:xfrm>
              <a:off x="9965744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SD</a:t>
              </a:r>
            </a:p>
          </p:txBody>
        </p:sp>
        <p:sp>
          <p:nvSpPr>
            <p:cNvPr id="1740" name="TextBox 1739">
              <a:extLst>
                <a:ext uri="{FF2B5EF4-FFF2-40B4-BE49-F238E27FC236}">
                  <a16:creationId xmlns:a16="http://schemas.microsoft.com/office/drawing/2014/main" id="{22A6FC43-A58B-54F7-D297-84BF88AA3DA2}"/>
                </a:ext>
              </a:extLst>
            </p:cNvPr>
            <p:cNvSpPr txBox="1"/>
            <p:nvPr/>
          </p:nvSpPr>
          <p:spPr>
            <a:xfrm>
              <a:off x="10346743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Desktop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Mobile</a:t>
              </a:r>
            </a:p>
          </p:txBody>
        </p:sp>
        <p:sp>
          <p:nvSpPr>
            <p:cNvPr id="1786" name="TextBox 1785">
              <a:extLst>
                <a:ext uri="{FF2B5EF4-FFF2-40B4-BE49-F238E27FC236}">
                  <a16:creationId xmlns:a16="http://schemas.microsoft.com/office/drawing/2014/main" id="{281ABB4A-95AF-0F4A-E566-C33AB74ED79A}"/>
                </a:ext>
              </a:extLst>
            </p:cNvPr>
            <p:cNvSpPr txBox="1"/>
            <p:nvPr/>
          </p:nvSpPr>
          <p:spPr>
            <a:xfrm>
              <a:off x="11108738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Download</a:t>
              </a:r>
            </a:p>
          </p:txBody>
        </p:sp>
        <p:sp>
          <p:nvSpPr>
            <p:cNvPr id="1763" name="TextBox 1762">
              <a:extLst>
                <a:ext uri="{FF2B5EF4-FFF2-40B4-BE49-F238E27FC236}">
                  <a16:creationId xmlns:a16="http://schemas.microsoft.com/office/drawing/2014/main" id="{F71A7F68-6409-895D-4C53-E43469ACC253}"/>
                </a:ext>
              </a:extLst>
            </p:cNvPr>
            <p:cNvSpPr txBox="1"/>
            <p:nvPr/>
          </p:nvSpPr>
          <p:spPr>
            <a:xfrm>
              <a:off x="10727742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Add</a:t>
              </a:r>
            </a:p>
          </p:txBody>
        </p:sp>
      </p:grpSp>
      <p:grpSp>
        <p:nvGrpSpPr>
          <p:cNvPr id="1567" name="Group 1566">
            <a:extLst>
              <a:ext uri="{FF2B5EF4-FFF2-40B4-BE49-F238E27FC236}">
                <a16:creationId xmlns:a16="http://schemas.microsoft.com/office/drawing/2014/main" id="{9A854E38-71F0-AF00-CA04-2175E3991AD8}"/>
              </a:ext>
            </a:extLst>
          </p:cNvPr>
          <p:cNvGrpSpPr/>
          <p:nvPr/>
        </p:nvGrpSpPr>
        <p:grpSpPr>
          <a:xfrm>
            <a:off x="3183332" y="4464933"/>
            <a:ext cx="8354442" cy="134052"/>
            <a:chOff x="3183332" y="4391292"/>
            <a:chExt cx="8354442" cy="134052"/>
          </a:xfrm>
        </p:grpSpPr>
        <p:sp>
          <p:nvSpPr>
            <p:cNvPr id="1304" name="TextBox 1303">
              <a:extLst>
                <a:ext uri="{FF2B5EF4-FFF2-40B4-BE49-F238E27FC236}">
                  <a16:creationId xmlns:a16="http://schemas.microsoft.com/office/drawing/2014/main" id="{CA28E8A8-5AF9-DFBA-BC50-B19ADAEE9F7B}"/>
                </a:ext>
              </a:extLst>
            </p:cNvPr>
            <p:cNvSpPr txBox="1"/>
            <p:nvPr/>
          </p:nvSpPr>
          <p:spPr>
            <a:xfrm>
              <a:off x="3183332" y="4391292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Pencil</a:t>
              </a:r>
            </a:p>
          </p:txBody>
        </p:sp>
        <p:sp>
          <p:nvSpPr>
            <p:cNvPr id="1327" name="TextBox 1326">
              <a:extLst>
                <a:ext uri="{FF2B5EF4-FFF2-40B4-BE49-F238E27FC236}">
                  <a16:creationId xmlns:a16="http://schemas.microsoft.com/office/drawing/2014/main" id="{661C9350-3C7C-9200-388A-D1F66306928B}"/>
                </a:ext>
              </a:extLst>
            </p:cNvPr>
            <p:cNvSpPr txBox="1"/>
            <p:nvPr/>
          </p:nvSpPr>
          <p:spPr>
            <a:xfrm>
              <a:off x="3488761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</a:p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Multi</a:t>
              </a:r>
            </a:p>
          </p:txBody>
        </p:sp>
        <p:sp>
          <p:nvSpPr>
            <p:cNvPr id="1396" name="TextBox 1395">
              <a:extLst>
                <a:ext uri="{FF2B5EF4-FFF2-40B4-BE49-F238E27FC236}">
                  <a16:creationId xmlns:a16="http://schemas.microsoft.com/office/drawing/2014/main" id="{3DD8A685-7007-2F13-6381-4F92FC34B4EC}"/>
                </a:ext>
              </a:extLst>
            </p:cNvPr>
            <p:cNvSpPr txBox="1"/>
            <p:nvPr/>
          </p:nvSpPr>
          <p:spPr>
            <a:xfrm>
              <a:off x="4631758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</a:p>
          </p:txBody>
        </p:sp>
        <p:sp>
          <p:nvSpPr>
            <p:cNvPr id="1373" name="TextBox 1372">
              <a:extLst>
                <a:ext uri="{FF2B5EF4-FFF2-40B4-BE49-F238E27FC236}">
                  <a16:creationId xmlns:a16="http://schemas.microsoft.com/office/drawing/2014/main" id="{ACB7578B-2652-CC2C-D7D6-70DE2F5674B3}"/>
                </a:ext>
              </a:extLst>
            </p:cNvPr>
            <p:cNvSpPr txBox="1"/>
            <p:nvPr/>
          </p:nvSpPr>
          <p:spPr>
            <a:xfrm>
              <a:off x="4250759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350" name="TextBox 1349">
              <a:extLst>
                <a:ext uri="{FF2B5EF4-FFF2-40B4-BE49-F238E27FC236}">
                  <a16:creationId xmlns:a16="http://schemas.microsoft.com/office/drawing/2014/main" id="{DA3567A1-2FCB-0C00-38DB-25B784B29D83}"/>
                </a:ext>
              </a:extLst>
            </p:cNvPr>
            <p:cNvSpPr txBox="1"/>
            <p:nvPr/>
          </p:nvSpPr>
          <p:spPr>
            <a:xfrm>
              <a:off x="3869760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Pdf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Download</a:t>
              </a:r>
            </a:p>
          </p:txBody>
        </p:sp>
        <p:sp>
          <p:nvSpPr>
            <p:cNvPr id="1419" name="TextBox 1418">
              <a:extLst>
                <a:ext uri="{FF2B5EF4-FFF2-40B4-BE49-F238E27FC236}">
                  <a16:creationId xmlns:a16="http://schemas.microsoft.com/office/drawing/2014/main" id="{44D06A77-E22F-FFCA-9ACB-4629A0E8E3E0}"/>
                </a:ext>
              </a:extLst>
            </p:cNvPr>
            <p:cNvSpPr txBox="1"/>
            <p:nvPr/>
          </p:nvSpPr>
          <p:spPr>
            <a:xfrm>
              <a:off x="5012757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Shield Tick</a:t>
              </a:r>
            </a:p>
          </p:txBody>
        </p:sp>
        <p:sp>
          <p:nvSpPr>
            <p:cNvPr id="1442" name="TextBox 1441">
              <a:extLst>
                <a:ext uri="{FF2B5EF4-FFF2-40B4-BE49-F238E27FC236}">
                  <a16:creationId xmlns:a16="http://schemas.microsoft.com/office/drawing/2014/main" id="{B5A25E77-1B2A-F2EF-2CDB-A27A05D38CA1}"/>
                </a:ext>
              </a:extLst>
            </p:cNvPr>
            <p:cNvSpPr txBox="1"/>
            <p:nvPr/>
          </p:nvSpPr>
          <p:spPr>
            <a:xfrm>
              <a:off x="5393756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Summary</a:t>
              </a:r>
            </a:p>
          </p:txBody>
        </p:sp>
        <p:sp>
          <p:nvSpPr>
            <p:cNvPr id="1465" name="TextBox 1464">
              <a:extLst>
                <a:ext uri="{FF2B5EF4-FFF2-40B4-BE49-F238E27FC236}">
                  <a16:creationId xmlns:a16="http://schemas.microsoft.com/office/drawing/2014/main" id="{1813428A-BA81-2A9E-0C24-0C4A90E97E69}"/>
                </a:ext>
              </a:extLst>
            </p:cNvPr>
            <p:cNvSpPr txBox="1"/>
            <p:nvPr/>
          </p:nvSpPr>
          <p:spPr>
            <a:xfrm>
              <a:off x="5774755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</a:p>
          </p:txBody>
        </p:sp>
        <p:sp>
          <p:nvSpPr>
            <p:cNvPr id="1511" name="TextBox 1510">
              <a:extLst>
                <a:ext uri="{FF2B5EF4-FFF2-40B4-BE49-F238E27FC236}">
                  <a16:creationId xmlns:a16="http://schemas.microsoft.com/office/drawing/2014/main" id="{EA40993F-D3F9-133D-EFD5-BA07CD1E9D88}"/>
                </a:ext>
              </a:extLst>
            </p:cNvPr>
            <p:cNvSpPr txBox="1"/>
            <p:nvPr/>
          </p:nvSpPr>
          <p:spPr>
            <a:xfrm>
              <a:off x="6536753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Curved</a:t>
              </a:r>
            </a:p>
          </p:txBody>
        </p:sp>
        <p:sp>
          <p:nvSpPr>
            <p:cNvPr id="1580" name="TextBox 1579">
              <a:extLst>
                <a:ext uri="{FF2B5EF4-FFF2-40B4-BE49-F238E27FC236}">
                  <a16:creationId xmlns:a16="http://schemas.microsoft.com/office/drawing/2014/main" id="{0D2F6240-A766-4286-2F01-61AD6A2402F6}"/>
                </a:ext>
              </a:extLst>
            </p:cNvPr>
            <p:cNvSpPr txBox="1"/>
            <p:nvPr/>
          </p:nvSpPr>
          <p:spPr>
            <a:xfrm>
              <a:off x="7679750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Deal Filled</a:t>
              </a:r>
            </a:p>
          </p:txBody>
        </p:sp>
        <p:sp>
          <p:nvSpPr>
            <p:cNvPr id="1557" name="TextBox 1556">
              <a:extLst>
                <a:ext uri="{FF2B5EF4-FFF2-40B4-BE49-F238E27FC236}">
                  <a16:creationId xmlns:a16="http://schemas.microsoft.com/office/drawing/2014/main" id="{EAF0F55A-CBE3-D5DC-CCB8-5A6B1A7FF20F}"/>
                </a:ext>
              </a:extLst>
            </p:cNvPr>
            <p:cNvSpPr txBox="1"/>
            <p:nvPr/>
          </p:nvSpPr>
          <p:spPr>
            <a:xfrm>
              <a:off x="7298751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Deal</a:t>
              </a:r>
            </a:p>
          </p:txBody>
        </p:sp>
        <p:sp>
          <p:nvSpPr>
            <p:cNvPr id="1603" name="TextBox 1602">
              <a:extLst>
                <a:ext uri="{FF2B5EF4-FFF2-40B4-BE49-F238E27FC236}">
                  <a16:creationId xmlns:a16="http://schemas.microsoft.com/office/drawing/2014/main" id="{E0CF9F86-4456-E0C1-6F44-2A78CABB93EA}"/>
                </a:ext>
              </a:extLst>
            </p:cNvPr>
            <p:cNvSpPr txBox="1"/>
            <p:nvPr/>
          </p:nvSpPr>
          <p:spPr>
            <a:xfrm>
              <a:off x="8060749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534" name="TextBox 1533">
              <a:extLst>
                <a:ext uri="{FF2B5EF4-FFF2-40B4-BE49-F238E27FC236}">
                  <a16:creationId xmlns:a16="http://schemas.microsoft.com/office/drawing/2014/main" id="{8B48E31E-56B7-EBB8-BE43-ECF0FC302B2A}"/>
                </a:ext>
              </a:extLst>
            </p:cNvPr>
            <p:cNvSpPr txBox="1"/>
            <p:nvPr/>
          </p:nvSpPr>
          <p:spPr>
            <a:xfrm>
              <a:off x="6917752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Computer</a:t>
              </a:r>
            </a:p>
          </p:txBody>
        </p:sp>
        <p:sp>
          <p:nvSpPr>
            <p:cNvPr id="1488" name="TextBox 1487">
              <a:extLst>
                <a:ext uri="{FF2B5EF4-FFF2-40B4-BE49-F238E27FC236}">
                  <a16:creationId xmlns:a16="http://schemas.microsoft.com/office/drawing/2014/main" id="{56CB1288-08B6-53DF-C9F7-42A9E6074654}"/>
                </a:ext>
              </a:extLst>
            </p:cNvPr>
            <p:cNvSpPr txBox="1"/>
            <p:nvPr/>
          </p:nvSpPr>
          <p:spPr>
            <a:xfrm>
              <a:off x="6155754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Circle</a:t>
              </a:r>
            </a:p>
          </p:txBody>
        </p:sp>
        <p:sp>
          <p:nvSpPr>
            <p:cNvPr id="1649" name="TextBox 1648">
              <a:extLst>
                <a:ext uri="{FF2B5EF4-FFF2-40B4-BE49-F238E27FC236}">
                  <a16:creationId xmlns:a16="http://schemas.microsoft.com/office/drawing/2014/main" id="{F267A91A-9647-09FD-702C-FE09DB9BBB20}"/>
                </a:ext>
              </a:extLst>
            </p:cNvPr>
            <p:cNvSpPr txBox="1"/>
            <p:nvPr/>
          </p:nvSpPr>
          <p:spPr>
            <a:xfrm>
              <a:off x="8822747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Donate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Your Device</a:t>
              </a:r>
            </a:p>
          </p:txBody>
        </p:sp>
        <p:sp>
          <p:nvSpPr>
            <p:cNvPr id="1695" name="TextBox 1694">
              <a:extLst>
                <a:ext uri="{FF2B5EF4-FFF2-40B4-BE49-F238E27FC236}">
                  <a16:creationId xmlns:a16="http://schemas.microsoft.com/office/drawing/2014/main" id="{A41BBD93-4C38-5201-00BC-87BB3E1E5AC4}"/>
                </a:ext>
              </a:extLst>
            </p:cNvPr>
            <p:cNvSpPr txBox="1"/>
            <p:nvPr/>
          </p:nvSpPr>
          <p:spPr>
            <a:xfrm>
              <a:off x="9584745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Drone</a:t>
              </a:r>
            </a:p>
          </p:txBody>
        </p:sp>
        <p:sp>
          <p:nvSpPr>
            <p:cNvPr id="1626" name="TextBox 1625">
              <a:extLst>
                <a:ext uri="{FF2B5EF4-FFF2-40B4-BE49-F238E27FC236}">
                  <a16:creationId xmlns:a16="http://schemas.microsoft.com/office/drawing/2014/main" id="{435AFFD7-5098-9611-53BA-5B7415129AB4}"/>
                </a:ext>
              </a:extLst>
            </p:cNvPr>
            <p:cNvSpPr txBox="1"/>
            <p:nvPr/>
          </p:nvSpPr>
          <p:spPr>
            <a:xfrm>
              <a:off x="8441748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 Tag</a:t>
              </a:r>
            </a:p>
          </p:txBody>
        </p:sp>
        <p:sp>
          <p:nvSpPr>
            <p:cNvPr id="1672" name="TextBox 1671">
              <a:extLst>
                <a:ext uri="{FF2B5EF4-FFF2-40B4-BE49-F238E27FC236}">
                  <a16:creationId xmlns:a16="http://schemas.microsoft.com/office/drawing/2014/main" id="{6EB4166E-E28D-99A6-F007-76873F62C8FC}"/>
                </a:ext>
              </a:extLst>
            </p:cNvPr>
            <p:cNvSpPr txBox="1"/>
            <p:nvPr/>
          </p:nvSpPr>
          <p:spPr>
            <a:xfrm>
              <a:off x="9203746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Donut</a:t>
              </a:r>
            </a:p>
          </p:txBody>
        </p:sp>
        <p:sp>
          <p:nvSpPr>
            <p:cNvPr id="1718" name="TextBox 1717">
              <a:extLst>
                <a:ext uri="{FF2B5EF4-FFF2-40B4-BE49-F238E27FC236}">
                  <a16:creationId xmlns:a16="http://schemas.microsoft.com/office/drawing/2014/main" id="{205DB684-40AB-3C99-1D24-3BFE765B10AF}"/>
                </a:ext>
              </a:extLst>
            </p:cNvPr>
            <p:cNvSpPr txBox="1"/>
            <p:nvPr/>
          </p:nvSpPr>
          <p:spPr>
            <a:xfrm>
              <a:off x="9965744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Earth</a:t>
              </a:r>
            </a:p>
          </p:txBody>
        </p:sp>
        <p:sp>
          <p:nvSpPr>
            <p:cNvPr id="1741" name="TextBox 1740">
              <a:extLst>
                <a:ext uri="{FF2B5EF4-FFF2-40B4-BE49-F238E27FC236}">
                  <a16:creationId xmlns:a16="http://schemas.microsoft.com/office/drawing/2014/main" id="{68766848-C917-910D-2206-AC2ADBD50609}"/>
                </a:ext>
              </a:extLst>
            </p:cNvPr>
            <p:cNvSpPr txBox="1"/>
            <p:nvPr/>
          </p:nvSpPr>
          <p:spPr>
            <a:xfrm>
              <a:off x="10346743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Eco</a:t>
              </a:r>
            </a:p>
          </p:txBody>
        </p:sp>
        <p:sp>
          <p:nvSpPr>
            <p:cNvPr id="1787" name="TextBox 1786">
              <a:extLst>
                <a:ext uri="{FF2B5EF4-FFF2-40B4-BE49-F238E27FC236}">
                  <a16:creationId xmlns:a16="http://schemas.microsoft.com/office/drawing/2014/main" id="{09EB4151-E1D5-056E-0DD0-AF72479B1A70}"/>
                </a:ext>
              </a:extLst>
            </p:cNvPr>
            <p:cNvSpPr txBox="1"/>
            <p:nvPr/>
          </p:nvSpPr>
          <p:spPr>
            <a:xfrm>
              <a:off x="11108738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Elevator</a:t>
              </a:r>
            </a:p>
          </p:txBody>
        </p:sp>
        <p:sp>
          <p:nvSpPr>
            <p:cNvPr id="1764" name="TextBox 1763">
              <a:extLst>
                <a:ext uri="{FF2B5EF4-FFF2-40B4-BE49-F238E27FC236}">
                  <a16:creationId xmlns:a16="http://schemas.microsoft.com/office/drawing/2014/main" id="{2F5A50EA-E3BE-384B-D2EC-F119552CE9BD}"/>
                </a:ext>
              </a:extLst>
            </p:cNvPr>
            <p:cNvSpPr txBox="1"/>
            <p:nvPr/>
          </p:nvSpPr>
          <p:spPr>
            <a:xfrm>
              <a:off x="10727742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Education</a:t>
              </a:r>
            </a:p>
          </p:txBody>
        </p:sp>
      </p:grpSp>
      <p:grpSp>
        <p:nvGrpSpPr>
          <p:cNvPr id="1568" name="Group 1567">
            <a:extLst>
              <a:ext uri="{FF2B5EF4-FFF2-40B4-BE49-F238E27FC236}">
                <a16:creationId xmlns:a16="http://schemas.microsoft.com/office/drawing/2014/main" id="{229382EA-2EF1-BC30-E8EB-F7452D68D505}"/>
              </a:ext>
            </a:extLst>
          </p:cNvPr>
          <p:cNvGrpSpPr/>
          <p:nvPr/>
        </p:nvGrpSpPr>
        <p:grpSpPr>
          <a:xfrm>
            <a:off x="3183332" y="4894550"/>
            <a:ext cx="8354442" cy="133914"/>
            <a:chOff x="3183332" y="4834036"/>
            <a:chExt cx="8354442" cy="133914"/>
          </a:xfrm>
        </p:grpSpPr>
        <p:sp>
          <p:nvSpPr>
            <p:cNvPr id="1305" name="TextBox 1304">
              <a:extLst>
                <a:ext uri="{FF2B5EF4-FFF2-40B4-BE49-F238E27FC236}">
                  <a16:creationId xmlns:a16="http://schemas.microsoft.com/office/drawing/2014/main" id="{4E2DA914-B7FE-9E35-B131-4EBCAAC36A41}"/>
                </a:ext>
              </a:extLst>
            </p:cNvPr>
            <p:cNvSpPr txBox="1"/>
            <p:nvPr/>
          </p:nvSpPr>
          <p:spPr>
            <a:xfrm>
              <a:off x="3183332" y="4834036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Envelope</a:t>
              </a:r>
            </a:p>
          </p:txBody>
        </p:sp>
        <p:sp>
          <p:nvSpPr>
            <p:cNvPr id="1328" name="TextBox 1327">
              <a:extLst>
                <a:ext uri="{FF2B5EF4-FFF2-40B4-BE49-F238E27FC236}">
                  <a16:creationId xmlns:a16="http://schemas.microsoft.com/office/drawing/2014/main" id="{C041DBD6-7F47-2F75-B96B-FC684DDE3BA5}"/>
                </a:ext>
              </a:extLst>
            </p:cNvPr>
            <p:cNvSpPr txBox="1"/>
            <p:nvPr/>
          </p:nvSpPr>
          <p:spPr>
            <a:xfrm>
              <a:off x="3488761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Equals</a:t>
              </a:r>
            </a:p>
          </p:txBody>
        </p:sp>
        <p:sp>
          <p:nvSpPr>
            <p:cNvPr id="1397" name="TextBox 1396">
              <a:extLst>
                <a:ext uri="{FF2B5EF4-FFF2-40B4-BE49-F238E27FC236}">
                  <a16:creationId xmlns:a16="http://schemas.microsoft.com/office/drawing/2014/main" id="{1706A5D3-AB04-8254-86DB-4D3583002B18}"/>
                </a:ext>
              </a:extLst>
            </p:cNvPr>
            <p:cNvSpPr txBox="1"/>
            <p:nvPr/>
          </p:nvSpPr>
          <p:spPr>
            <a:xfrm>
              <a:off x="4631758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 err="1">
                  <a:latin typeface="Yes Sans Text" panose="020B0504030101010103" pitchFamily="34" charset="77"/>
                </a:rPr>
                <a:t>eSIM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374" name="TextBox 1373">
              <a:extLst>
                <a:ext uri="{FF2B5EF4-FFF2-40B4-BE49-F238E27FC236}">
                  <a16:creationId xmlns:a16="http://schemas.microsoft.com/office/drawing/2014/main" id="{5E9B6496-9BDF-0929-D428-629B9F38EBCB}"/>
                </a:ext>
              </a:extLst>
            </p:cNvPr>
            <p:cNvSpPr txBox="1"/>
            <p:nvPr/>
          </p:nvSpPr>
          <p:spPr>
            <a:xfrm>
              <a:off x="4250759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Escalator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351" name="TextBox 1350">
              <a:extLst>
                <a:ext uri="{FF2B5EF4-FFF2-40B4-BE49-F238E27FC236}">
                  <a16:creationId xmlns:a16="http://schemas.microsoft.com/office/drawing/2014/main" id="{4F156B87-3C8F-3074-78F1-4002B5E00725}"/>
                </a:ext>
              </a:extLst>
            </p:cNvPr>
            <p:cNvSpPr txBox="1"/>
            <p:nvPr/>
          </p:nvSpPr>
          <p:spPr>
            <a:xfrm>
              <a:off x="3869760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Escalator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Down</a:t>
              </a:r>
            </a:p>
          </p:txBody>
        </p:sp>
        <p:sp>
          <p:nvSpPr>
            <p:cNvPr id="1420" name="TextBox 1419">
              <a:extLst>
                <a:ext uri="{FF2B5EF4-FFF2-40B4-BE49-F238E27FC236}">
                  <a16:creationId xmlns:a16="http://schemas.microsoft.com/office/drawing/2014/main" id="{AED73F74-F7B3-796A-24E0-9E3007D6DB0E}"/>
                </a:ext>
              </a:extLst>
            </p:cNvPr>
            <p:cNvSpPr txBox="1"/>
            <p:nvPr/>
          </p:nvSpPr>
          <p:spPr>
            <a:xfrm>
              <a:off x="5012757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Expand</a:t>
              </a:r>
            </a:p>
          </p:txBody>
        </p:sp>
        <p:sp>
          <p:nvSpPr>
            <p:cNvPr id="1443" name="TextBox 1442">
              <a:extLst>
                <a:ext uri="{FF2B5EF4-FFF2-40B4-BE49-F238E27FC236}">
                  <a16:creationId xmlns:a16="http://schemas.microsoft.com/office/drawing/2014/main" id="{EB814FCB-E922-B9D1-F037-E054CB8E6D17}"/>
                </a:ext>
              </a:extLst>
            </p:cNvPr>
            <p:cNvSpPr txBox="1"/>
            <p:nvPr/>
          </p:nvSpPr>
          <p:spPr>
            <a:xfrm>
              <a:off x="5393756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</a:t>
              </a:r>
            </a:p>
          </p:txBody>
        </p:sp>
        <p:sp>
          <p:nvSpPr>
            <p:cNvPr id="1466" name="TextBox 1465">
              <a:extLst>
                <a:ext uri="{FF2B5EF4-FFF2-40B4-BE49-F238E27FC236}">
                  <a16:creationId xmlns:a16="http://schemas.microsoft.com/office/drawing/2014/main" id="{D5A0AFC8-C1E2-B308-068F-F4B9AEE34F88}"/>
                </a:ext>
              </a:extLst>
            </p:cNvPr>
            <p:cNvSpPr txBox="1"/>
            <p:nvPr/>
          </p:nvSpPr>
          <p:spPr>
            <a:xfrm>
              <a:off x="5774755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Closed</a:t>
              </a:r>
            </a:p>
          </p:txBody>
        </p:sp>
        <p:sp>
          <p:nvSpPr>
            <p:cNvPr id="1512" name="TextBox 1511">
              <a:extLst>
                <a:ext uri="{FF2B5EF4-FFF2-40B4-BE49-F238E27FC236}">
                  <a16:creationId xmlns:a16="http://schemas.microsoft.com/office/drawing/2014/main" id="{D74A890C-1CBA-A0C2-4091-A7564CC7AC5D}"/>
                </a:ext>
              </a:extLst>
            </p:cNvPr>
            <p:cNvSpPr txBox="1"/>
            <p:nvPr/>
          </p:nvSpPr>
          <p:spPr>
            <a:xfrm>
              <a:off x="6536753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Stroke</a:t>
              </a:r>
            </a:p>
          </p:txBody>
        </p:sp>
        <p:sp>
          <p:nvSpPr>
            <p:cNvPr id="1581" name="TextBox 1580">
              <a:extLst>
                <a:ext uri="{FF2B5EF4-FFF2-40B4-BE49-F238E27FC236}">
                  <a16:creationId xmlns:a16="http://schemas.microsoft.com/office/drawing/2014/main" id="{E944351B-A586-72FA-CD4E-6252CA3844D4}"/>
                </a:ext>
              </a:extLst>
            </p:cNvPr>
            <p:cNvSpPr txBox="1"/>
            <p:nvPr/>
          </p:nvSpPr>
          <p:spPr>
            <a:xfrm>
              <a:off x="7679750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Factory</a:t>
              </a:r>
            </a:p>
          </p:txBody>
        </p:sp>
        <p:sp>
          <p:nvSpPr>
            <p:cNvPr id="1558" name="TextBox 1557">
              <a:extLst>
                <a:ext uri="{FF2B5EF4-FFF2-40B4-BE49-F238E27FC236}">
                  <a16:creationId xmlns:a16="http://schemas.microsoft.com/office/drawing/2014/main" id="{89D9C2AF-A750-403F-B4AE-3D23912ADF21}"/>
                </a:ext>
              </a:extLst>
            </p:cNvPr>
            <p:cNvSpPr txBox="1"/>
            <p:nvPr/>
          </p:nvSpPr>
          <p:spPr>
            <a:xfrm>
              <a:off x="7298751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Facebook Filled</a:t>
              </a:r>
            </a:p>
          </p:txBody>
        </p:sp>
        <p:sp>
          <p:nvSpPr>
            <p:cNvPr id="1604" name="TextBox 1603">
              <a:extLst>
                <a:ext uri="{FF2B5EF4-FFF2-40B4-BE49-F238E27FC236}">
                  <a16:creationId xmlns:a16="http://schemas.microsoft.com/office/drawing/2014/main" id="{A1BB4BB9-1D53-9493-539A-09D2DA8C1D12}"/>
                </a:ext>
              </a:extLst>
            </p:cNvPr>
            <p:cNvSpPr txBox="1"/>
            <p:nvPr/>
          </p:nvSpPr>
          <p:spPr>
            <a:xfrm>
              <a:off x="8060749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Fan Wind</a:t>
              </a:r>
            </a:p>
          </p:txBody>
        </p:sp>
        <p:sp>
          <p:nvSpPr>
            <p:cNvPr id="1535" name="TextBox 1534">
              <a:extLst>
                <a:ext uri="{FF2B5EF4-FFF2-40B4-BE49-F238E27FC236}">
                  <a16:creationId xmlns:a16="http://schemas.microsoft.com/office/drawing/2014/main" id="{C323510E-D7D2-586E-A325-B0226CAA0034}"/>
                </a:ext>
              </a:extLst>
            </p:cNvPr>
            <p:cNvSpPr txBox="1"/>
            <p:nvPr/>
          </p:nvSpPr>
          <p:spPr>
            <a:xfrm>
              <a:off x="6917752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Facebook</a:t>
              </a:r>
            </a:p>
          </p:txBody>
        </p:sp>
        <p:sp>
          <p:nvSpPr>
            <p:cNvPr id="1489" name="TextBox 1488">
              <a:extLst>
                <a:ext uri="{FF2B5EF4-FFF2-40B4-BE49-F238E27FC236}">
                  <a16:creationId xmlns:a16="http://schemas.microsoft.com/office/drawing/2014/main" id="{7D130D2A-CC44-A590-FADA-7466D3796449}"/>
                </a:ext>
              </a:extLst>
            </p:cNvPr>
            <p:cNvSpPr txBox="1"/>
            <p:nvPr/>
          </p:nvSpPr>
          <p:spPr>
            <a:xfrm>
              <a:off x="6155754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Filled</a:t>
              </a:r>
            </a:p>
          </p:txBody>
        </p:sp>
        <p:sp>
          <p:nvSpPr>
            <p:cNvPr id="1650" name="TextBox 1649">
              <a:extLst>
                <a:ext uri="{FF2B5EF4-FFF2-40B4-BE49-F238E27FC236}">
                  <a16:creationId xmlns:a16="http://schemas.microsoft.com/office/drawing/2014/main" id="{D684A102-578A-5B79-C03C-394256BFDC03}"/>
                </a:ext>
              </a:extLst>
            </p:cNvPr>
            <p:cNvSpPr txBox="1"/>
            <p:nvPr/>
          </p:nvSpPr>
          <p:spPr>
            <a:xfrm>
              <a:off x="8822747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Backward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96" name="TextBox 1695">
              <a:extLst>
                <a:ext uri="{FF2B5EF4-FFF2-40B4-BE49-F238E27FC236}">
                  <a16:creationId xmlns:a16="http://schemas.microsoft.com/office/drawing/2014/main" id="{D8D1E56E-0997-8C60-2F6D-69D36E116EDB}"/>
                </a:ext>
              </a:extLst>
            </p:cNvPr>
            <p:cNvSpPr txBox="1"/>
            <p:nvPr/>
          </p:nvSpPr>
          <p:spPr>
            <a:xfrm>
              <a:off x="9584745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Forward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27" name="TextBox 1626">
              <a:extLst>
                <a:ext uri="{FF2B5EF4-FFF2-40B4-BE49-F238E27FC236}">
                  <a16:creationId xmlns:a16="http://schemas.microsoft.com/office/drawing/2014/main" id="{9CBC93F5-CA89-1CAF-0C99-F66B6F2C4E09}"/>
                </a:ext>
              </a:extLst>
            </p:cNvPr>
            <p:cNvSpPr txBox="1"/>
            <p:nvPr/>
          </p:nvSpPr>
          <p:spPr>
            <a:xfrm>
              <a:off x="8441748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Backward</a:t>
              </a:r>
            </a:p>
          </p:txBody>
        </p:sp>
        <p:sp>
          <p:nvSpPr>
            <p:cNvPr id="1673" name="TextBox 1672">
              <a:extLst>
                <a:ext uri="{FF2B5EF4-FFF2-40B4-BE49-F238E27FC236}">
                  <a16:creationId xmlns:a16="http://schemas.microsoft.com/office/drawing/2014/main" id="{5060D106-9A5B-ADD5-018E-E1AA6EC4AD34}"/>
                </a:ext>
              </a:extLst>
            </p:cNvPr>
            <p:cNvSpPr txBox="1"/>
            <p:nvPr/>
          </p:nvSpPr>
          <p:spPr>
            <a:xfrm>
              <a:off x="9203746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Forward</a:t>
              </a:r>
            </a:p>
          </p:txBody>
        </p:sp>
        <p:sp>
          <p:nvSpPr>
            <p:cNvPr id="1719" name="TextBox 1718">
              <a:extLst>
                <a:ext uri="{FF2B5EF4-FFF2-40B4-BE49-F238E27FC236}">
                  <a16:creationId xmlns:a16="http://schemas.microsoft.com/office/drawing/2014/main" id="{CB62E368-8FDB-5608-F597-910DCEA4ADD3}"/>
                </a:ext>
              </a:extLst>
            </p:cNvPr>
            <p:cNvSpPr txBox="1"/>
            <p:nvPr/>
          </p:nvSpPr>
          <p:spPr>
            <a:xfrm>
              <a:off x="9965744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Ferry</a:t>
              </a:r>
            </a:p>
          </p:txBody>
        </p:sp>
        <p:sp>
          <p:nvSpPr>
            <p:cNvPr id="1742" name="TextBox 1741">
              <a:extLst>
                <a:ext uri="{FF2B5EF4-FFF2-40B4-BE49-F238E27FC236}">
                  <a16:creationId xmlns:a16="http://schemas.microsoft.com/office/drawing/2014/main" id="{D8BE1AD2-5733-27BD-0998-5C8FAC70647F}"/>
                </a:ext>
              </a:extLst>
            </p:cNvPr>
            <p:cNvSpPr txBox="1"/>
            <p:nvPr/>
          </p:nvSpPr>
          <p:spPr>
            <a:xfrm>
              <a:off x="10346743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Filter</a:t>
              </a:r>
            </a:p>
          </p:txBody>
        </p:sp>
        <p:sp>
          <p:nvSpPr>
            <p:cNvPr id="1788" name="TextBox 1787">
              <a:extLst>
                <a:ext uri="{FF2B5EF4-FFF2-40B4-BE49-F238E27FC236}">
                  <a16:creationId xmlns:a16="http://schemas.microsoft.com/office/drawing/2014/main" id="{C15471FD-D726-0BC7-B9D1-6CCE9F7CB9D6}"/>
                </a:ext>
              </a:extLst>
            </p:cNvPr>
            <p:cNvSpPr txBox="1"/>
            <p:nvPr/>
          </p:nvSpPr>
          <p:spPr>
            <a:xfrm>
              <a:off x="11108738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Fingerprint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765" name="TextBox 1764">
              <a:extLst>
                <a:ext uri="{FF2B5EF4-FFF2-40B4-BE49-F238E27FC236}">
                  <a16:creationId xmlns:a16="http://schemas.microsoft.com/office/drawing/2014/main" id="{840B0D35-CBE5-12BB-02DC-66CFFB528076}"/>
                </a:ext>
              </a:extLst>
            </p:cNvPr>
            <p:cNvSpPr txBox="1"/>
            <p:nvPr/>
          </p:nvSpPr>
          <p:spPr>
            <a:xfrm>
              <a:off x="10727742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Fingerprint</a:t>
              </a:r>
            </a:p>
          </p:txBody>
        </p:sp>
      </p:grpSp>
      <p:grpSp>
        <p:nvGrpSpPr>
          <p:cNvPr id="1569" name="Group 1568">
            <a:extLst>
              <a:ext uri="{FF2B5EF4-FFF2-40B4-BE49-F238E27FC236}">
                <a16:creationId xmlns:a16="http://schemas.microsoft.com/office/drawing/2014/main" id="{650628C0-131E-2D0E-8A77-027558225A70}"/>
              </a:ext>
            </a:extLst>
          </p:cNvPr>
          <p:cNvGrpSpPr/>
          <p:nvPr/>
        </p:nvGrpSpPr>
        <p:grpSpPr>
          <a:xfrm>
            <a:off x="3183332" y="5324029"/>
            <a:ext cx="8354442" cy="133914"/>
            <a:chOff x="3183332" y="5266208"/>
            <a:chExt cx="8354442" cy="133914"/>
          </a:xfrm>
        </p:grpSpPr>
        <p:sp>
          <p:nvSpPr>
            <p:cNvPr id="1306" name="TextBox 1305">
              <a:extLst>
                <a:ext uri="{FF2B5EF4-FFF2-40B4-BE49-F238E27FC236}">
                  <a16:creationId xmlns:a16="http://schemas.microsoft.com/office/drawing/2014/main" id="{AF6729DC-8597-9B73-E6A8-4DA495BCDB38}"/>
                </a:ext>
              </a:extLst>
            </p:cNvPr>
            <p:cNvSpPr txBox="1"/>
            <p:nvPr/>
          </p:nvSpPr>
          <p:spPr>
            <a:xfrm>
              <a:off x="3183332" y="5269020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Fire</a:t>
              </a:r>
            </a:p>
          </p:txBody>
        </p:sp>
        <p:sp>
          <p:nvSpPr>
            <p:cNvPr id="1329" name="TextBox 1328">
              <a:extLst>
                <a:ext uri="{FF2B5EF4-FFF2-40B4-BE49-F238E27FC236}">
                  <a16:creationId xmlns:a16="http://schemas.microsoft.com/office/drawing/2014/main" id="{13678AA7-F851-02BC-93C8-CBDE286088DB}"/>
                </a:ext>
              </a:extLst>
            </p:cNvPr>
            <p:cNvSpPr txBox="1"/>
            <p:nvPr/>
          </p:nvSpPr>
          <p:spPr>
            <a:xfrm>
              <a:off x="3488761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Fist</a:t>
              </a:r>
            </a:p>
          </p:txBody>
        </p:sp>
        <p:sp>
          <p:nvSpPr>
            <p:cNvPr id="1398" name="TextBox 1397">
              <a:extLst>
                <a:ext uri="{FF2B5EF4-FFF2-40B4-BE49-F238E27FC236}">
                  <a16:creationId xmlns:a16="http://schemas.microsoft.com/office/drawing/2014/main" id="{87BCD235-862B-39EC-2BA1-C6ACCBDBB5B3}"/>
                </a:ext>
              </a:extLst>
            </p:cNvPr>
            <p:cNvSpPr txBox="1"/>
            <p:nvPr/>
          </p:nvSpPr>
          <p:spPr>
            <a:xfrm>
              <a:off x="4631758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Fork Knife</a:t>
              </a:r>
            </a:p>
          </p:txBody>
        </p:sp>
        <p:sp>
          <p:nvSpPr>
            <p:cNvPr id="1375" name="TextBox 1374">
              <a:extLst>
                <a:ext uri="{FF2B5EF4-FFF2-40B4-BE49-F238E27FC236}">
                  <a16:creationId xmlns:a16="http://schemas.microsoft.com/office/drawing/2014/main" id="{F3CBF2BF-23D9-06D7-858C-A7C4E2582528}"/>
                </a:ext>
              </a:extLst>
            </p:cNvPr>
            <p:cNvSpPr txBox="1"/>
            <p:nvPr/>
          </p:nvSpPr>
          <p:spPr>
            <a:xfrm>
              <a:off x="4250759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Forest</a:t>
              </a:r>
            </a:p>
          </p:txBody>
        </p:sp>
        <p:sp>
          <p:nvSpPr>
            <p:cNvPr id="1352" name="TextBox 1351">
              <a:extLst>
                <a:ext uri="{FF2B5EF4-FFF2-40B4-BE49-F238E27FC236}">
                  <a16:creationId xmlns:a16="http://schemas.microsoft.com/office/drawing/2014/main" id="{4B7D2756-B993-F8F6-00FA-B6D59B837967}"/>
                </a:ext>
              </a:extLst>
            </p:cNvPr>
            <p:cNvSpPr txBox="1"/>
            <p:nvPr/>
          </p:nvSpPr>
          <p:spPr>
            <a:xfrm>
              <a:off x="3869760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Flower</a:t>
              </a:r>
            </a:p>
          </p:txBody>
        </p:sp>
        <p:sp>
          <p:nvSpPr>
            <p:cNvPr id="1421" name="TextBox 1420">
              <a:extLst>
                <a:ext uri="{FF2B5EF4-FFF2-40B4-BE49-F238E27FC236}">
                  <a16:creationId xmlns:a16="http://schemas.microsoft.com/office/drawing/2014/main" id="{B8E37C33-D41B-1492-BB84-BD4D13F33551}"/>
                </a:ext>
              </a:extLst>
            </p:cNvPr>
            <p:cNvSpPr txBox="1"/>
            <p:nvPr/>
          </p:nvSpPr>
          <p:spPr>
            <a:xfrm>
              <a:off x="5012757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Game Path</a:t>
              </a:r>
            </a:p>
          </p:txBody>
        </p:sp>
        <p:sp>
          <p:nvSpPr>
            <p:cNvPr id="1444" name="TextBox 1443">
              <a:extLst>
                <a:ext uri="{FF2B5EF4-FFF2-40B4-BE49-F238E27FC236}">
                  <a16:creationId xmlns:a16="http://schemas.microsoft.com/office/drawing/2014/main" id="{D9F7C6BC-1853-471F-96C8-A74EC9F25744}"/>
                </a:ext>
              </a:extLst>
            </p:cNvPr>
            <p:cNvSpPr txBox="1"/>
            <p:nvPr/>
          </p:nvSpPr>
          <p:spPr>
            <a:xfrm>
              <a:off x="5393756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Games</a:t>
              </a:r>
            </a:p>
          </p:txBody>
        </p:sp>
        <p:sp>
          <p:nvSpPr>
            <p:cNvPr id="1467" name="TextBox 1466">
              <a:extLst>
                <a:ext uri="{FF2B5EF4-FFF2-40B4-BE49-F238E27FC236}">
                  <a16:creationId xmlns:a16="http://schemas.microsoft.com/office/drawing/2014/main" id="{492526B9-1AA0-618F-0807-A19B4088C13A}"/>
                </a:ext>
              </a:extLst>
            </p:cNvPr>
            <p:cNvSpPr txBox="1"/>
            <p:nvPr/>
          </p:nvSpPr>
          <p:spPr>
            <a:xfrm>
              <a:off x="5774755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Gift</a:t>
              </a:r>
            </a:p>
          </p:txBody>
        </p:sp>
        <p:sp>
          <p:nvSpPr>
            <p:cNvPr id="1513" name="TextBox 1512">
              <a:extLst>
                <a:ext uri="{FF2B5EF4-FFF2-40B4-BE49-F238E27FC236}">
                  <a16:creationId xmlns:a16="http://schemas.microsoft.com/office/drawing/2014/main" id="{1FAE3C36-A2C7-AFFF-8E85-713490D187E1}"/>
                </a:ext>
              </a:extLst>
            </p:cNvPr>
            <p:cNvSpPr txBox="1"/>
            <p:nvPr/>
          </p:nvSpPr>
          <p:spPr>
            <a:xfrm>
              <a:off x="6536753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Glasses</a:t>
              </a:r>
            </a:p>
          </p:txBody>
        </p:sp>
        <p:sp>
          <p:nvSpPr>
            <p:cNvPr id="1582" name="TextBox 1581">
              <a:extLst>
                <a:ext uri="{FF2B5EF4-FFF2-40B4-BE49-F238E27FC236}">
                  <a16:creationId xmlns:a16="http://schemas.microsoft.com/office/drawing/2014/main" id="{4E50B92C-0BF1-628E-5982-0D9CBA1F03A4}"/>
                </a:ext>
              </a:extLst>
            </p:cNvPr>
            <p:cNvSpPr txBox="1"/>
            <p:nvPr/>
          </p:nvSpPr>
          <p:spPr>
            <a:xfrm>
              <a:off x="7679750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Phone</a:t>
              </a:r>
            </a:p>
          </p:txBody>
        </p:sp>
        <p:sp>
          <p:nvSpPr>
            <p:cNvPr id="1559" name="TextBox 1558">
              <a:extLst>
                <a:ext uri="{FF2B5EF4-FFF2-40B4-BE49-F238E27FC236}">
                  <a16:creationId xmlns:a16="http://schemas.microsoft.com/office/drawing/2014/main" id="{047A04AD-FDB1-8258-A4AA-AA544CC604DA}"/>
                </a:ext>
              </a:extLst>
            </p:cNvPr>
            <p:cNvSpPr txBox="1"/>
            <p:nvPr/>
          </p:nvSpPr>
          <p:spPr>
            <a:xfrm>
              <a:off x="7298751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Network</a:t>
              </a:r>
            </a:p>
          </p:txBody>
        </p:sp>
        <p:sp>
          <p:nvSpPr>
            <p:cNvPr id="1605" name="TextBox 1604">
              <a:extLst>
                <a:ext uri="{FF2B5EF4-FFF2-40B4-BE49-F238E27FC236}">
                  <a16:creationId xmlns:a16="http://schemas.microsoft.com/office/drawing/2014/main" id="{15A01FD5-4C81-AC00-DF4C-D9A4E59A0C71}"/>
                </a:ext>
              </a:extLst>
            </p:cNvPr>
            <p:cNvSpPr txBox="1"/>
            <p:nvPr/>
          </p:nvSpPr>
          <p:spPr>
            <a:xfrm>
              <a:off x="8060749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Plane</a:t>
              </a:r>
            </a:p>
          </p:txBody>
        </p:sp>
        <p:sp>
          <p:nvSpPr>
            <p:cNvPr id="1536" name="TextBox 1535">
              <a:extLst>
                <a:ext uri="{FF2B5EF4-FFF2-40B4-BE49-F238E27FC236}">
                  <a16:creationId xmlns:a16="http://schemas.microsoft.com/office/drawing/2014/main" id="{CD81EBEB-35EE-E858-4D7E-8BA13DCEEF6D}"/>
                </a:ext>
              </a:extLst>
            </p:cNvPr>
            <p:cNvSpPr txBox="1"/>
            <p:nvPr/>
          </p:nvSpPr>
          <p:spPr>
            <a:xfrm>
              <a:off x="6917752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</a:t>
              </a:r>
            </a:p>
          </p:txBody>
        </p:sp>
        <p:sp>
          <p:nvSpPr>
            <p:cNvPr id="1490" name="TextBox 1489">
              <a:extLst>
                <a:ext uri="{FF2B5EF4-FFF2-40B4-BE49-F238E27FC236}">
                  <a16:creationId xmlns:a16="http://schemas.microsoft.com/office/drawing/2014/main" id="{1A12EA34-B414-DB9C-2731-B22D18A20517}"/>
                </a:ext>
              </a:extLst>
            </p:cNvPr>
            <p:cNvSpPr txBox="1"/>
            <p:nvPr/>
          </p:nvSpPr>
          <p:spPr>
            <a:xfrm>
              <a:off x="6155754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Gift Filled</a:t>
              </a:r>
            </a:p>
          </p:txBody>
        </p:sp>
        <p:sp>
          <p:nvSpPr>
            <p:cNvPr id="1651" name="TextBox 1650">
              <a:extLst>
                <a:ext uri="{FF2B5EF4-FFF2-40B4-BE49-F238E27FC236}">
                  <a16:creationId xmlns:a16="http://schemas.microsoft.com/office/drawing/2014/main" id="{A8561721-5CB5-3C89-7021-B30680413913}"/>
                </a:ext>
              </a:extLst>
            </p:cNvPr>
            <p:cNvSpPr txBox="1"/>
            <p:nvPr/>
          </p:nvSpPr>
          <p:spPr>
            <a:xfrm>
              <a:off x="8822747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Roaming</a:t>
              </a:r>
            </a:p>
          </p:txBody>
        </p:sp>
        <p:sp>
          <p:nvSpPr>
            <p:cNvPr id="1697" name="TextBox 1696">
              <a:extLst>
                <a:ext uri="{FF2B5EF4-FFF2-40B4-BE49-F238E27FC236}">
                  <a16:creationId xmlns:a16="http://schemas.microsoft.com/office/drawing/2014/main" id="{05F8C78C-AD6C-3D19-CC04-A13191603D92}"/>
                </a:ext>
              </a:extLst>
            </p:cNvPr>
            <p:cNvSpPr txBox="1"/>
            <p:nvPr/>
          </p:nvSpPr>
          <p:spPr>
            <a:xfrm>
              <a:off x="9584745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Signal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28" name="TextBox 1627">
              <a:extLst>
                <a:ext uri="{FF2B5EF4-FFF2-40B4-BE49-F238E27FC236}">
                  <a16:creationId xmlns:a16="http://schemas.microsoft.com/office/drawing/2014/main" id="{F8A6AA56-B927-6D1E-0077-BFCC6150FA6E}"/>
                </a:ext>
              </a:extLst>
            </p:cNvPr>
            <p:cNvSpPr txBox="1"/>
            <p:nvPr/>
          </p:nvSpPr>
          <p:spPr>
            <a:xfrm>
              <a:off x="8441748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674" name="TextBox 1673">
              <a:extLst>
                <a:ext uri="{FF2B5EF4-FFF2-40B4-BE49-F238E27FC236}">
                  <a16:creationId xmlns:a16="http://schemas.microsoft.com/office/drawing/2014/main" id="{E85B5CBF-63AE-7555-1D9F-C6F193365A91}"/>
                </a:ext>
              </a:extLst>
            </p:cNvPr>
            <p:cNvSpPr txBox="1"/>
            <p:nvPr/>
          </p:nvSpPr>
          <p:spPr>
            <a:xfrm>
              <a:off x="9203746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Signal</a:t>
              </a:r>
            </a:p>
          </p:txBody>
        </p:sp>
        <p:sp>
          <p:nvSpPr>
            <p:cNvPr id="1720" name="TextBox 1719">
              <a:extLst>
                <a:ext uri="{FF2B5EF4-FFF2-40B4-BE49-F238E27FC236}">
                  <a16:creationId xmlns:a16="http://schemas.microsoft.com/office/drawing/2014/main" id="{0EC21FB7-8AD6-896A-712F-390005152317}"/>
                </a:ext>
              </a:extLst>
            </p:cNvPr>
            <p:cNvSpPr txBox="1"/>
            <p:nvPr/>
          </p:nvSpPr>
          <p:spPr>
            <a:xfrm>
              <a:off x="9965744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Stand</a:t>
              </a:r>
            </a:p>
          </p:txBody>
        </p:sp>
        <p:sp>
          <p:nvSpPr>
            <p:cNvPr id="1743" name="TextBox 1742">
              <a:extLst>
                <a:ext uri="{FF2B5EF4-FFF2-40B4-BE49-F238E27FC236}">
                  <a16:creationId xmlns:a16="http://schemas.microsoft.com/office/drawing/2014/main" id="{AEC464B3-016C-99AC-5CEE-736D931B374E}"/>
                </a:ext>
              </a:extLst>
            </p:cNvPr>
            <p:cNvSpPr txBox="1"/>
            <p:nvPr/>
          </p:nvSpPr>
          <p:spPr>
            <a:xfrm>
              <a:off x="10346743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Thermometer</a:t>
              </a:r>
            </a:p>
          </p:txBody>
        </p:sp>
        <p:sp>
          <p:nvSpPr>
            <p:cNvPr id="1789" name="TextBox 1788">
              <a:extLst>
                <a:ext uri="{FF2B5EF4-FFF2-40B4-BE49-F238E27FC236}">
                  <a16:creationId xmlns:a16="http://schemas.microsoft.com/office/drawing/2014/main" id="{EDCEA86E-2DEC-22A7-043F-CA8C5CB851EE}"/>
                </a:ext>
              </a:extLst>
            </p:cNvPr>
            <p:cNvSpPr txBox="1"/>
            <p:nvPr/>
          </p:nvSpPr>
          <p:spPr>
            <a:xfrm>
              <a:off x="11108738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Grid Circle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766" name="TextBox 1765">
              <a:extLst>
                <a:ext uri="{FF2B5EF4-FFF2-40B4-BE49-F238E27FC236}">
                  <a16:creationId xmlns:a16="http://schemas.microsoft.com/office/drawing/2014/main" id="{2FBEF4A1-E3E8-7673-059D-6FE57FFBADB3}"/>
                </a:ext>
              </a:extLst>
            </p:cNvPr>
            <p:cNvSpPr txBox="1"/>
            <p:nvPr/>
          </p:nvSpPr>
          <p:spPr>
            <a:xfrm>
              <a:off x="10727742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Graph Column</a:t>
              </a:r>
            </a:p>
          </p:txBody>
        </p:sp>
      </p:grpSp>
      <p:grpSp>
        <p:nvGrpSpPr>
          <p:cNvPr id="1570" name="Group 1569">
            <a:extLst>
              <a:ext uri="{FF2B5EF4-FFF2-40B4-BE49-F238E27FC236}">
                <a16:creationId xmlns:a16="http://schemas.microsoft.com/office/drawing/2014/main" id="{C38063DF-430E-F5AA-9511-E3FA470C6AB3}"/>
              </a:ext>
            </a:extLst>
          </p:cNvPr>
          <p:cNvGrpSpPr/>
          <p:nvPr/>
        </p:nvGrpSpPr>
        <p:grpSpPr>
          <a:xfrm>
            <a:off x="3183332" y="5753507"/>
            <a:ext cx="8354442" cy="138738"/>
            <a:chOff x="3183332" y="5711764"/>
            <a:chExt cx="8354442" cy="138738"/>
          </a:xfrm>
        </p:grpSpPr>
        <p:sp>
          <p:nvSpPr>
            <p:cNvPr id="1307" name="TextBox 1306">
              <a:extLst>
                <a:ext uri="{FF2B5EF4-FFF2-40B4-BE49-F238E27FC236}">
                  <a16:creationId xmlns:a16="http://schemas.microsoft.com/office/drawing/2014/main" id="{29F25C9B-3C83-D484-A657-B876026CED59}"/>
                </a:ext>
              </a:extLst>
            </p:cNvPr>
            <p:cNvSpPr txBox="1"/>
            <p:nvPr/>
          </p:nvSpPr>
          <p:spPr>
            <a:xfrm>
              <a:off x="3183332" y="5711764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Guitar</a:t>
              </a:r>
            </a:p>
          </p:txBody>
        </p:sp>
        <p:sp>
          <p:nvSpPr>
            <p:cNvPr id="1330" name="TextBox 1329">
              <a:extLst>
                <a:ext uri="{FF2B5EF4-FFF2-40B4-BE49-F238E27FC236}">
                  <a16:creationId xmlns:a16="http://schemas.microsoft.com/office/drawing/2014/main" id="{B538E04A-AACE-46DA-81FF-209215BBB20D}"/>
                </a:ext>
              </a:extLst>
            </p:cNvPr>
            <p:cNvSpPr txBox="1"/>
            <p:nvPr/>
          </p:nvSpPr>
          <p:spPr>
            <a:xfrm>
              <a:off x="3488761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Bar </a:t>
              </a:r>
            </a:p>
          </p:txBody>
        </p:sp>
        <p:sp>
          <p:nvSpPr>
            <p:cNvPr id="1399" name="TextBox 1398">
              <a:extLst>
                <a:ext uri="{FF2B5EF4-FFF2-40B4-BE49-F238E27FC236}">
                  <a16:creationId xmlns:a16="http://schemas.microsoft.com/office/drawing/2014/main" id="{B079A4AD-CBDC-4607-572D-18BF8E96A90C}"/>
                </a:ext>
              </a:extLst>
            </p:cNvPr>
            <p:cNvSpPr txBox="1"/>
            <p:nvPr/>
          </p:nvSpPr>
          <p:spPr>
            <a:xfrm>
              <a:off x="4631758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Push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Button Stroke</a:t>
              </a:r>
            </a:p>
          </p:txBody>
        </p:sp>
        <p:sp>
          <p:nvSpPr>
            <p:cNvPr id="1376" name="TextBox 1375">
              <a:extLst>
                <a:ext uri="{FF2B5EF4-FFF2-40B4-BE49-F238E27FC236}">
                  <a16:creationId xmlns:a16="http://schemas.microsoft.com/office/drawing/2014/main" id="{DD50B725-4652-A75C-A4D6-9C92D4BBC65E}"/>
                </a:ext>
              </a:extLst>
            </p:cNvPr>
            <p:cNvSpPr txBox="1"/>
            <p:nvPr/>
          </p:nvSpPr>
          <p:spPr>
            <a:xfrm>
              <a:off x="4250759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Push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Button</a:t>
              </a:r>
            </a:p>
          </p:txBody>
        </p:sp>
        <p:sp>
          <p:nvSpPr>
            <p:cNvPr id="1353" name="TextBox 1352">
              <a:extLst>
                <a:ext uri="{FF2B5EF4-FFF2-40B4-BE49-F238E27FC236}">
                  <a16:creationId xmlns:a16="http://schemas.microsoft.com/office/drawing/2014/main" id="{DF8D72A5-1EDD-B3C6-C4F3-2FAE41071B71}"/>
                </a:ext>
              </a:extLst>
            </p:cNvPr>
            <p:cNvSpPr txBox="1"/>
            <p:nvPr/>
          </p:nvSpPr>
          <p:spPr>
            <a:xfrm>
              <a:off x="3869760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Number One</a:t>
              </a:r>
            </a:p>
          </p:txBody>
        </p:sp>
        <p:sp>
          <p:nvSpPr>
            <p:cNvPr id="1422" name="TextBox 1421">
              <a:extLst>
                <a:ext uri="{FF2B5EF4-FFF2-40B4-BE49-F238E27FC236}">
                  <a16:creationId xmlns:a16="http://schemas.microsoft.com/office/drawing/2014/main" id="{94CA7CD5-A1FB-9F43-D2FE-74F938977F43}"/>
                </a:ext>
              </a:extLst>
            </p:cNvPr>
            <p:cNvSpPr txBox="1"/>
            <p:nvPr/>
          </p:nvSpPr>
          <p:spPr>
            <a:xfrm>
              <a:off x="5012757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Handshake</a:t>
              </a:r>
            </a:p>
          </p:txBody>
        </p:sp>
        <p:sp>
          <p:nvSpPr>
            <p:cNvPr id="1445" name="TextBox 1444">
              <a:extLst>
                <a:ext uri="{FF2B5EF4-FFF2-40B4-BE49-F238E27FC236}">
                  <a16:creationId xmlns:a16="http://schemas.microsoft.com/office/drawing/2014/main" id="{DFDC7A9E-564C-4D12-7144-7395157058A3}"/>
                </a:ext>
              </a:extLst>
            </p:cNvPr>
            <p:cNvSpPr txBox="1"/>
            <p:nvPr/>
          </p:nvSpPr>
          <p:spPr>
            <a:xfrm>
              <a:off x="5393756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Headphones</a:t>
              </a:r>
            </a:p>
          </p:txBody>
        </p:sp>
        <p:sp>
          <p:nvSpPr>
            <p:cNvPr id="1468" name="TextBox 1467">
              <a:extLst>
                <a:ext uri="{FF2B5EF4-FFF2-40B4-BE49-F238E27FC236}">
                  <a16:creationId xmlns:a16="http://schemas.microsoft.com/office/drawing/2014/main" id="{B6F3A682-FB58-C150-1B8E-4DE64AC4822C}"/>
                </a:ext>
              </a:extLst>
            </p:cNvPr>
            <p:cNvSpPr txBox="1"/>
            <p:nvPr/>
          </p:nvSpPr>
          <p:spPr>
            <a:xfrm>
              <a:off x="5774755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Headset</a:t>
              </a:r>
            </a:p>
          </p:txBody>
        </p:sp>
        <p:sp>
          <p:nvSpPr>
            <p:cNvPr id="1514" name="TextBox 1513">
              <a:extLst>
                <a:ext uri="{FF2B5EF4-FFF2-40B4-BE49-F238E27FC236}">
                  <a16:creationId xmlns:a16="http://schemas.microsoft.com/office/drawing/2014/main" id="{54CB1253-4137-C00A-B609-6C60222DF0FE}"/>
                </a:ext>
              </a:extLst>
            </p:cNvPr>
            <p:cNvSpPr txBox="1"/>
            <p:nvPr/>
          </p:nvSpPr>
          <p:spPr>
            <a:xfrm>
              <a:off x="6536753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Add</a:t>
              </a:r>
            </a:p>
          </p:txBody>
        </p:sp>
        <p:sp>
          <p:nvSpPr>
            <p:cNvPr id="1583" name="TextBox 1582">
              <a:extLst>
                <a:ext uri="{FF2B5EF4-FFF2-40B4-BE49-F238E27FC236}">
                  <a16:creationId xmlns:a16="http://schemas.microsoft.com/office/drawing/2014/main" id="{5BB7D265-2C28-7E77-E2AC-518F4DD995AE}"/>
                </a:ext>
              </a:extLst>
            </p:cNvPr>
            <p:cNvSpPr txBox="1"/>
            <p:nvPr/>
          </p:nvSpPr>
          <p:spPr>
            <a:xfrm>
              <a:off x="7679750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 Filled</a:t>
              </a:r>
            </a:p>
          </p:txBody>
        </p:sp>
        <p:sp>
          <p:nvSpPr>
            <p:cNvPr id="1560" name="TextBox 1559">
              <a:extLst>
                <a:ext uri="{FF2B5EF4-FFF2-40B4-BE49-F238E27FC236}">
                  <a16:creationId xmlns:a16="http://schemas.microsoft.com/office/drawing/2014/main" id="{3B7125DF-76F3-6CD6-EA91-EBA55D58865B}"/>
                </a:ext>
              </a:extLst>
            </p:cNvPr>
            <p:cNvSpPr txBox="1"/>
            <p:nvPr/>
          </p:nvSpPr>
          <p:spPr>
            <a:xfrm>
              <a:off x="7298751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</a:t>
              </a:r>
            </a:p>
          </p:txBody>
        </p:sp>
        <p:sp>
          <p:nvSpPr>
            <p:cNvPr id="1606" name="TextBox 1605">
              <a:extLst>
                <a:ext uri="{FF2B5EF4-FFF2-40B4-BE49-F238E27FC236}">
                  <a16:creationId xmlns:a16="http://schemas.microsoft.com/office/drawing/2014/main" id="{4F398797-B9C2-DF45-AC0A-2D89652F5DE2}"/>
                </a:ext>
              </a:extLst>
            </p:cNvPr>
            <p:cNvSpPr txBox="1"/>
            <p:nvPr/>
          </p:nvSpPr>
          <p:spPr>
            <a:xfrm>
              <a:off x="8060749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Filled</a:t>
              </a:r>
            </a:p>
          </p:txBody>
        </p:sp>
        <p:sp>
          <p:nvSpPr>
            <p:cNvPr id="1537" name="TextBox 1536">
              <a:extLst>
                <a:ext uri="{FF2B5EF4-FFF2-40B4-BE49-F238E27FC236}">
                  <a16:creationId xmlns:a16="http://schemas.microsoft.com/office/drawing/2014/main" id="{715EB61C-49DE-95C0-3E24-59893F76D313}"/>
                </a:ext>
              </a:extLst>
            </p:cNvPr>
            <p:cNvSpPr txBox="1"/>
            <p:nvPr/>
          </p:nvSpPr>
          <p:spPr>
            <a:xfrm>
              <a:off x="6917752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Add Filled</a:t>
              </a:r>
            </a:p>
          </p:txBody>
        </p:sp>
        <p:sp>
          <p:nvSpPr>
            <p:cNvPr id="1491" name="TextBox 1490">
              <a:extLst>
                <a:ext uri="{FF2B5EF4-FFF2-40B4-BE49-F238E27FC236}">
                  <a16:creationId xmlns:a16="http://schemas.microsoft.com/office/drawing/2014/main" id="{B34AC87E-B952-50A9-7874-F1FF01A18210}"/>
                </a:ext>
              </a:extLst>
            </p:cNvPr>
            <p:cNvSpPr txBox="1"/>
            <p:nvPr/>
          </p:nvSpPr>
          <p:spPr>
            <a:xfrm>
              <a:off x="6155754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</a:t>
              </a:r>
            </a:p>
          </p:txBody>
        </p:sp>
        <p:sp>
          <p:nvSpPr>
            <p:cNvPr id="1652" name="TextBox 1651">
              <a:extLst>
                <a:ext uri="{FF2B5EF4-FFF2-40B4-BE49-F238E27FC236}">
                  <a16:creationId xmlns:a16="http://schemas.microsoft.com/office/drawing/2014/main" id="{C69B6B5C-CBFA-044D-7925-B29AC72E0F64}"/>
                </a:ext>
              </a:extLst>
            </p:cNvPr>
            <p:cNvSpPr txBox="1"/>
            <p:nvPr/>
          </p:nvSpPr>
          <p:spPr>
            <a:xfrm>
              <a:off x="8822747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 Filled</a:t>
              </a:r>
            </a:p>
          </p:txBody>
        </p:sp>
        <p:sp>
          <p:nvSpPr>
            <p:cNvPr id="1698" name="TextBox 1697">
              <a:extLst>
                <a:ext uri="{FF2B5EF4-FFF2-40B4-BE49-F238E27FC236}">
                  <a16:creationId xmlns:a16="http://schemas.microsoft.com/office/drawing/2014/main" id="{FBD015F9-0B2C-FB84-9113-6BABE31381FC}"/>
                </a:ext>
              </a:extLst>
            </p:cNvPr>
            <p:cNvSpPr txBox="1"/>
            <p:nvPr/>
          </p:nvSpPr>
          <p:spPr>
            <a:xfrm>
              <a:off x="9584745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629" name="TextBox 1628">
              <a:extLst>
                <a:ext uri="{FF2B5EF4-FFF2-40B4-BE49-F238E27FC236}">
                  <a16:creationId xmlns:a16="http://schemas.microsoft.com/office/drawing/2014/main" id="{DCF34B5F-F615-03B4-7C93-73EE6D61D09A}"/>
                </a:ext>
              </a:extLst>
            </p:cNvPr>
            <p:cNvSpPr txBox="1"/>
            <p:nvPr/>
          </p:nvSpPr>
          <p:spPr>
            <a:xfrm>
              <a:off x="8441748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</a:t>
              </a:r>
            </a:p>
          </p:txBody>
        </p:sp>
        <p:sp>
          <p:nvSpPr>
            <p:cNvPr id="1675" name="TextBox 1674">
              <a:extLst>
                <a:ext uri="{FF2B5EF4-FFF2-40B4-BE49-F238E27FC236}">
                  <a16:creationId xmlns:a16="http://schemas.microsoft.com/office/drawing/2014/main" id="{6133B0E4-F57D-9A54-6257-17B9E74A96A6}"/>
                </a:ext>
              </a:extLst>
            </p:cNvPr>
            <p:cNvSpPr txBox="1"/>
            <p:nvPr/>
          </p:nvSpPr>
          <p:spPr>
            <a:xfrm>
              <a:off x="9203746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Houses</a:t>
              </a:r>
            </a:p>
          </p:txBody>
        </p:sp>
        <p:sp>
          <p:nvSpPr>
            <p:cNvPr id="1721" name="TextBox 1720">
              <a:extLst>
                <a:ext uri="{FF2B5EF4-FFF2-40B4-BE49-F238E27FC236}">
                  <a16:creationId xmlns:a16="http://schemas.microsoft.com/office/drawing/2014/main" id="{96E07EB6-D516-7EF5-E2E3-B18DA4D028EB}"/>
                </a:ext>
              </a:extLst>
            </p:cNvPr>
            <p:cNvSpPr txBox="1"/>
            <p:nvPr/>
          </p:nvSpPr>
          <p:spPr>
            <a:xfrm>
              <a:off x="9965744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Ice Cream</a:t>
              </a:r>
            </a:p>
          </p:txBody>
        </p:sp>
        <p:sp>
          <p:nvSpPr>
            <p:cNvPr id="1744" name="TextBox 1743">
              <a:extLst>
                <a:ext uri="{FF2B5EF4-FFF2-40B4-BE49-F238E27FC236}">
                  <a16:creationId xmlns:a16="http://schemas.microsoft.com/office/drawing/2014/main" id="{D26F2AA6-A145-3516-5B05-15EC4966F3D4}"/>
                </a:ext>
              </a:extLst>
            </p:cNvPr>
            <p:cNvSpPr txBox="1"/>
            <p:nvPr/>
          </p:nvSpPr>
          <p:spPr>
            <a:xfrm>
              <a:off x="10346743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Infinity</a:t>
              </a:r>
            </a:p>
          </p:txBody>
        </p:sp>
        <p:sp>
          <p:nvSpPr>
            <p:cNvPr id="1790" name="TextBox 1789">
              <a:extLst>
                <a:ext uri="{FF2B5EF4-FFF2-40B4-BE49-F238E27FC236}">
                  <a16:creationId xmlns:a16="http://schemas.microsoft.com/office/drawing/2014/main" id="{E29450E8-C6E0-91C0-37B4-41C8517D53DA}"/>
                </a:ext>
              </a:extLst>
            </p:cNvPr>
            <p:cNvSpPr txBox="1"/>
            <p:nvPr/>
          </p:nvSpPr>
          <p:spPr>
            <a:xfrm>
              <a:off x="11108738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Instagram Filled</a:t>
              </a:r>
            </a:p>
          </p:txBody>
        </p:sp>
        <p:sp>
          <p:nvSpPr>
            <p:cNvPr id="1767" name="TextBox 1766">
              <a:extLst>
                <a:ext uri="{FF2B5EF4-FFF2-40B4-BE49-F238E27FC236}">
                  <a16:creationId xmlns:a16="http://schemas.microsoft.com/office/drawing/2014/main" id="{7D1AB5BA-A327-3FB4-36D5-368A531D81AA}"/>
                </a:ext>
              </a:extLst>
            </p:cNvPr>
            <p:cNvSpPr txBox="1"/>
            <p:nvPr/>
          </p:nvSpPr>
          <p:spPr>
            <a:xfrm>
              <a:off x="10727742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Instagram</a:t>
              </a: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986B98C3-919B-BDD1-F9DC-B45A0194BE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8804" y="1249920"/>
            <a:ext cx="168950" cy="1689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E701959-A8C9-3E42-7EAF-0DAB5465BC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63692" y="1249920"/>
            <a:ext cx="168950" cy="1689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1DC0B7-E64D-2CEA-71BE-35238FC09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382805" y="1249920"/>
            <a:ext cx="168950" cy="16895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9745B26-0EF4-6B08-E743-836AD8408A6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001918" y="1249920"/>
            <a:ext cx="168950" cy="1689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A162AF4-9E6D-9B25-48D8-B6F311E010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44579" y="1249920"/>
            <a:ext cx="168950" cy="1689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942E0B9-6125-6A0C-3E7C-3D58B9C7A65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5466" y="1249920"/>
            <a:ext cx="168950" cy="1689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FADFA26-FEA3-24DB-B4AC-869F1FF2385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06353" y="1249920"/>
            <a:ext cx="168950" cy="1689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6EAE21F-B67D-9E8D-06BD-807897E1CAA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8127" y="1249920"/>
            <a:ext cx="168950" cy="1689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59A2BF7-C94C-CB54-4BEC-90C5511EFA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0788" y="1249920"/>
            <a:ext cx="168950" cy="1689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C9460B2-443F-3250-BCFE-7874CFE7D90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29901" y="1249920"/>
            <a:ext cx="168950" cy="16895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D0F456-FABF-D02D-A2A1-2CBECC39AC2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91675" y="1249920"/>
            <a:ext cx="168950" cy="1689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DF2F23-5024-F19B-87A4-9334A0766A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49014" y="1249920"/>
            <a:ext cx="168950" cy="1689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23434F-1928-6BA7-22A9-112A5519958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87240" y="1249920"/>
            <a:ext cx="168950" cy="1689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AF4F7D9-E720-53BF-3266-DABD54D97C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53449" y="1249920"/>
            <a:ext cx="168950" cy="1689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54D3BEC-CEA5-29EF-FCF7-C5DC02C38A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15223" y="1249920"/>
            <a:ext cx="168950" cy="1689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4C97733-F879-4764-BF5B-7CAD899B5B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72562" y="1249920"/>
            <a:ext cx="168950" cy="1689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A7DB342-689C-82ED-5E0F-26F186A77BF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34336" y="1249920"/>
            <a:ext cx="168950" cy="16895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C08F52D-88D6-C355-F730-70245369BEB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096110" y="1249920"/>
            <a:ext cx="168950" cy="16895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8BE60D9-2910-5BBF-7E79-799A0B8CEB1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476997" y="1249920"/>
            <a:ext cx="168950" cy="1689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84B2C20-C52F-E50B-9E32-045FFE1F425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8781" y="1249920"/>
            <a:ext cx="168950" cy="1689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7E887BB6-0C7E-194C-3E91-0D36A22E30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57884" y="1249920"/>
            <a:ext cx="168950" cy="16895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88401ED-BDB0-81DA-804F-56FAB6AB6BE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240144" y="1680063"/>
            <a:ext cx="168950" cy="16895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D5C6BD9-4A64-FB5D-2A07-8512DF5B2A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618804" y="1680063"/>
            <a:ext cx="168950" cy="16895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490559A-FCB9-1E43-EC79-6D0ED4551E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761801" y="1680063"/>
            <a:ext cx="168950" cy="1689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402361C-AB3B-5F9B-1185-9AD9A266A5F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80802" y="1680063"/>
            <a:ext cx="168950" cy="1689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26CD72E-5236-7C0C-F066-024A6C1ABFD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999803" y="1680063"/>
            <a:ext cx="168950" cy="16895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17DE29C-5B50-FA17-7101-208681AA29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142800" y="1680063"/>
            <a:ext cx="168950" cy="1689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2783252-4B07-848D-509E-C2A661ED553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523799" y="1680063"/>
            <a:ext cx="168950" cy="1689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9FFFC669-AD99-2298-3A40-5A246B30C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904798" y="1680063"/>
            <a:ext cx="168950" cy="1689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AE2F8F4-D65B-955D-FB0E-B3E4264A00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666796" y="1680063"/>
            <a:ext cx="168950" cy="1689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36BE42F-B92A-E895-081B-AB23030033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809793" y="1680063"/>
            <a:ext cx="168950" cy="16895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539AC51-D127-AB6D-8404-5A1EA75882F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428794" y="1680063"/>
            <a:ext cx="168950" cy="16895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00C144A5-4B80-B1C6-28FD-F1634A4FBF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190792" y="1680063"/>
            <a:ext cx="168950" cy="16895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EDAA531-D1F0-66E7-F9A6-540D1A581E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047795" y="1680063"/>
            <a:ext cx="168950" cy="16895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217E274-00B1-C77F-CCB7-119428BB4F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285797" y="1680063"/>
            <a:ext cx="168950" cy="16895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859E727-28FE-49F6-3141-29E119B529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571791" y="1680063"/>
            <a:ext cx="168950" cy="16895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3FE5D4C-1E35-FF27-DF70-3CE18DF2A9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714788" y="1680063"/>
            <a:ext cx="168950" cy="16895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5830AEB-5816-D710-A11F-861B7A122B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333789" y="1680063"/>
            <a:ext cx="168950" cy="1689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E96BCC4-AECC-3035-4CB9-90F236F536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095787" y="1680063"/>
            <a:ext cx="168950" cy="16895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3744FE5-4FD7-61ED-6FC1-BB996054D7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76786" y="1680063"/>
            <a:ext cx="168950" cy="16895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5EE226B-275F-38E8-3E3F-A019C4E6A3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1238781" y="1680063"/>
            <a:ext cx="168950" cy="16895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E5B012E-8BE2-83EC-DD93-81B1BA91FA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0857785" y="1680063"/>
            <a:ext cx="168950" cy="16895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9376B2A-E175-190D-9064-EEE403318AE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240144" y="2110206"/>
            <a:ext cx="168950" cy="16895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BDCB08E-032D-6576-9B2B-1D0A869C21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618804" y="2110206"/>
            <a:ext cx="168950" cy="1689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C76B8F22-B0CF-39CA-955E-CCEA6CF66F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761801" y="2110206"/>
            <a:ext cx="168950" cy="16895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0EF26CF-7704-7AB3-683E-9D8A0C2404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380802" y="2110206"/>
            <a:ext cx="168950" cy="16895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D32F9656-8891-32E7-1DDC-BF0AF81294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999803" y="2110206"/>
            <a:ext cx="168950" cy="16895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887D1500-D465-A4AE-806D-50F95B240A3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5142800" y="2110206"/>
            <a:ext cx="168950" cy="16895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F72FCC43-9953-D4EF-4A9C-ACA55AD7C8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523799" y="2110206"/>
            <a:ext cx="168950" cy="16895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5598866E-888A-2AC0-AB5C-A38D173E792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904798" y="2110206"/>
            <a:ext cx="168950" cy="16895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435556DC-F086-C337-D8BE-84A1997BF1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6666796" y="2110206"/>
            <a:ext cx="168950" cy="16895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A154B09-9A1D-D56C-2984-30C4B520D74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809793" y="2110206"/>
            <a:ext cx="168950" cy="16895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1B77EC64-641C-FC00-3993-2FC0ABDE038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7047795" y="2110206"/>
            <a:ext cx="168950" cy="16895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4EC44B6-8E36-FFA0-94BF-0C9B5F53117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190792" y="2110206"/>
            <a:ext cx="168950" cy="16895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36C1C157-8D07-D4AE-7E42-777D882B2A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285797" y="2110206"/>
            <a:ext cx="168950" cy="16895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9375E4CF-44E2-1914-ACEE-E2A6CA4CCD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952790" y="2110206"/>
            <a:ext cx="168950" cy="16895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04985FA4-A4EB-C50A-E738-37FE32F817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9714788" y="2110206"/>
            <a:ext cx="168950" cy="16895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88386523-C115-0ACB-A1A0-C1907BA679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8571791" y="2110206"/>
            <a:ext cx="168950" cy="16895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76D323EF-5945-48EF-671C-2CC4D8D8992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333789" y="2110206"/>
            <a:ext cx="168950" cy="168950"/>
          </a:xfrm>
          <a:prstGeom prst="rect">
            <a:avLst/>
          </a:prstGeom>
        </p:spPr>
      </p:pic>
      <p:pic>
        <p:nvPicPr>
          <p:cNvPr id="1794" name="Graphic 1793">
            <a:extLst>
              <a:ext uri="{FF2B5EF4-FFF2-40B4-BE49-F238E27FC236}">
                <a16:creationId xmlns:a16="http://schemas.microsoft.com/office/drawing/2014/main" id="{097C80B2-84E2-AD21-A055-3C906DE7F4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095787" y="2110206"/>
            <a:ext cx="168950" cy="168950"/>
          </a:xfrm>
          <a:prstGeom prst="rect">
            <a:avLst/>
          </a:prstGeom>
        </p:spPr>
      </p:pic>
      <p:pic>
        <p:nvPicPr>
          <p:cNvPr id="1792" name="Graphic 1791">
            <a:extLst>
              <a:ext uri="{FF2B5EF4-FFF2-40B4-BE49-F238E27FC236}">
                <a16:creationId xmlns:a16="http://schemas.microsoft.com/office/drawing/2014/main" id="{6F690784-55BD-E3AC-6C35-2286ECA3BA2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0476786" y="2110206"/>
            <a:ext cx="168950" cy="168950"/>
          </a:xfrm>
          <a:prstGeom prst="rect">
            <a:avLst/>
          </a:prstGeom>
        </p:spPr>
      </p:pic>
      <p:pic>
        <p:nvPicPr>
          <p:cNvPr id="1795" name="Graphic 1794">
            <a:extLst>
              <a:ext uri="{FF2B5EF4-FFF2-40B4-BE49-F238E27FC236}">
                <a16:creationId xmlns:a16="http://schemas.microsoft.com/office/drawing/2014/main" id="{B1F890F2-A245-2097-A988-C0E7FFEE812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1238781" y="2110206"/>
            <a:ext cx="168950" cy="168950"/>
          </a:xfrm>
          <a:prstGeom prst="rect">
            <a:avLst/>
          </a:prstGeom>
        </p:spPr>
      </p:pic>
      <p:pic>
        <p:nvPicPr>
          <p:cNvPr id="1793" name="Graphic 1792">
            <a:extLst>
              <a:ext uri="{FF2B5EF4-FFF2-40B4-BE49-F238E27FC236}">
                <a16:creationId xmlns:a16="http://schemas.microsoft.com/office/drawing/2014/main" id="{53CAFB13-93F3-A83F-9BD8-332A9B117B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0857785" y="2110206"/>
            <a:ext cx="168950" cy="168950"/>
          </a:xfrm>
          <a:prstGeom prst="rect">
            <a:avLst/>
          </a:prstGeom>
        </p:spPr>
      </p:pic>
      <p:pic>
        <p:nvPicPr>
          <p:cNvPr id="1796" name="Graphic 1795">
            <a:extLst>
              <a:ext uri="{FF2B5EF4-FFF2-40B4-BE49-F238E27FC236}">
                <a16:creationId xmlns:a16="http://schemas.microsoft.com/office/drawing/2014/main" id="{6C6B978D-CD59-5457-FBE3-1C7A17DF16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240144" y="2540349"/>
            <a:ext cx="168950" cy="168950"/>
          </a:xfrm>
          <a:prstGeom prst="rect">
            <a:avLst/>
          </a:prstGeom>
        </p:spPr>
      </p:pic>
      <p:pic>
        <p:nvPicPr>
          <p:cNvPr id="1797" name="Graphic 1796">
            <a:extLst>
              <a:ext uri="{FF2B5EF4-FFF2-40B4-BE49-F238E27FC236}">
                <a16:creationId xmlns:a16="http://schemas.microsoft.com/office/drawing/2014/main" id="{0E01028C-71BC-3C11-6FAB-D55206F9FCC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3618804" y="2540349"/>
            <a:ext cx="168950" cy="168950"/>
          </a:xfrm>
          <a:prstGeom prst="rect">
            <a:avLst/>
          </a:prstGeom>
        </p:spPr>
      </p:pic>
      <p:pic>
        <p:nvPicPr>
          <p:cNvPr id="1825" name="Graphic 1824">
            <a:extLst>
              <a:ext uri="{FF2B5EF4-FFF2-40B4-BE49-F238E27FC236}">
                <a16:creationId xmlns:a16="http://schemas.microsoft.com/office/drawing/2014/main" id="{29376CC4-699C-1184-28D4-3199DC3299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4761801" y="2540349"/>
            <a:ext cx="168950" cy="168950"/>
          </a:xfrm>
          <a:prstGeom prst="rect">
            <a:avLst/>
          </a:prstGeom>
        </p:spPr>
      </p:pic>
      <p:pic>
        <p:nvPicPr>
          <p:cNvPr id="1824" name="Graphic 1823">
            <a:extLst>
              <a:ext uri="{FF2B5EF4-FFF2-40B4-BE49-F238E27FC236}">
                <a16:creationId xmlns:a16="http://schemas.microsoft.com/office/drawing/2014/main" id="{063A17CA-DD61-8B6E-5331-07C0671515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4380802" y="2540349"/>
            <a:ext cx="168950" cy="168950"/>
          </a:xfrm>
          <a:prstGeom prst="rect">
            <a:avLst/>
          </a:prstGeom>
        </p:spPr>
      </p:pic>
      <p:pic>
        <p:nvPicPr>
          <p:cNvPr id="1823" name="Graphic 1822">
            <a:extLst>
              <a:ext uri="{FF2B5EF4-FFF2-40B4-BE49-F238E27FC236}">
                <a16:creationId xmlns:a16="http://schemas.microsoft.com/office/drawing/2014/main" id="{7B7AFF89-A889-27C1-10D5-D0BCD37E61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999803" y="2540349"/>
            <a:ext cx="168950" cy="168950"/>
          </a:xfrm>
          <a:prstGeom prst="rect">
            <a:avLst/>
          </a:prstGeom>
        </p:spPr>
      </p:pic>
      <p:pic>
        <p:nvPicPr>
          <p:cNvPr id="1826" name="Graphic 1825">
            <a:extLst>
              <a:ext uri="{FF2B5EF4-FFF2-40B4-BE49-F238E27FC236}">
                <a16:creationId xmlns:a16="http://schemas.microsoft.com/office/drawing/2014/main" id="{4B3E96C6-9813-32E6-A790-50DA04889A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142800" y="2540349"/>
            <a:ext cx="168950" cy="168950"/>
          </a:xfrm>
          <a:prstGeom prst="rect">
            <a:avLst/>
          </a:prstGeom>
        </p:spPr>
      </p:pic>
      <p:pic>
        <p:nvPicPr>
          <p:cNvPr id="1798" name="Graphic 1797">
            <a:extLst>
              <a:ext uri="{FF2B5EF4-FFF2-40B4-BE49-F238E27FC236}">
                <a16:creationId xmlns:a16="http://schemas.microsoft.com/office/drawing/2014/main" id="{3A8A6873-3C24-6303-3D74-E81F8628B8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523799" y="2540349"/>
            <a:ext cx="168950" cy="168950"/>
          </a:xfrm>
          <a:prstGeom prst="rect">
            <a:avLst/>
          </a:prstGeom>
        </p:spPr>
      </p:pic>
      <p:pic>
        <p:nvPicPr>
          <p:cNvPr id="1800" name="Graphic 1799">
            <a:extLst>
              <a:ext uri="{FF2B5EF4-FFF2-40B4-BE49-F238E27FC236}">
                <a16:creationId xmlns:a16="http://schemas.microsoft.com/office/drawing/2014/main" id="{BD488E8B-184D-88C8-AC54-DDD71511A1E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5904798" y="2540349"/>
            <a:ext cx="168950" cy="168950"/>
          </a:xfrm>
          <a:prstGeom prst="rect">
            <a:avLst/>
          </a:prstGeom>
        </p:spPr>
      </p:pic>
      <p:pic>
        <p:nvPicPr>
          <p:cNvPr id="1801" name="Graphic 1800">
            <a:extLst>
              <a:ext uri="{FF2B5EF4-FFF2-40B4-BE49-F238E27FC236}">
                <a16:creationId xmlns:a16="http://schemas.microsoft.com/office/drawing/2014/main" id="{6E184871-A8DE-3F33-86C2-0F70C8AEEE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666796" y="2540349"/>
            <a:ext cx="168950" cy="168950"/>
          </a:xfrm>
          <a:prstGeom prst="rect">
            <a:avLst/>
          </a:prstGeom>
        </p:spPr>
      </p:pic>
      <p:pic>
        <p:nvPicPr>
          <p:cNvPr id="1803" name="Graphic 1802">
            <a:extLst>
              <a:ext uri="{FF2B5EF4-FFF2-40B4-BE49-F238E27FC236}">
                <a16:creationId xmlns:a16="http://schemas.microsoft.com/office/drawing/2014/main" id="{68C6C96D-EA7F-446A-6145-75DF064EE7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7809793" y="2540349"/>
            <a:ext cx="168950" cy="168950"/>
          </a:xfrm>
          <a:prstGeom prst="rect">
            <a:avLst/>
          </a:prstGeom>
        </p:spPr>
      </p:pic>
      <p:pic>
        <p:nvPicPr>
          <p:cNvPr id="1817" name="Graphic 1816">
            <a:extLst>
              <a:ext uri="{FF2B5EF4-FFF2-40B4-BE49-F238E27FC236}">
                <a16:creationId xmlns:a16="http://schemas.microsoft.com/office/drawing/2014/main" id="{08B3AD21-4487-79A7-FCE8-8F394162A8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9714785" y="2540349"/>
            <a:ext cx="168950" cy="168950"/>
          </a:xfrm>
          <a:prstGeom prst="rect">
            <a:avLst/>
          </a:prstGeom>
        </p:spPr>
      </p:pic>
      <p:pic>
        <p:nvPicPr>
          <p:cNvPr id="1804" name="Graphic 1803">
            <a:extLst>
              <a:ext uri="{FF2B5EF4-FFF2-40B4-BE49-F238E27FC236}">
                <a16:creationId xmlns:a16="http://schemas.microsoft.com/office/drawing/2014/main" id="{9B4DB2AD-6050-7C30-455D-ED8C55E00A8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8190792" y="2540349"/>
            <a:ext cx="168950" cy="168950"/>
          </a:xfrm>
          <a:prstGeom prst="rect">
            <a:avLst/>
          </a:prstGeom>
        </p:spPr>
      </p:pic>
      <p:pic>
        <p:nvPicPr>
          <p:cNvPr id="1802" name="Graphic 1801">
            <a:extLst>
              <a:ext uri="{FF2B5EF4-FFF2-40B4-BE49-F238E27FC236}">
                <a16:creationId xmlns:a16="http://schemas.microsoft.com/office/drawing/2014/main" id="{B6AE7262-61C8-54ED-3744-D9F5EE9C99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7047795" y="2540349"/>
            <a:ext cx="168950" cy="168950"/>
          </a:xfrm>
          <a:prstGeom prst="rect">
            <a:avLst/>
          </a:prstGeom>
        </p:spPr>
      </p:pic>
      <p:pic>
        <p:nvPicPr>
          <p:cNvPr id="1799" name="Graphic 1798">
            <a:extLst>
              <a:ext uri="{FF2B5EF4-FFF2-40B4-BE49-F238E27FC236}">
                <a16:creationId xmlns:a16="http://schemas.microsoft.com/office/drawing/2014/main" id="{5C517522-B284-9CAC-25AA-37F44E14A27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6285797" y="2540349"/>
            <a:ext cx="168950" cy="168950"/>
          </a:xfrm>
          <a:prstGeom prst="rect">
            <a:avLst/>
          </a:prstGeom>
        </p:spPr>
      </p:pic>
      <p:pic>
        <p:nvPicPr>
          <p:cNvPr id="1815" name="Graphic 1814">
            <a:extLst>
              <a:ext uri="{FF2B5EF4-FFF2-40B4-BE49-F238E27FC236}">
                <a16:creationId xmlns:a16="http://schemas.microsoft.com/office/drawing/2014/main" id="{D3B0290E-637D-1FF7-B039-70F63876A4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8952790" y="2540349"/>
            <a:ext cx="168950" cy="168950"/>
          </a:xfrm>
          <a:prstGeom prst="rect">
            <a:avLst/>
          </a:prstGeom>
        </p:spPr>
      </p:pic>
      <p:pic>
        <p:nvPicPr>
          <p:cNvPr id="1805" name="Graphic 1804">
            <a:extLst>
              <a:ext uri="{FF2B5EF4-FFF2-40B4-BE49-F238E27FC236}">
                <a16:creationId xmlns:a16="http://schemas.microsoft.com/office/drawing/2014/main" id="{9200B7CF-107F-6D6A-FC14-738F6F030EB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8571791" y="2540349"/>
            <a:ext cx="168950" cy="168950"/>
          </a:xfrm>
          <a:prstGeom prst="rect">
            <a:avLst/>
          </a:prstGeom>
        </p:spPr>
      </p:pic>
      <p:pic>
        <p:nvPicPr>
          <p:cNvPr id="1816" name="Graphic 1815">
            <a:extLst>
              <a:ext uri="{FF2B5EF4-FFF2-40B4-BE49-F238E27FC236}">
                <a16:creationId xmlns:a16="http://schemas.microsoft.com/office/drawing/2014/main" id="{4CBB6DA4-4FE0-D86C-5911-0A2F6563925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9333789" y="2540349"/>
            <a:ext cx="168950" cy="168950"/>
          </a:xfrm>
          <a:prstGeom prst="rect">
            <a:avLst/>
          </a:prstGeom>
        </p:spPr>
      </p:pic>
      <p:pic>
        <p:nvPicPr>
          <p:cNvPr id="1818" name="Graphic 1817">
            <a:extLst>
              <a:ext uri="{FF2B5EF4-FFF2-40B4-BE49-F238E27FC236}">
                <a16:creationId xmlns:a16="http://schemas.microsoft.com/office/drawing/2014/main" id="{496681EF-6146-4C31-4B2D-B65EBA84BA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10095787" y="2540349"/>
            <a:ext cx="168950" cy="168950"/>
          </a:xfrm>
          <a:prstGeom prst="rect">
            <a:avLst/>
          </a:prstGeom>
        </p:spPr>
      </p:pic>
      <p:pic>
        <p:nvPicPr>
          <p:cNvPr id="1819" name="Graphic 1818">
            <a:extLst>
              <a:ext uri="{FF2B5EF4-FFF2-40B4-BE49-F238E27FC236}">
                <a16:creationId xmlns:a16="http://schemas.microsoft.com/office/drawing/2014/main" id="{9A353F1C-15F3-6CFF-5A44-07FADCCA4C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0476786" y="2540349"/>
            <a:ext cx="168950" cy="168950"/>
          </a:xfrm>
          <a:prstGeom prst="rect">
            <a:avLst/>
          </a:prstGeom>
        </p:spPr>
      </p:pic>
      <p:pic>
        <p:nvPicPr>
          <p:cNvPr id="1822" name="Graphic 1821">
            <a:extLst>
              <a:ext uri="{FF2B5EF4-FFF2-40B4-BE49-F238E27FC236}">
                <a16:creationId xmlns:a16="http://schemas.microsoft.com/office/drawing/2014/main" id="{005BDB46-25E2-A71E-EFD3-8BB9D76A47D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1238781" y="2540349"/>
            <a:ext cx="168950" cy="168950"/>
          </a:xfrm>
          <a:prstGeom prst="rect">
            <a:avLst/>
          </a:prstGeom>
        </p:spPr>
      </p:pic>
      <p:pic>
        <p:nvPicPr>
          <p:cNvPr id="1821" name="Graphic 1820">
            <a:extLst>
              <a:ext uri="{FF2B5EF4-FFF2-40B4-BE49-F238E27FC236}">
                <a16:creationId xmlns:a16="http://schemas.microsoft.com/office/drawing/2014/main" id="{32E148D0-7F12-7665-8299-17B6B5657F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10857785" y="2540349"/>
            <a:ext cx="168950" cy="168950"/>
          </a:xfrm>
          <a:prstGeom prst="rect">
            <a:avLst/>
          </a:prstGeom>
        </p:spPr>
      </p:pic>
      <p:pic>
        <p:nvPicPr>
          <p:cNvPr id="1827" name="Graphic 1826">
            <a:extLst>
              <a:ext uri="{FF2B5EF4-FFF2-40B4-BE49-F238E27FC236}">
                <a16:creationId xmlns:a16="http://schemas.microsoft.com/office/drawing/2014/main" id="{61A4C3BB-553E-8436-4238-F3B0072B1A1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3240144" y="2970492"/>
            <a:ext cx="168950" cy="168950"/>
          </a:xfrm>
          <a:prstGeom prst="rect">
            <a:avLst/>
          </a:prstGeom>
        </p:spPr>
      </p:pic>
      <p:pic>
        <p:nvPicPr>
          <p:cNvPr id="1829" name="Graphic 1828">
            <a:extLst>
              <a:ext uri="{FF2B5EF4-FFF2-40B4-BE49-F238E27FC236}">
                <a16:creationId xmlns:a16="http://schemas.microsoft.com/office/drawing/2014/main" id="{788B1282-B6EB-35E3-8BC2-7DF6F4FDC3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3618804" y="2970492"/>
            <a:ext cx="168950" cy="168950"/>
          </a:xfrm>
          <a:prstGeom prst="rect">
            <a:avLst/>
          </a:prstGeom>
        </p:spPr>
      </p:pic>
      <p:pic>
        <p:nvPicPr>
          <p:cNvPr id="1832" name="Graphic 1831">
            <a:extLst>
              <a:ext uri="{FF2B5EF4-FFF2-40B4-BE49-F238E27FC236}">
                <a16:creationId xmlns:a16="http://schemas.microsoft.com/office/drawing/2014/main" id="{AA3BBA45-0B26-59C8-9E78-88CF767F8C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4380802" y="2970492"/>
            <a:ext cx="168950" cy="168950"/>
          </a:xfrm>
          <a:prstGeom prst="rect">
            <a:avLst/>
          </a:prstGeom>
        </p:spPr>
      </p:pic>
      <p:pic>
        <p:nvPicPr>
          <p:cNvPr id="1828" name="Graphic 1827">
            <a:extLst>
              <a:ext uri="{FF2B5EF4-FFF2-40B4-BE49-F238E27FC236}">
                <a16:creationId xmlns:a16="http://schemas.microsoft.com/office/drawing/2014/main" id="{D336A4A9-8BB4-423D-8229-B640DD31A7E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3999803" y="2970492"/>
            <a:ext cx="168950" cy="168950"/>
          </a:xfrm>
          <a:prstGeom prst="rect">
            <a:avLst/>
          </a:prstGeom>
        </p:spPr>
      </p:pic>
      <p:pic>
        <p:nvPicPr>
          <p:cNvPr id="1830" name="Graphic 1829">
            <a:extLst>
              <a:ext uri="{FF2B5EF4-FFF2-40B4-BE49-F238E27FC236}">
                <a16:creationId xmlns:a16="http://schemas.microsoft.com/office/drawing/2014/main" id="{722C008D-0D1F-118D-424D-96BDB04FC4A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761801" y="2970492"/>
            <a:ext cx="168950" cy="168950"/>
          </a:xfrm>
          <a:prstGeom prst="rect">
            <a:avLst/>
          </a:prstGeom>
        </p:spPr>
      </p:pic>
      <p:pic>
        <p:nvPicPr>
          <p:cNvPr id="1835" name="Graphic 1834">
            <a:extLst>
              <a:ext uri="{FF2B5EF4-FFF2-40B4-BE49-F238E27FC236}">
                <a16:creationId xmlns:a16="http://schemas.microsoft.com/office/drawing/2014/main" id="{B7B75652-AF21-CF28-663A-11F23E9E490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5523799" y="2970492"/>
            <a:ext cx="168950" cy="168950"/>
          </a:xfrm>
          <a:prstGeom prst="rect">
            <a:avLst/>
          </a:prstGeom>
        </p:spPr>
      </p:pic>
      <p:pic>
        <p:nvPicPr>
          <p:cNvPr id="1834" name="Graphic 1833">
            <a:extLst>
              <a:ext uri="{FF2B5EF4-FFF2-40B4-BE49-F238E27FC236}">
                <a16:creationId xmlns:a16="http://schemas.microsoft.com/office/drawing/2014/main" id="{149D6314-F255-B62B-0BA0-8AD9A903261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5904798" y="2970492"/>
            <a:ext cx="168950" cy="168950"/>
          </a:xfrm>
          <a:prstGeom prst="rect">
            <a:avLst/>
          </a:prstGeom>
        </p:spPr>
      </p:pic>
      <p:pic>
        <p:nvPicPr>
          <p:cNvPr id="1836" name="Graphic 1835">
            <a:extLst>
              <a:ext uri="{FF2B5EF4-FFF2-40B4-BE49-F238E27FC236}">
                <a16:creationId xmlns:a16="http://schemas.microsoft.com/office/drawing/2014/main" id="{84A7DEDA-4376-8826-CAD6-48D0082E1B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6666796" y="2970492"/>
            <a:ext cx="168950" cy="168950"/>
          </a:xfrm>
          <a:prstGeom prst="rect">
            <a:avLst/>
          </a:prstGeom>
        </p:spPr>
      </p:pic>
      <p:pic>
        <p:nvPicPr>
          <p:cNvPr id="1839" name="Graphic 1838">
            <a:extLst>
              <a:ext uri="{FF2B5EF4-FFF2-40B4-BE49-F238E27FC236}">
                <a16:creationId xmlns:a16="http://schemas.microsoft.com/office/drawing/2014/main" id="{4AA1D702-E348-6E28-A760-37548F7E542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7809793" y="2970492"/>
            <a:ext cx="168950" cy="168950"/>
          </a:xfrm>
          <a:prstGeom prst="rect">
            <a:avLst/>
          </a:prstGeom>
        </p:spPr>
      </p:pic>
      <p:pic>
        <p:nvPicPr>
          <p:cNvPr id="1838" name="Graphic 1837">
            <a:extLst>
              <a:ext uri="{FF2B5EF4-FFF2-40B4-BE49-F238E27FC236}">
                <a16:creationId xmlns:a16="http://schemas.microsoft.com/office/drawing/2014/main" id="{3E4435D4-E084-0A26-23B8-6288541250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7428794" y="2970492"/>
            <a:ext cx="168950" cy="168950"/>
          </a:xfrm>
          <a:prstGeom prst="rect">
            <a:avLst/>
          </a:prstGeom>
        </p:spPr>
      </p:pic>
      <p:pic>
        <p:nvPicPr>
          <p:cNvPr id="1840" name="Graphic 1839">
            <a:extLst>
              <a:ext uri="{FF2B5EF4-FFF2-40B4-BE49-F238E27FC236}">
                <a16:creationId xmlns:a16="http://schemas.microsoft.com/office/drawing/2014/main" id="{95C846F9-D84A-E3FE-D21B-96F10F404AD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8190792" y="2970492"/>
            <a:ext cx="168950" cy="168950"/>
          </a:xfrm>
          <a:prstGeom prst="rect">
            <a:avLst/>
          </a:prstGeom>
        </p:spPr>
      </p:pic>
      <p:pic>
        <p:nvPicPr>
          <p:cNvPr id="1837" name="Graphic 1836">
            <a:extLst>
              <a:ext uri="{FF2B5EF4-FFF2-40B4-BE49-F238E27FC236}">
                <a16:creationId xmlns:a16="http://schemas.microsoft.com/office/drawing/2014/main" id="{6666DAED-3C11-276F-D600-057E71ACFCF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7047795" y="2970492"/>
            <a:ext cx="168950" cy="168950"/>
          </a:xfrm>
          <a:prstGeom prst="rect">
            <a:avLst/>
          </a:prstGeom>
        </p:spPr>
      </p:pic>
      <p:pic>
        <p:nvPicPr>
          <p:cNvPr id="1833" name="Graphic 1832">
            <a:extLst>
              <a:ext uri="{FF2B5EF4-FFF2-40B4-BE49-F238E27FC236}">
                <a16:creationId xmlns:a16="http://schemas.microsoft.com/office/drawing/2014/main" id="{FDF2C6FB-57D5-2EAD-1D3A-E66DD880B0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6285797" y="2970492"/>
            <a:ext cx="168950" cy="168950"/>
          </a:xfrm>
          <a:prstGeom prst="rect">
            <a:avLst/>
          </a:prstGeom>
        </p:spPr>
      </p:pic>
      <p:pic>
        <p:nvPicPr>
          <p:cNvPr id="1843" name="Graphic 1842">
            <a:extLst>
              <a:ext uri="{FF2B5EF4-FFF2-40B4-BE49-F238E27FC236}">
                <a16:creationId xmlns:a16="http://schemas.microsoft.com/office/drawing/2014/main" id="{E528D79C-B039-1431-7ECA-39D33B6AB5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8952790" y="2970492"/>
            <a:ext cx="168950" cy="168950"/>
          </a:xfrm>
          <a:prstGeom prst="rect">
            <a:avLst/>
          </a:prstGeom>
        </p:spPr>
      </p:pic>
      <p:pic>
        <p:nvPicPr>
          <p:cNvPr id="1845" name="Graphic 1844">
            <a:extLst>
              <a:ext uri="{FF2B5EF4-FFF2-40B4-BE49-F238E27FC236}">
                <a16:creationId xmlns:a16="http://schemas.microsoft.com/office/drawing/2014/main" id="{26604FED-CD82-1BCF-ABFF-40C5FBD264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9714788" y="2970492"/>
            <a:ext cx="168950" cy="168950"/>
          </a:xfrm>
          <a:prstGeom prst="rect">
            <a:avLst/>
          </a:prstGeom>
        </p:spPr>
      </p:pic>
      <p:pic>
        <p:nvPicPr>
          <p:cNvPr id="1841" name="Graphic 1840">
            <a:extLst>
              <a:ext uri="{FF2B5EF4-FFF2-40B4-BE49-F238E27FC236}">
                <a16:creationId xmlns:a16="http://schemas.microsoft.com/office/drawing/2014/main" id="{432F9C91-5143-7313-DEB6-284EE4BB1E0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8571791" y="2970492"/>
            <a:ext cx="168950" cy="168950"/>
          </a:xfrm>
          <a:prstGeom prst="rect">
            <a:avLst/>
          </a:prstGeom>
        </p:spPr>
      </p:pic>
      <p:pic>
        <p:nvPicPr>
          <p:cNvPr id="1842" name="Graphic 1841">
            <a:extLst>
              <a:ext uri="{FF2B5EF4-FFF2-40B4-BE49-F238E27FC236}">
                <a16:creationId xmlns:a16="http://schemas.microsoft.com/office/drawing/2014/main" id="{B1534BF8-F524-A243-40B2-36ABD996EA2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9333789" y="2970492"/>
            <a:ext cx="168950" cy="168950"/>
          </a:xfrm>
          <a:prstGeom prst="rect">
            <a:avLst/>
          </a:prstGeom>
        </p:spPr>
      </p:pic>
      <p:pic>
        <p:nvPicPr>
          <p:cNvPr id="1844" name="Graphic 1843">
            <a:extLst>
              <a:ext uri="{FF2B5EF4-FFF2-40B4-BE49-F238E27FC236}">
                <a16:creationId xmlns:a16="http://schemas.microsoft.com/office/drawing/2014/main" id="{B9EE7F82-7FCA-BA50-505F-3A42A3DB023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10095787" y="2970492"/>
            <a:ext cx="168950" cy="168950"/>
          </a:xfrm>
          <a:prstGeom prst="rect">
            <a:avLst/>
          </a:prstGeom>
        </p:spPr>
      </p:pic>
      <p:pic>
        <p:nvPicPr>
          <p:cNvPr id="1846" name="Graphic 1845">
            <a:extLst>
              <a:ext uri="{FF2B5EF4-FFF2-40B4-BE49-F238E27FC236}">
                <a16:creationId xmlns:a16="http://schemas.microsoft.com/office/drawing/2014/main" id="{70B360A1-8893-57C8-BFE2-48E9A7A933C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0476786" y="2970492"/>
            <a:ext cx="168950" cy="168950"/>
          </a:xfrm>
          <a:prstGeom prst="rect">
            <a:avLst/>
          </a:prstGeom>
        </p:spPr>
      </p:pic>
      <p:pic>
        <p:nvPicPr>
          <p:cNvPr id="1849" name="Graphic 1848">
            <a:extLst>
              <a:ext uri="{FF2B5EF4-FFF2-40B4-BE49-F238E27FC236}">
                <a16:creationId xmlns:a16="http://schemas.microsoft.com/office/drawing/2014/main" id="{073FD764-29E4-EAA1-C696-AAA8CFA3AC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11238781" y="2970492"/>
            <a:ext cx="168950" cy="168950"/>
          </a:xfrm>
          <a:prstGeom prst="rect">
            <a:avLst/>
          </a:prstGeom>
        </p:spPr>
      </p:pic>
      <p:pic>
        <p:nvPicPr>
          <p:cNvPr id="1847" name="Graphic 1846">
            <a:extLst>
              <a:ext uri="{FF2B5EF4-FFF2-40B4-BE49-F238E27FC236}">
                <a16:creationId xmlns:a16="http://schemas.microsoft.com/office/drawing/2014/main" id="{0242F82E-B7D1-7E9A-FA5F-3EAD3165D2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0857785" y="2970492"/>
            <a:ext cx="168950" cy="168950"/>
          </a:xfrm>
          <a:prstGeom prst="rect">
            <a:avLst/>
          </a:prstGeom>
        </p:spPr>
      </p:pic>
      <p:pic>
        <p:nvPicPr>
          <p:cNvPr id="1848" name="Graphic 1847">
            <a:extLst>
              <a:ext uri="{FF2B5EF4-FFF2-40B4-BE49-F238E27FC236}">
                <a16:creationId xmlns:a16="http://schemas.microsoft.com/office/drawing/2014/main" id="{67C6A050-7290-AE84-0D30-DD61161DFC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3240144" y="3400635"/>
            <a:ext cx="168950" cy="168950"/>
          </a:xfrm>
          <a:prstGeom prst="rect">
            <a:avLst/>
          </a:prstGeom>
        </p:spPr>
      </p:pic>
      <p:pic>
        <p:nvPicPr>
          <p:cNvPr id="1850" name="Graphic 1849">
            <a:extLst>
              <a:ext uri="{FF2B5EF4-FFF2-40B4-BE49-F238E27FC236}">
                <a16:creationId xmlns:a16="http://schemas.microsoft.com/office/drawing/2014/main" id="{ED79D47D-297A-85F6-BBA9-23E88EE751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3618804" y="3400635"/>
            <a:ext cx="168950" cy="168950"/>
          </a:xfrm>
          <a:prstGeom prst="rect">
            <a:avLst/>
          </a:prstGeom>
        </p:spPr>
      </p:pic>
      <p:pic>
        <p:nvPicPr>
          <p:cNvPr id="1852" name="Graphic 1851">
            <a:extLst>
              <a:ext uri="{FF2B5EF4-FFF2-40B4-BE49-F238E27FC236}">
                <a16:creationId xmlns:a16="http://schemas.microsoft.com/office/drawing/2014/main" id="{11A2E84E-42E4-FD23-5E46-252BE21FA6E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4761801" y="3400635"/>
            <a:ext cx="168950" cy="168950"/>
          </a:xfrm>
          <a:prstGeom prst="rect">
            <a:avLst/>
          </a:prstGeom>
        </p:spPr>
      </p:pic>
      <p:pic>
        <p:nvPicPr>
          <p:cNvPr id="1851" name="Graphic 1850">
            <a:extLst>
              <a:ext uri="{FF2B5EF4-FFF2-40B4-BE49-F238E27FC236}">
                <a16:creationId xmlns:a16="http://schemas.microsoft.com/office/drawing/2014/main" id="{C3484A94-C249-CA9F-6BB4-961A0EB4DA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4380802" y="3400635"/>
            <a:ext cx="168950" cy="168950"/>
          </a:xfrm>
          <a:prstGeom prst="rect">
            <a:avLst/>
          </a:prstGeom>
        </p:spPr>
      </p:pic>
      <p:pic>
        <p:nvPicPr>
          <p:cNvPr id="1379" name="Graphic 1378">
            <a:extLst>
              <a:ext uri="{FF2B5EF4-FFF2-40B4-BE49-F238E27FC236}">
                <a16:creationId xmlns:a16="http://schemas.microsoft.com/office/drawing/2014/main" id="{649D13A7-CE0E-E588-A452-7FD145D352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3999803" y="3400635"/>
            <a:ext cx="168950" cy="168950"/>
          </a:xfrm>
          <a:prstGeom prst="rect">
            <a:avLst/>
          </a:prstGeom>
        </p:spPr>
      </p:pic>
      <p:pic>
        <p:nvPicPr>
          <p:cNvPr id="1360" name="Graphic 1359">
            <a:extLst>
              <a:ext uri="{FF2B5EF4-FFF2-40B4-BE49-F238E27FC236}">
                <a16:creationId xmlns:a16="http://schemas.microsoft.com/office/drawing/2014/main" id="{30F8A9B3-8BA2-162F-FCF6-6E7800D69A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5142800" y="3400635"/>
            <a:ext cx="168950" cy="168950"/>
          </a:xfrm>
          <a:prstGeom prst="rect">
            <a:avLst/>
          </a:prstGeom>
        </p:spPr>
      </p:pic>
      <p:pic>
        <p:nvPicPr>
          <p:cNvPr id="1853" name="Graphic 1852">
            <a:extLst>
              <a:ext uri="{FF2B5EF4-FFF2-40B4-BE49-F238E27FC236}">
                <a16:creationId xmlns:a16="http://schemas.microsoft.com/office/drawing/2014/main" id="{E5EE72ED-BD3B-E47D-0B91-C709EDF019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5523799" y="3400635"/>
            <a:ext cx="168950" cy="168950"/>
          </a:xfrm>
          <a:prstGeom prst="rect">
            <a:avLst/>
          </a:prstGeom>
        </p:spPr>
      </p:pic>
      <p:pic>
        <p:nvPicPr>
          <p:cNvPr id="1854" name="Graphic 1853">
            <a:extLst>
              <a:ext uri="{FF2B5EF4-FFF2-40B4-BE49-F238E27FC236}">
                <a16:creationId xmlns:a16="http://schemas.microsoft.com/office/drawing/2014/main" id="{F2112D92-C18C-577C-6A56-6862A904F3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5904798" y="3400635"/>
            <a:ext cx="168950" cy="168950"/>
          </a:xfrm>
          <a:prstGeom prst="rect">
            <a:avLst/>
          </a:prstGeom>
        </p:spPr>
      </p:pic>
      <p:pic>
        <p:nvPicPr>
          <p:cNvPr id="1354" name="Graphic 1353">
            <a:extLst>
              <a:ext uri="{FF2B5EF4-FFF2-40B4-BE49-F238E27FC236}">
                <a16:creationId xmlns:a16="http://schemas.microsoft.com/office/drawing/2014/main" id="{25024A27-1773-87CD-E17C-218C33C61B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6666796" y="3400635"/>
            <a:ext cx="168950" cy="168950"/>
          </a:xfrm>
          <a:prstGeom prst="rect">
            <a:avLst/>
          </a:prstGeom>
        </p:spPr>
      </p:pic>
      <p:pic>
        <p:nvPicPr>
          <p:cNvPr id="1357" name="Graphic 1356">
            <a:extLst>
              <a:ext uri="{FF2B5EF4-FFF2-40B4-BE49-F238E27FC236}">
                <a16:creationId xmlns:a16="http://schemas.microsoft.com/office/drawing/2014/main" id="{98BB5728-F242-71B1-2BC3-47FC40B520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7809793" y="3400635"/>
            <a:ext cx="168950" cy="168950"/>
          </a:xfrm>
          <a:prstGeom prst="rect">
            <a:avLst/>
          </a:prstGeom>
        </p:spPr>
      </p:pic>
      <p:pic>
        <p:nvPicPr>
          <p:cNvPr id="1356" name="Graphic 1355">
            <a:extLst>
              <a:ext uri="{FF2B5EF4-FFF2-40B4-BE49-F238E27FC236}">
                <a16:creationId xmlns:a16="http://schemas.microsoft.com/office/drawing/2014/main" id="{89A40E8C-64CC-748C-A85C-24833D7A07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7428794" y="3400635"/>
            <a:ext cx="168950" cy="168950"/>
          </a:xfrm>
          <a:prstGeom prst="rect">
            <a:avLst/>
          </a:prstGeom>
        </p:spPr>
      </p:pic>
      <p:pic>
        <p:nvPicPr>
          <p:cNvPr id="1358" name="Graphic 1357">
            <a:extLst>
              <a:ext uri="{FF2B5EF4-FFF2-40B4-BE49-F238E27FC236}">
                <a16:creationId xmlns:a16="http://schemas.microsoft.com/office/drawing/2014/main" id="{DD94943C-366D-3727-420A-391C87A689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8190792" y="3400635"/>
            <a:ext cx="168950" cy="168950"/>
          </a:xfrm>
          <a:prstGeom prst="rect">
            <a:avLst/>
          </a:prstGeom>
        </p:spPr>
      </p:pic>
      <p:pic>
        <p:nvPicPr>
          <p:cNvPr id="1355" name="Graphic 1354">
            <a:extLst>
              <a:ext uri="{FF2B5EF4-FFF2-40B4-BE49-F238E27FC236}">
                <a16:creationId xmlns:a16="http://schemas.microsoft.com/office/drawing/2014/main" id="{2038273B-2753-50D5-7A24-7590FA135B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7047795" y="3400635"/>
            <a:ext cx="168950" cy="168950"/>
          </a:xfrm>
          <a:prstGeom prst="rect">
            <a:avLst/>
          </a:prstGeom>
        </p:spPr>
      </p:pic>
      <p:pic>
        <p:nvPicPr>
          <p:cNvPr id="1855" name="Graphic 1854">
            <a:extLst>
              <a:ext uri="{FF2B5EF4-FFF2-40B4-BE49-F238E27FC236}">
                <a16:creationId xmlns:a16="http://schemas.microsoft.com/office/drawing/2014/main" id="{1E2B6B8E-0227-56C5-2254-BEFCC9579A2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6285797" y="3400635"/>
            <a:ext cx="168950" cy="168950"/>
          </a:xfrm>
          <a:prstGeom prst="rect">
            <a:avLst/>
          </a:prstGeom>
        </p:spPr>
      </p:pic>
      <p:pic>
        <p:nvPicPr>
          <p:cNvPr id="1362" name="Graphic 1361">
            <a:extLst>
              <a:ext uri="{FF2B5EF4-FFF2-40B4-BE49-F238E27FC236}">
                <a16:creationId xmlns:a16="http://schemas.microsoft.com/office/drawing/2014/main" id="{B1D0D627-254F-2D81-4BD6-88FEFFD16D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8952790" y="3400635"/>
            <a:ext cx="168950" cy="168950"/>
          </a:xfrm>
          <a:prstGeom prst="rect">
            <a:avLst/>
          </a:prstGeom>
        </p:spPr>
      </p:pic>
      <p:pic>
        <p:nvPicPr>
          <p:cNvPr id="1363" name="Graphic 1362">
            <a:extLst>
              <a:ext uri="{FF2B5EF4-FFF2-40B4-BE49-F238E27FC236}">
                <a16:creationId xmlns:a16="http://schemas.microsoft.com/office/drawing/2014/main" id="{A6DA0437-C083-2F49-F52F-781F6B8F024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9714788" y="3400635"/>
            <a:ext cx="168950" cy="168950"/>
          </a:xfrm>
          <a:prstGeom prst="rect">
            <a:avLst/>
          </a:prstGeom>
        </p:spPr>
      </p:pic>
      <p:pic>
        <p:nvPicPr>
          <p:cNvPr id="1359" name="Graphic 1358">
            <a:extLst>
              <a:ext uri="{FF2B5EF4-FFF2-40B4-BE49-F238E27FC236}">
                <a16:creationId xmlns:a16="http://schemas.microsoft.com/office/drawing/2014/main" id="{485F2B72-C9D1-0A79-7163-16A632AD43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8571791" y="3400635"/>
            <a:ext cx="168950" cy="168950"/>
          </a:xfrm>
          <a:prstGeom prst="rect">
            <a:avLst/>
          </a:prstGeom>
        </p:spPr>
      </p:pic>
      <p:pic>
        <p:nvPicPr>
          <p:cNvPr id="1361" name="Graphic 1360">
            <a:extLst>
              <a:ext uri="{FF2B5EF4-FFF2-40B4-BE49-F238E27FC236}">
                <a16:creationId xmlns:a16="http://schemas.microsoft.com/office/drawing/2014/main" id="{9E1538B0-BBE0-F946-396F-4622D7DEFF0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9333789" y="3400635"/>
            <a:ext cx="168950" cy="168950"/>
          </a:xfrm>
          <a:prstGeom prst="rect">
            <a:avLst/>
          </a:prstGeom>
        </p:spPr>
      </p:pic>
      <p:pic>
        <p:nvPicPr>
          <p:cNvPr id="1364" name="Graphic 1363">
            <a:extLst>
              <a:ext uri="{FF2B5EF4-FFF2-40B4-BE49-F238E27FC236}">
                <a16:creationId xmlns:a16="http://schemas.microsoft.com/office/drawing/2014/main" id="{0E2E1269-7BCC-C6CB-DBDC-8ADB984115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10095787" y="3400635"/>
            <a:ext cx="168950" cy="168950"/>
          </a:xfrm>
          <a:prstGeom prst="rect">
            <a:avLst/>
          </a:prstGeom>
        </p:spPr>
      </p:pic>
      <p:pic>
        <p:nvPicPr>
          <p:cNvPr id="1365" name="Graphic 1364">
            <a:extLst>
              <a:ext uri="{FF2B5EF4-FFF2-40B4-BE49-F238E27FC236}">
                <a16:creationId xmlns:a16="http://schemas.microsoft.com/office/drawing/2014/main" id="{4D7BC1A2-7709-EA5A-B8FA-0DB3C80CD9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10476786" y="3400635"/>
            <a:ext cx="168950" cy="168950"/>
          </a:xfrm>
          <a:prstGeom prst="rect">
            <a:avLst/>
          </a:prstGeom>
        </p:spPr>
      </p:pic>
      <p:pic>
        <p:nvPicPr>
          <p:cNvPr id="1377" name="Graphic 1376">
            <a:extLst>
              <a:ext uri="{FF2B5EF4-FFF2-40B4-BE49-F238E27FC236}">
                <a16:creationId xmlns:a16="http://schemas.microsoft.com/office/drawing/2014/main" id="{58E0CFB7-A59F-0A8F-087E-5D67C8C84D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11238781" y="3400635"/>
            <a:ext cx="168950" cy="168950"/>
          </a:xfrm>
          <a:prstGeom prst="rect">
            <a:avLst/>
          </a:prstGeom>
        </p:spPr>
      </p:pic>
      <p:pic>
        <p:nvPicPr>
          <p:cNvPr id="1378" name="Graphic 1377">
            <a:extLst>
              <a:ext uri="{FF2B5EF4-FFF2-40B4-BE49-F238E27FC236}">
                <a16:creationId xmlns:a16="http://schemas.microsoft.com/office/drawing/2014/main" id="{D480D50E-17BB-3784-F094-2E8B82440D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10857785" y="3400635"/>
            <a:ext cx="168950" cy="168950"/>
          </a:xfrm>
          <a:prstGeom prst="rect">
            <a:avLst/>
          </a:prstGeom>
        </p:spPr>
      </p:pic>
      <p:pic>
        <p:nvPicPr>
          <p:cNvPr id="1380" name="Graphic 1379">
            <a:extLst>
              <a:ext uri="{FF2B5EF4-FFF2-40B4-BE49-F238E27FC236}">
                <a16:creationId xmlns:a16="http://schemas.microsoft.com/office/drawing/2014/main" id="{0DDF9827-FD44-FC76-6E0A-3C0C20030D4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3240144" y="3830778"/>
            <a:ext cx="168950" cy="168950"/>
          </a:xfrm>
          <a:prstGeom prst="rect">
            <a:avLst/>
          </a:prstGeom>
        </p:spPr>
      </p:pic>
      <p:pic>
        <p:nvPicPr>
          <p:cNvPr id="1381" name="Graphic 1380">
            <a:extLst>
              <a:ext uri="{FF2B5EF4-FFF2-40B4-BE49-F238E27FC236}">
                <a16:creationId xmlns:a16="http://schemas.microsoft.com/office/drawing/2014/main" id="{FD6A3CFD-DE8D-6D44-EEB5-7BDE67FCD8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3618804" y="3830778"/>
            <a:ext cx="168950" cy="168950"/>
          </a:xfrm>
          <a:prstGeom prst="rect">
            <a:avLst/>
          </a:prstGeom>
        </p:spPr>
      </p:pic>
      <p:pic>
        <p:nvPicPr>
          <p:cNvPr id="1384" name="Graphic 1383">
            <a:extLst>
              <a:ext uri="{FF2B5EF4-FFF2-40B4-BE49-F238E27FC236}">
                <a16:creationId xmlns:a16="http://schemas.microsoft.com/office/drawing/2014/main" id="{C466ECEA-FAED-6812-05FF-6E02FD855E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4761801" y="3830778"/>
            <a:ext cx="168950" cy="168950"/>
          </a:xfrm>
          <a:prstGeom prst="rect">
            <a:avLst/>
          </a:prstGeom>
        </p:spPr>
      </p:pic>
      <p:pic>
        <p:nvPicPr>
          <p:cNvPr id="1383" name="Graphic 1382">
            <a:extLst>
              <a:ext uri="{FF2B5EF4-FFF2-40B4-BE49-F238E27FC236}">
                <a16:creationId xmlns:a16="http://schemas.microsoft.com/office/drawing/2014/main" id="{2DF8506C-5EFF-9687-E5B6-7C3ECB6A9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4380802" y="3830778"/>
            <a:ext cx="168950" cy="168950"/>
          </a:xfrm>
          <a:prstGeom prst="rect">
            <a:avLst/>
          </a:prstGeom>
        </p:spPr>
      </p:pic>
      <p:pic>
        <p:nvPicPr>
          <p:cNvPr id="1382" name="Graphic 1381">
            <a:extLst>
              <a:ext uri="{FF2B5EF4-FFF2-40B4-BE49-F238E27FC236}">
                <a16:creationId xmlns:a16="http://schemas.microsoft.com/office/drawing/2014/main" id="{329CA70F-ECEC-7F05-62BB-957CFBED9C8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3999803" y="3830778"/>
            <a:ext cx="168950" cy="168950"/>
          </a:xfrm>
          <a:prstGeom prst="rect">
            <a:avLst/>
          </a:prstGeom>
        </p:spPr>
      </p:pic>
      <p:pic>
        <p:nvPicPr>
          <p:cNvPr id="1385" name="Graphic 1384">
            <a:extLst>
              <a:ext uri="{FF2B5EF4-FFF2-40B4-BE49-F238E27FC236}">
                <a16:creationId xmlns:a16="http://schemas.microsoft.com/office/drawing/2014/main" id="{EC19CAAB-F0C3-8F99-0DFB-88D8C013E3D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5142800" y="3830778"/>
            <a:ext cx="168950" cy="168950"/>
          </a:xfrm>
          <a:prstGeom prst="rect">
            <a:avLst/>
          </a:prstGeom>
        </p:spPr>
      </p:pic>
      <p:pic>
        <p:nvPicPr>
          <p:cNvPr id="1386" name="Graphic 1385">
            <a:extLst>
              <a:ext uri="{FF2B5EF4-FFF2-40B4-BE49-F238E27FC236}">
                <a16:creationId xmlns:a16="http://schemas.microsoft.com/office/drawing/2014/main" id="{0E038ADE-3A1F-C539-04B5-398C2F27C36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5523799" y="3830778"/>
            <a:ext cx="168950" cy="168950"/>
          </a:xfrm>
          <a:prstGeom prst="rect">
            <a:avLst/>
          </a:prstGeom>
        </p:spPr>
      </p:pic>
      <p:pic>
        <p:nvPicPr>
          <p:cNvPr id="1388" name="Graphic 1387">
            <a:extLst>
              <a:ext uri="{FF2B5EF4-FFF2-40B4-BE49-F238E27FC236}">
                <a16:creationId xmlns:a16="http://schemas.microsoft.com/office/drawing/2014/main" id="{BE64A7E8-612F-181B-1A46-00800B9229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5904798" y="3830778"/>
            <a:ext cx="168950" cy="168950"/>
          </a:xfrm>
          <a:prstGeom prst="rect">
            <a:avLst/>
          </a:prstGeom>
        </p:spPr>
      </p:pic>
      <p:pic>
        <p:nvPicPr>
          <p:cNvPr id="1400" name="Graphic 1399">
            <a:extLst>
              <a:ext uri="{FF2B5EF4-FFF2-40B4-BE49-F238E27FC236}">
                <a16:creationId xmlns:a16="http://schemas.microsoft.com/office/drawing/2014/main" id="{95CC0B19-247B-72E1-06CE-01145E33CF9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6666796" y="3830778"/>
            <a:ext cx="168950" cy="168950"/>
          </a:xfrm>
          <a:prstGeom prst="rect">
            <a:avLst/>
          </a:prstGeom>
        </p:spPr>
      </p:pic>
      <p:pic>
        <p:nvPicPr>
          <p:cNvPr id="1403" name="Graphic 1402">
            <a:extLst>
              <a:ext uri="{FF2B5EF4-FFF2-40B4-BE49-F238E27FC236}">
                <a16:creationId xmlns:a16="http://schemas.microsoft.com/office/drawing/2014/main" id="{BF2A89F8-645A-76EE-D797-1DB92898A5C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7809793" y="3830778"/>
            <a:ext cx="168950" cy="168950"/>
          </a:xfrm>
          <a:prstGeom prst="rect">
            <a:avLst/>
          </a:prstGeom>
        </p:spPr>
      </p:pic>
      <p:pic>
        <p:nvPicPr>
          <p:cNvPr id="1401" name="Graphic 1400">
            <a:extLst>
              <a:ext uri="{FF2B5EF4-FFF2-40B4-BE49-F238E27FC236}">
                <a16:creationId xmlns:a16="http://schemas.microsoft.com/office/drawing/2014/main" id="{186D4C40-C4B3-2251-DCC4-0B57B7B8013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7428794" y="3830778"/>
            <a:ext cx="168950" cy="168950"/>
          </a:xfrm>
          <a:prstGeom prst="rect">
            <a:avLst/>
          </a:prstGeom>
        </p:spPr>
      </p:pic>
      <p:pic>
        <p:nvPicPr>
          <p:cNvPr id="1404" name="Graphic 1403">
            <a:extLst>
              <a:ext uri="{FF2B5EF4-FFF2-40B4-BE49-F238E27FC236}">
                <a16:creationId xmlns:a16="http://schemas.microsoft.com/office/drawing/2014/main" id="{A3EC8B91-A406-3E71-EA2E-5FAD8586BB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8190792" y="3830778"/>
            <a:ext cx="168950" cy="168950"/>
          </a:xfrm>
          <a:prstGeom prst="rect">
            <a:avLst/>
          </a:prstGeom>
        </p:spPr>
      </p:pic>
      <p:pic>
        <p:nvPicPr>
          <p:cNvPr id="1402" name="Graphic 1401">
            <a:extLst>
              <a:ext uri="{FF2B5EF4-FFF2-40B4-BE49-F238E27FC236}">
                <a16:creationId xmlns:a16="http://schemas.microsoft.com/office/drawing/2014/main" id="{A302C9C5-2EA8-6A65-D2F1-56958510D5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7047795" y="3830778"/>
            <a:ext cx="168950" cy="168950"/>
          </a:xfrm>
          <a:prstGeom prst="rect">
            <a:avLst/>
          </a:prstGeom>
        </p:spPr>
      </p:pic>
      <p:pic>
        <p:nvPicPr>
          <p:cNvPr id="1387" name="Graphic 1386">
            <a:extLst>
              <a:ext uri="{FF2B5EF4-FFF2-40B4-BE49-F238E27FC236}">
                <a16:creationId xmlns:a16="http://schemas.microsoft.com/office/drawing/2014/main" id="{3C8F6BD6-21E7-7FEF-8CCB-D9EC5F2C186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6285797" y="3830778"/>
            <a:ext cx="168950" cy="168950"/>
          </a:xfrm>
          <a:prstGeom prst="rect">
            <a:avLst/>
          </a:prstGeom>
        </p:spPr>
      </p:pic>
      <p:pic>
        <p:nvPicPr>
          <p:cNvPr id="1406" name="Graphic 1405">
            <a:extLst>
              <a:ext uri="{FF2B5EF4-FFF2-40B4-BE49-F238E27FC236}">
                <a16:creationId xmlns:a16="http://schemas.microsoft.com/office/drawing/2014/main" id="{767A6730-F33C-B272-E0FE-9DCE8AAFFD1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8952790" y="3830778"/>
            <a:ext cx="168950" cy="168950"/>
          </a:xfrm>
          <a:prstGeom prst="rect">
            <a:avLst/>
          </a:prstGeom>
        </p:spPr>
      </p:pic>
      <p:pic>
        <p:nvPicPr>
          <p:cNvPr id="1408" name="Graphic 1407">
            <a:extLst>
              <a:ext uri="{FF2B5EF4-FFF2-40B4-BE49-F238E27FC236}">
                <a16:creationId xmlns:a16="http://schemas.microsoft.com/office/drawing/2014/main" id="{37DA9E9F-5128-A84C-7BA7-FB4D643B6B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9714788" y="3830778"/>
            <a:ext cx="168950" cy="168950"/>
          </a:xfrm>
          <a:prstGeom prst="rect">
            <a:avLst/>
          </a:prstGeom>
        </p:spPr>
      </p:pic>
      <p:pic>
        <p:nvPicPr>
          <p:cNvPr id="1405" name="Graphic 1404">
            <a:extLst>
              <a:ext uri="{FF2B5EF4-FFF2-40B4-BE49-F238E27FC236}">
                <a16:creationId xmlns:a16="http://schemas.microsoft.com/office/drawing/2014/main" id="{19D52766-3824-80FB-57AA-9D6B72A50B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8571791" y="3830778"/>
            <a:ext cx="168950" cy="168950"/>
          </a:xfrm>
          <a:prstGeom prst="rect">
            <a:avLst/>
          </a:prstGeom>
        </p:spPr>
      </p:pic>
      <p:pic>
        <p:nvPicPr>
          <p:cNvPr id="1407" name="Graphic 1406">
            <a:extLst>
              <a:ext uri="{FF2B5EF4-FFF2-40B4-BE49-F238E27FC236}">
                <a16:creationId xmlns:a16="http://schemas.microsoft.com/office/drawing/2014/main" id="{BE409C93-52C6-BEB1-D51D-A74A42574EF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9333789" y="3830778"/>
            <a:ext cx="168950" cy="168950"/>
          </a:xfrm>
          <a:prstGeom prst="rect">
            <a:avLst/>
          </a:prstGeom>
        </p:spPr>
      </p:pic>
      <p:pic>
        <p:nvPicPr>
          <p:cNvPr id="1409" name="Graphic 1408">
            <a:extLst>
              <a:ext uri="{FF2B5EF4-FFF2-40B4-BE49-F238E27FC236}">
                <a16:creationId xmlns:a16="http://schemas.microsoft.com/office/drawing/2014/main" id="{EA205A14-E34C-AB5C-0DD3-BF8059EB827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10095787" y="3830778"/>
            <a:ext cx="168950" cy="168950"/>
          </a:xfrm>
          <a:prstGeom prst="rect">
            <a:avLst/>
          </a:prstGeom>
        </p:spPr>
      </p:pic>
      <p:pic>
        <p:nvPicPr>
          <p:cNvPr id="1410" name="Graphic 1409">
            <a:extLst>
              <a:ext uri="{FF2B5EF4-FFF2-40B4-BE49-F238E27FC236}">
                <a16:creationId xmlns:a16="http://schemas.microsoft.com/office/drawing/2014/main" id="{B2248935-8EA7-8E84-71AC-B8E33FBFF3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10476786" y="3830778"/>
            <a:ext cx="168950" cy="168950"/>
          </a:xfrm>
          <a:prstGeom prst="rect">
            <a:avLst/>
          </a:prstGeom>
        </p:spPr>
      </p:pic>
      <p:pic>
        <p:nvPicPr>
          <p:cNvPr id="1423" name="Graphic 1422">
            <a:extLst>
              <a:ext uri="{FF2B5EF4-FFF2-40B4-BE49-F238E27FC236}">
                <a16:creationId xmlns:a16="http://schemas.microsoft.com/office/drawing/2014/main" id="{DB308E43-FF42-B09B-E218-A6F8D7E08C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11238781" y="3830778"/>
            <a:ext cx="168950" cy="168950"/>
          </a:xfrm>
          <a:prstGeom prst="rect">
            <a:avLst/>
          </a:prstGeom>
        </p:spPr>
      </p:pic>
      <p:pic>
        <p:nvPicPr>
          <p:cNvPr id="1411" name="Graphic 1410">
            <a:extLst>
              <a:ext uri="{FF2B5EF4-FFF2-40B4-BE49-F238E27FC236}">
                <a16:creationId xmlns:a16="http://schemas.microsoft.com/office/drawing/2014/main" id="{3A63C18C-E8D7-F4BB-B4B6-9DCEEAA11A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10857785" y="3830778"/>
            <a:ext cx="168950" cy="168950"/>
          </a:xfrm>
          <a:prstGeom prst="rect">
            <a:avLst/>
          </a:prstGeom>
        </p:spPr>
      </p:pic>
      <p:pic>
        <p:nvPicPr>
          <p:cNvPr id="1424" name="Graphic 1423">
            <a:extLst>
              <a:ext uri="{FF2B5EF4-FFF2-40B4-BE49-F238E27FC236}">
                <a16:creationId xmlns:a16="http://schemas.microsoft.com/office/drawing/2014/main" id="{46A5B285-9134-0B09-5839-26604182A2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3240144" y="4260921"/>
            <a:ext cx="168950" cy="168950"/>
          </a:xfrm>
          <a:prstGeom prst="rect">
            <a:avLst/>
          </a:prstGeom>
        </p:spPr>
      </p:pic>
      <p:pic>
        <p:nvPicPr>
          <p:cNvPr id="1425" name="Graphic 1424">
            <a:extLst>
              <a:ext uri="{FF2B5EF4-FFF2-40B4-BE49-F238E27FC236}">
                <a16:creationId xmlns:a16="http://schemas.microsoft.com/office/drawing/2014/main" id="{EB9230C4-CD49-B31A-FA70-424814DDD4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3618804" y="4260921"/>
            <a:ext cx="168950" cy="168950"/>
          </a:xfrm>
          <a:prstGeom prst="rect">
            <a:avLst/>
          </a:prstGeom>
        </p:spPr>
      </p:pic>
      <p:pic>
        <p:nvPicPr>
          <p:cNvPr id="1426" name="Graphic 1425">
            <a:extLst>
              <a:ext uri="{FF2B5EF4-FFF2-40B4-BE49-F238E27FC236}">
                <a16:creationId xmlns:a16="http://schemas.microsoft.com/office/drawing/2014/main" id="{6ACE81A6-790B-A54D-E33C-B13FDE0C2EA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4761801" y="4260921"/>
            <a:ext cx="168950" cy="168950"/>
          </a:xfrm>
          <a:prstGeom prst="rect">
            <a:avLst/>
          </a:prstGeom>
        </p:spPr>
      </p:pic>
      <p:pic>
        <p:nvPicPr>
          <p:cNvPr id="1427" name="Graphic 1426">
            <a:extLst>
              <a:ext uri="{FF2B5EF4-FFF2-40B4-BE49-F238E27FC236}">
                <a16:creationId xmlns:a16="http://schemas.microsoft.com/office/drawing/2014/main" id="{D8158048-4000-119C-6A01-BA2983497C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4380802" y="4260921"/>
            <a:ext cx="168950" cy="168950"/>
          </a:xfrm>
          <a:prstGeom prst="rect">
            <a:avLst/>
          </a:prstGeom>
        </p:spPr>
      </p:pic>
      <p:pic>
        <p:nvPicPr>
          <p:cNvPr id="1456" name="Graphic 1455">
            <a:extLst>
              <a:ext uri="{FF2B5EF4-FFF2-40B4-BE49-F238E27FC236}">
                <a16:creationId xmlns:a16="http://schemas.microsoft.com/office/drawing/2014/main" id="{C3778A18-77AF-41B9-1EA8-9A963E87AB6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3999803" y="4260921"/>
            <a:ext cx="168950" cy="168950"/>
          </a:xfrm>
          <a:prstGeom prst="rect">
            <a:avLst/>
          </a:prstGeom>
        </p:spPr>
      </p:pic>
      <p:pic>
        <p:nvPicPr>
          <p:cNvPr id="1428" name="Graphic 1427">
            <a:extLst>
              <a:ext uri="{FF2B5EF4-FFF2-40B4-BE49-F238E27FC236}">
                <a16:creationId xmlns:a16="http://schemas.microsoft.com/office/drawing/2014/main" id="{6CF74F6F-97EA-EA8E-FEB7-0D3DD4BA8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5142800" y="4260921"/>
            <a:ext cx="168950" cy="168950"/>
          </a:xfrm>
          <a:prstGeom prst="rect">
            <a:avLst/>
          </a:prstGeom>
        </p:spPr>
      </p:pic>
      <p:pic>
        <p:nvPicPr>
          <p:cNvPr id="1429" name="Graphic 1428">
            <a:extLst>
              <a:ext uri="{FF2B5EF4-FFF2-40B4-BE49-F238E27FC236}">
                <a16:creationId xmlns:a16="http://schemas.microsoft.com/office/drawing/2014/main" id="{F26251E1-1B14-4CF8-EDBD-C3421CCA327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5523799" y="4260921"/>
            <a:ext cx="168950" cy="168950"/>
          </a:xfrm>
          <a:prstGeom prst="rect">
            <a:avLst/>
          </a:prstGeom>
        </p:spPr>
      </p:pic>
      <p:pic>
        <p:nvPicPr>
          <p:cNvPr id="1447" name="Graphic 1446">
            <a:extLst>
              <a:ext uri="{FF2B5EF4-FFF2-40B4-BE49-F238E27FC236}">
                <a16:creationId xmlns:a16="http://schemas.microsoft.com/office/drawing/2014/main" id="{12EA8C40-EF7A-280F-A9E3-553C62A581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5904798" y="4260921"/>
            <a:ext cx="168950" cy="168950"/>
          </a:xfrm>
          <a:prstGeom prst="rect">
            <a:avLst/>
          </a:prstGeom>
        </p:spPr>
      </p:pic>
      <p:pic>
        <p:nvPicPr>
          <p:cNvPr id="1431" name="Graphic 1430">
            <a:extLst>
              <a:ext uri="{FF2B5EF4-FFF2-40B4-BE49-F238E27FC236}">
                <a16:creationId xmlns:a16="http://schemas.microsoft.com/office/drawing/2014/main" id="{BFB5E59A-9651-55E3-A34C-61FDB81B754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6666796" y="4260921"/>
            <a:ext cx="168950" cy="168950"/>
          </a:xfrm>
          <a:prstGeom prst="rect">
            <a:avLst/>
          </a:prstGeom>
        </p:spPr>
      </p:pic>
      <p:pic>
        <p:nvPicPr>
          <p:cNvPr id="1433" name="Graphic 1432">
            <a:extLst>
              <a:ext uri="{FF2B5EF4-FFF2-40B4-BE49-F238E27FC236}">
                <a16:creationId xmlns:a16="http://schemas.microsoft.com/office/drawing/2014/main" id="{7B53B2CE-E4A7-1232-C337-DA5EDDE178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7809793" y="4260921"/>
            <a:ext cx="168950" cy="168950"/>
          </a:xfrm>
          <a:prstGeom prst="rect">
            <a:avLst/>
          </a:prstGeom>
        </p:spPr>
      </p:pic>
      <p:pic>
        <p:nvPicPr>
          <p:cNvPr id="1434" name="Graphic 1433">
            <a:extLst>
              <a:ext uri="{FF2B5EF4-FFF2-40B4-BE49-F238E27FC236}">
                <a16:creationId xmlns:a16="http://schemas.microsoft.com/office/drawing/2014/main" id="{48CE40CD-6F32-E44A-095E-475F973A93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7428794" y="4260921"/>
            <a:ext cx="168950" cy="168950"/>
          </a:xfrm>
          <a:prstGeom prst="rect">
            <a:avLst/>
          </a:prstGeom>
        </p:spPr>
      </p:pic>
      <p:pic>
        <p:nvPicPr>
          <p:cNvPr id="1446" name="Graphic 1445">
            <a:extLst>
              <a:ext uri="{FF2B5EF4-FFF2-40B4-BE49-F238E27FC236}">
                <a16:creationId xmlns:a16="http://schemas.microsoft.com/office/drawing/2014/main" id="{0388C152-4D8E-6E4B-52F6-CF8B2E6D61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8190792" y="4260921"/>
            <a:ext cx="168950" cy="168950"/>
          </a:xfrm>
          <a:prstGeom prst="rect">
            <a:avLst/>
          </a:prstGeom>
        </p:spPr>
      </p:pic>
      <p:pic>
        <p:nvPicPr>
          <p:cNvPr id="1432" name="Graphic 1431">
            <a:extLst>
              <a:ext uri="{FF2B5EF4-FFF2-40B4-BE49-F238E27FC236}">
                <a16:creationId xmlns:a16="http://schemas.microsoft.com/office/drawing/2014/main" id="{5291E810-18EF-5FCF-E815-6E73102328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7047795" y="4260921"/>
            <a:ext cx="168950" cy="168950"/>
          </a:xfrm>
          <a:prstGeom prst="rect">
            <a:avLst/>
          </a:prstGeom>
        </p:spPr>
      </p:pic>
      <p:pic>
        <p:nvPicPr>
          <p:cNvPr id="1430" name="Graphic 1429">
            <a:extLst>
              <a:ext uri="{FF2B5EF4-FFF2-40B4-BE49-F238E27FC236}">
                <a16:creationId xmlns:a16="http://schemas.microsoft.com/office/drawing/2014/main" id="{51E22B3F-AB43-68E2-40E6-4DA8743C0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6285797" y="4260921"/>
            <a:ext cx="168950" cy="168950"/>
          </a:xfrm>
          <a:prstGeom prst="rect">
            <a:avLst/>
          </a:prstGeom>
        </p:spPr>
      </p:pic>
      <p:pic>
        <p:nvPicPr>
          <p:cNvPr id="1449" name="Graphic 1448">
            <a:extLst>
              <a:ext uri="{FF2B5EF4-FFF2-40B4-BE49-F238E27FC236}">
                <a16:creationId xmlns:a16="http://schemas.microsoft.com/office/drawing/2014/main" id="{EAF65C62-74DE-49EE-E3DE-979137B4C22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8952790" y="4260921"/>
            <a:ext cx="168950" cy="168950"/>
          </a:xfrm>
          <a:prstGeom prst="rect">
            <a:avLst/>
          </a:prstGeom>
        </p:spPr>
      </p:pic>
      <p:pic>
        <p:nvPicPr>
          <p:cNvPr id="1451" name="Graphic 1450">
            <a:extLst>
              <a:ext uri="{FF2B5EF4-FFF2-40B4-BE49-F238E27FC236}">
                <a16:creationId xmlns:a16="http://schemas.microsoft.com/office/drawing/2014/main" id="{F8C53335-EF54-2453-90FF-5883959E43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9714788" y="4260921"/>
            <a:ext cx="168950" cy="168950"/>
          </a:xfrm>
          <a:prstGeom prst="rect">
            <a:avLst/>
          </a:prstGeom>
        </p:spPr>
      </p:pic>
      <p:pic>
        <p:nvPicPr>
          <p:cNvPr id="1448" name="Graphic 1447">
            <a:extLst>
              <a:ext uri="{FF2B5EF4-FFF2-40B4-BE49-F238E27FC236}">
                <a16:creationId xmlns:a16="http://schemas.microsoft.com/office/drawing/2014/main" id="{B0D0D30E-DCE1-30D4-92BC-CA7ECA5F5A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8571791" y="4260921"/>
            <a:ext cx="168950" cy="168950"/>
          </a:xfrm>
          <a:prstGeom prst="rect">
            <a:avLst/>
          </a:prstGeom>
        </p:spPr>
      </p:pic>
      <p:pic>
        <p:nvPicPr>
          <p:cNvPr id="1450" name="Graphic 1449">
            <a:extLst>
              <a:ext uri="{FF2B5EF4-FFF2-40B4-BE49-F238E27FC236}">
                <a16:creationId xmlns:a16="http://schemas.microsoft.com/office/drawing/2014/main" id="{1325380B-4D7D-8CBB-928F-F76005E435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9333789" y="4260921"/>
            <a:ext cx="168950" cy="168950"/>
          </a:xfrm>
          <a:prstGeom prst="rect">
            <a:avLst/>
          </a:prstGeom>
        </p:spPr>
      </p:pic>
      <p:pic>
        <p:nvPicPr>
          <p:cNvPr id="1452" name="Graphic 1451">
            <a:extLst>
              <a:ext uri="{FF2B5EF4-FFF2-40B4-BE49-F238E27FC236}">
                <a16:creationId xmlns:a16="http://schemas.microsoft.com/office/drawing/2014/main" id="{D7ED7AC5-66E5-285C-6C86-772616971D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10095787" y="4260921"/>
            <a:ext cx="168950" cy="168950"/>
          </a:xfrm>
          <a:prstGeom prst="rect">
            <a:avLst/>
          </a:prstGeom>
        </p:spPr>
      </p:pic>
      <p:pic>
        <p:nvPicPr>
          <p:cNvPr id="1453" name="Graphic 1452">
            <a:extLst>
              <a:ext uri="{FF2B5EF4-FFF2-40B4-BE49-F238E27FC236}">
                <a16:creationId xmlns:a16="http://schemas.microsoft.com/office/drawing/2014/main" id="{FEE237CE-64ED-DF81-103A-5DDD573D668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10476786" y="4260921"/>
            <a:ext cx="168950" cy="168950"/>
          </a:xfrm>
          <a:prstGeom prst="rect">
            <a:avLst/>
          </a:prstGeom>
        </p:spPr>
      </p:pic>
      <p:pic>
        <p:nvPicPr>
          <p:cNvPr id="1455" name="Graphic 1454">
            <a:extLst>
              <a:ext uri="{FF2B5EF4-FFF2-40B4-BE49-F238E27FC236}">
                <a16:creationId xmlns:a16="http://schemas.microsoft.com/office/drawing/2014/main" id="{9C5C2221-6A3E-F83A-2149-BC19625F10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11238781" y="4260921"/>
            <a:ext cx="168950" cy="168950"/>
          </a:xfrm>
          <a:prstGeom prst="rect">
            <a:avLst/>
          </a:prstGeom>
        </p:spPr>
      </p:pic>
      <p:pic>
        <p:nvPicPr>
          <p:cNvPr id="1454" name="Graphic 1453">
            <a:extLst>
              <a:ext uri="{FF2B5EF4-FFF2-40B4-BE49-F238E27FC236}">
                <a16:creationId xmlns:a16="http://schemas.microsoft.com/office/drawing/2014/main" id="{07235BC9-2252-C1EF-91D0-AA84FEF185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10857785" y="4260921"/>
            <a:ext cx="168950" cy="168950"/>
          </a:xfrm>
          <a:prstGeom prst="rect">
            <a:avLst/>
          </a:prstGeom>
        </p:spPr>
      </p:pic>
      <p:pic>
        <p:nvPicPr>
          <p:cNvPr id="1457" name="Graphic 1456">
            <a:extLst>
              <a:ext uri="{FF2B5EF4-FFF2-40B4-BE49-F238E27FC236}">
                <a16:creationId xmlns:a16="http://schemas.microsoft.com/office/drawing/2014/main" id="{2E866904-1AE7-6133-D067-CD69A7D69D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3240144" y="4695087"/>
            <a:ext cx="168950" cy="168950"/>
          </a:xfrm>
          <a:prstGeom prst="rect">
            <a:avLst/>
          </a:prstGeom>
        </p:spPr>
      </p:pic>
      <p:pic>
        <p:nvPicPr>
          <p:cNvPr id="1469" name="Graphic 1468">
            <a:extLst>
              <a:ext uri="{FF2B5EF4-FFF2-40B4-BE49-F238E27FC236}">
                <a16:creationId xmlns:a16="http://schemas.microsoft.com/office/drawing/2014/main" id="{0F2FF37A-FE1A-8945-EF75-813546B7AC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3618804" y="4695087"/>
            <a:ext cx="168950" cy="168950"/>
          </a:xfrm>
          <a:prstGeom prst="rect">
            <a:avLst/>
          </a:prstGeom>
        </p:spPr>
      </p:pic>
      <p:pic>
        <p:nvPicPr>
          <p:cNvPr id="1856" name="Graphic 1855">
            <a:extLst>
              <a:ext uri="{FF2B5EF4-FFF2-40B4-BE49-F238E27FC236}">
                <a16:creationId xmlns:a16="http://schemas.microsoft.com/office/drawing/2014/main" id="{23B6750E-6244-ADA7-87C9-AF5C7D70564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4761801" y="4695087"/>
            <a:ext cx="168950" cy="168950"/>
          </a:xfrm>
          <a:prstGeom prst="rect">
            <a:avLst/>
          </a:prstGeom>
        </p:spPr>
      </p:pic>
      <p:pic>
        <p:nvPicPr>
          <p:cNvPr id="1471" name="Graphic 1470">
            <a:extLst>
              <a:ext uri="{FF2B5EF4-FFF2-40B4-BE49-F238E27FC236}">
                <a16:creationId xmlns:a16="http://schemas.microsoft.com/office/drawing/2014/main" id="{1C1C5FEB-E57E-F261-9DEB-DB48D5B97A9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4380802" y="4695087"/>
            <a:ext cx="168950" cy="168950"/>
          </a:xfrm>
          <a:prstGeom prst="rect">
            <a:avLst/>
          </a:prstGeom>
        </p:spPr>
      </p:pic>
      <p:pic>
        <p:nvPicPr>
          <p:cNvPr id="1470" name="Graphic 1469">
            <a:extLst>
              <a:ext uri="{FF2B5EF4-FFF2-40B4-BE49-F238E27FC236}">
                <a16:creationId xmlns:a16="http://schemas.microsoft.com/office/drawing/2014/main" id="{656AC23A-7464-2A52-0F99-CCBDCE86A8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3999803" y="4695087"/>
            <a:ext cx="168950" cy="168950"/>
          </a:xfrm>
          <a:prstGeom prst="rect">
            <a:avLst/>
          </a:prstGeom>
        </p:spPr>
      </p:pic>
      <p:pic>
        <p:nvPicPr>
          <p:cNvPr id="1857" name="Graphic 1856">
            <a:extLst>
              <a:ext uri="{FF2B5EF4-FFF2-40B4-BE49-F238E27FC236}">
                <a16:creationId xmlns:a16="http://schemas.microsoft.com/office/drawing/2014/main" id="{E2A9E244-298B-1281-4888-3646C650B2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5142800" y="4695087"/>
            <a:ext cx="168950" cy="168950"/>
          </a:xfrm>
          <a:prstGeom prst="rect">
            <a:avLst/>
          </a:prstGeom>
        </p:spPr>
      </p:pic>
      <p:pic>
        <p:nvPicPr>
          <p:cNvPr id="1868" name="Graphic 1867">
            <a:extLst>
              <a:ext uri="{FF2B5EF4-FFF2-40B4-BE49-F238E27FC236}">
                <a16:creationId xmlns:a16="http://schemas.microsoft.com/office/drawing/2014/main" id="{AFCC0398-5C3F-2EAB-757A-01491B4A02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5523799" y="4695087"/>
            <a:ext cx="168950" cy="168950"/>
          </a:xfrm>
          <a:prstGeom prst="rect">
            <a:avLst/>
          </a:prstGeom>
        </p:spPr>
      </p:pic>
      <p:pic>
        <p:nvPicPr>
          <p:cNvPr id="1858" name="Graphic 1857">
            <a:extLst>
              <a:ext uri="{FF2B5EF4-FFF2-40B4-BE49-F238E27FC236}">
                <a16:creationId xmlns:a16="http://schemas.microsoft.com/office/drawing/2014/main" id="{48120082-0CE7-5DFC-1CB3-41C4D342B86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5904798" y="4695087"/>
            <a:ext cx="168950" cy="168950"/>
          </a:xfrm>
          <a:prstGeom prst="rect">
            <a:avLst/>
          </a:prstGeom>
        </p:spPr>
      </p:pic>
      <p:pic>
        <p:nvPicPr>
          <p:cNvPr id="1867" name="Graphic 1866">
            <a:extLst>
              <a:ext uri="{FF2B5EF4-FFF2-40B4-BE49-F238E27FC236}">
                <a16:creationId xmlns:a16="http://schemas.microsoft.com/office/drawing/2014/main" id="{6F8F8667-AA89-64E6-29E8-BDBB11732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6666796" y="4695087"/>
            <a:ext cx="168950" cy="168950"/>
          </a:xfrm>
          <a:prstGeom prst="rect">
            <a:avLst/>
          </a:prstGeom>
        </p:spPr>
      </p:pic>
      <p:pic>
        <p:nvPicPr>
          <p:cNvPr id="1871" name="Graphic 1870">
            <a:extLst>
              <a:ext uri="{FF2B5EF4-FFF2-40B4-BE49-F238E27FC236}">
                <a16:creationId xmlns:a16="http://schemas.microsoft.com/office/drawing/2014/main" id="{266CDDC5-94AF-5F1A-F83E-1C977E3485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7809793" y="4695087"/>
            <a:ext cx="168950" cy="168950"/>
          </a:xfrm>
          <a:prstGeom prst="rect">
            <a:avLst/>
          </a:prstGeom>
        </p:spPr>
      </p:pic>
      <p:pic>
        <p:nvPicPr>
          <p:cNvPr id="1869" name="Graphic 1868">
            <a:extLst>
              <a:ext uri="{FF2B5EF4-FFF2-40B4-BE49-F238E27FC236}">
                <a16:creationId xmlns:a16="http://schemas.microsoft.com/office/drawing/2014/main" id="{0B50DE6A-FC01-C44A-A285-DABCF617168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7424771" y="4691064"/>
            <a:ext cx="176996" cy="176996"/>
          </a:xfrm>
          <a:prstGeom prst="rect">
            <a:avLst/>
          </a:prstGeom>
        </p:spPr>
      </p:pic>
      <p:pic>
        <p:nvPicPr>
          <p:cNvPr id="1872" name="Graphic 1871">
            <a:extLst>
              <a:ext uri="{FF2B5EF4-FFF2-40B4-BE49-F238E27FC236}">
                <a16:creationId xmlns:a16="http://schemas.microsoft.com/office/drawing/2014/main" id="{9688C774-719B-BBD5-3328-A806DACC9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8190792" y="4695087"/>
            <a:ext cx="168950" cy="168950"/>
          </a:xfrm>
          <a:prstGeom prst="rect">
            <a:avLst/>
          </a:prstGeom>
        </p:spPr>
      </p:pic>
      <p:pic>
        <p:nvPicPr>
          <p:cNvPr id="1870" name="Graphic 1869">
            <a:extLst>
              <a:ext uri="{FF2B5EF4-FFF2-40B4-BE49-F238E27FC236}">
                <a16:creationId xmlns:a16="http://schemas.microsoft.com/office/drawing/2014/main" id="{B91C9875-6DB3-0FF2-188E-44E55BAE6F0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7047795" y="4695087"/>
            <a:ext cx="168950" cy="168950"/>
          </a:xfrm>
          <a:prstGeom prst="rect">
            <a:avLst/>
          </a:prstGeom>
        </p:spPr>
      </p:pic>
      <p:pic>
        <p:nvPicPr>
          <p:cNvPr id="1859" name="Graphic 1858">
            <a:extLst>
              <a:ext uri="{FF2B5EF4-FFF2-40B4-BE49-F238E27FC236}">
                <a16:creationId xmlns:a16="http://schemas.microsoft.com/office/drawing/2014/main" id="{02CD3225-A8A8-194D-366B-55F1B3D83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6285797" y="4695087"/>
            <a:ext cx="168950" cy="168950"/>
          </a:xfrm>
          <a:prstGeom prst="rect">
            <a:avLst/>
          </a:prstGeom>
        </p:spPr>
      </p:pic>
      <p:pic>
        <p:nvPicPr>
          <p:cNvPr id="1873" name="Graphic 1872">
            <a:extLst>
              <a:ext uri="{FF2B5EF4-FFF2-40B4-BE49-F238E27FC236}">
                <a16:creationId xmlns:a16="http://schemas.microsoft.com/office/drawing/2014/main" id="{BC156997-0755-9477-20BD-53D0E27FA4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8952790" y="4695087"/>
            <a:ext cx="168950" cy="168950"/>
          </a:xfrm>
          <a:prstGeom prst="rect">
            <a:avLst/>
          </a:prstGeom>
        </p:spPr>
      </p:pic>
      <p:pic>
        <p:nvPicPr>
          <p:cNvPr id="1875" name="Graphic 1874">
            <a:extLst>
              <a:ext uri="{FF2B5EF4-FFF2-40B4-BE49-F238E27FC236}">
                <a16:creationId xmlns:a16="http://schemas.microsoft.com/office/drawing/2014/main" id="{DA3C8AFC-9650-7A37-F3D1-F2758E1A71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9714788" y="4695087"/>
            <a:ext cx="168950" cy="168950"/>
          </a:xfrm>
          <a:prstGeom prst="rect">
            <a:avLst/>
          </a:prstGeom>
        </p:spPr>
      </p:pic>
      <p:pic>
        <p:nvPicPr>
          <p:cNvPr id="1874" name="Graphic 1873">
            <a:extLst>
              <a:ext uri="{FF2B5EF4-FFF2-40B4-BE49-F238E27FC236}">
                <a16:creationId xmlns:a16="http://schemas.microsoft.com/office/drawing/2014/main" id="{960F93BA-F1D2-0A15-C019-C4F1A286B54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8571791" y="4695087"/>
            <a:ext cx="168950" cy="168950"/>
          </a:xfrm>
          <a:prstGeom prst="rect">
            <a:avLst/>
          </a:prstGeom>
        </p:spPr>
      </p:pic>
      <p:pic>
        <p:nvPicPr>
          <p:cNvPr id="1876" name="Graphic 1875">
            <a:extLst>
              <a:ext uri="{FF2B5EF4-FFF2-40B4-BE49-F238E27FC236}">
                <a16:creationId xmlns:a16="http://schemas.microsoft.com/office/drawing/2014/main" id="{9F6ACCF3-0C3C-5CB8-B73D-3914BD4FDC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9333789" y="4695087"/>
            <a:ext cx="168950" cy="168950"/>
          </a:xfrm>
          <a:prstGeom prst="rect">
            <a:avLst/>
          </a:prstGeom>
        </p:spPr>
      </p:pic>
      <p:pic>
        <p:nvPicPr>
          <p:cNvPr id="1877" name="Graphic 1876">
            <a:extLst>
              <a:ext uri="{FF2B5EF4-FFF2-40B4-BE49-F238E27FC236}">
                <a16:creationId xmlns:a16="http://schemas.microsoft.com/office/drawing/2014/main" id="{4E3A4AFA-D5C8-4BC4-46A5-23646C7F620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10095787" y="4695087"/>
            <a:ext cx="168950" cy="168950"/>
          </a:xfrm>
          <a:prstGeom prst="rect">
            <a:avLst/>
          </a:prstGeom>
        </p:spPr>
      </p:pic>
      <p:pic>
        <p:nvPicPr>
          <p:cNvPr id="1878" name="Graphic 1877">
            <a:extLst>
              <a:ext uri="{FF2B5EF4-FFF2-40B4-BE49-F238E27FC236}">
                <a16:creationId xmlns:a16="http://schemas.microsoft.com/office/drawing/2014/main" id="{A2793494-4CA4-428A-9288-BF6041BB63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10476786" y="4695087"/>
            <a:ext cx="168950" cy="168950"/>
          </a:xfrm>
          <a:prstGeom prst="rect">
            <a:avLst/>
          </a:prstGeom>
        </p:spPr>
      </p:pic>
      <p:pic>
        <p:nvPicPr>
          <p:cNvPr id="1879" name="Graphic 1878">
            <a:extLst>
              <a:ext uri="{FF2B5EF4-FFF2-40B4-BE49-F238E27FC236}">
                <a16:creationId xmlns:a16="http://schemas.microsoft.com/office/drawing/2014/main" id="{BA1458A8-8C0B-A696-B372-6161558839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11238781" y="4695087"/>
            <a:ext cx="168950" cy="168950"/>
          </a:xfrm>
          <a:prstGeom prst="rect">
            <a:avLst/>
          </a:prstGeom>
        </p:spPr>
      </p:pic>
      <p:pic>
        <p:nvPicPr>
          <p:cNvPr id="1880" name="Graphic 1879">
            <a:extLst>
              <a:ext uri="{FF2B5EF4-FFF2-40B4-BE49-F238E27FC236}">
                <a16:creationId xmlns:a16="http://schemas.microsoft.com/office/drawing/2014/main" id="{640F88EA-7EE6-B0D7-5756-7826910043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10857785" y="4695087"/>
            <a:ext cx="168950" cy="168950"/>
          </a:xfrm>
          <a:prstGeom prst="rect">
            <a:avLst/>
          </a:prstGeom>
        </p:spPr>
      </p:pic>
      <p:grpSp>
        <p:nvGrpSpPr>
          <p:cNvPr id="1547" name="Group 1546">
            <a:extLst>
              <a:ext uri="{FF2B5EF4-FFF2-40B4-BE49-F238E27FC236}">
                <a16:creationId xmlns:a16="http://schemas.microsoft.com/office/drawing/2014/main" id="{47B82429-508D-D10D-2D9A-C0C84D280FC1}"/>
              </a:ext>
            </a:extLst>
          </p:cNvPr>
          <p:cNvGrpSpPr/>
          <p:nvPr/>
        </p:nvGrpSpPr>
        <p:grpSpPr>
          <a:xfrm>
            <a:off x="3240144" y="5129253"/>
            <a:ext cx="8167587" cy="168950"/>
            <a:chOff x="3240144" y="5040626"/>
            <a:chExt cx="8167587" cy="168950"/>
          </a:xfrm>
        </p:grpSpPr>
        <p:pic>
          <p:nvPicPr>
            <p:cNvPr id="1881" name="Graphic 1880">
              <a:extLst>
                <a:ext uri="{FF2B5EF4-FFF2-40B4-BE49-F238E27FC236}">
                  <a16:creationId xmlns:a16="http://schemas.microsoft.com/office/drawing/2014/main" id="{B4E2DE0B-FF17-EFA9-B672-B20E8CAA63D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6"/>
                </a:ext>
              </a:extLst>
            </a:blip>
            <a:stretch>
              <a:fillRect/>
            </a:stretch>
          </p:blipFill>
          <p:spPr>
            <a:xfrm>
              <a:off x="3240144" y="5040626"/>
              <a:ext cx="168950" cy="168950"/>
            </a:xfrm>
            <a:prstGeom prst="rect">
              <a:avLst/>
            </a:prstGeom>
          </p:spPr>
        </p:pic>
        <p:pic>
          <p:nvPicPr>
            <p:cNvPr id="1882" name="Graphic 1881">
              <a:extLst>
                <a:ext uri="{FF2B5EF4-FFF2-40B4-BE49-F238E27FC236}">
                  <a16:creationId xmlns:a16="http://schemas.microsoft.com/office/drawing/2014/main" id="{49C35D3D-41F5-4656-5023-087789A9F763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7"/>
                </a:ext>
              </a:extLst>
            </a:blip>
            <a:stretch>
              <a:fillRect/>
            </a:stretch>
          </p:blipFill>
          <p:spPr>
            <a:xfrm>
              <a:off x="3618804" y="5040626"/>
              <a:ext cx="168950" cy="168950"/>
            </a:xfrm>
            <a:prstGeom prst="rect">
              <a:avLst/>
            </a:prstGeom>
          </p:spPr>
        </p:pic>
        <p:pic>
          <p:nvPicPr>
            <p:cNvPr id="1885" name="Graphic 1884">
              <a:extLst>
                <a:ext uri="{FF2B5EF4-FFF2-40B4-BE49-F238E27FC236}">
                  <a16:creationId xmlns:a16="http://schemas.microsoft.com/office/drawing/2014/main" id="{8588CA7F-6943-4C1E-2FA7-417FDE2C3C3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8"/>
                </a:ext>
              </a:extLst>
            </a:blip>
            <a:stretch>
              <a:fillRect/>
            </a:stretch>
          </p:blipFill>
          <p:spPr>
            <a:xfrm>
              <a:off x="4761801" y="5040626"/>
              <a:ext cx="168950" cy="168950"/>
            </a:xfrm>
            <a:prstGeom prst="rect">
              <a:avLst/>
            </a:prstGeom>
          </p:spPr>
        </p:pic>
        <p:pic>
          <p:nvPicPr>
            <p:cNvPr id="1884" name="Graphic 1883">
              <a:extLst>
                <a:ext uri="{FF2B5EF4-FFF2-40B4-BE49-F238E27FC236}">
                  <a16:creationId xmlns:a16="http://schemas.microsoft.com/office/drawing/2014/main" id="{8D318439-DC29-46C2-D8FD-B637F7E79EF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9"/>
                </a:ext>
              </a:extLst>
            </a:blip>
            <a:stretch>
              <a:fillRect/>
            </a:stretch>
          </p:blipFill>
          <p:spPr>
            <a:xfrm>
              <a:off x="4380802" y="5040626"/>
              <a:ext cx="168950" cy="168950"/>
            </a:xfrm>
            <a:prstGeom prst="rect">
              <a:avLst/>
            </a:prstGeom>
          </p:spPr>
        </p:pic>
        <p:pic>
          <p:nvPicPr>
            <p:cNvPr id="1883" name="Graphic 1882">
              <a:extLst>
                <a:ext uri="{FF2B5EF4-FFF2-40B4-BE49-F238E27FC236}">
                  <a16:creationId xmlns:a16="http://schemas.microsoft.com/office/drawing/2014/main" id="{A96941E1-8CD9-AE51-F69D-9018E428EFE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0"/>
                </a:ext>
              </a:extLst>
            </a:blip>
            <a:stretch>
              <a:fillRect/>
            </a:stretch>
          </p:blipFill>
          <p:spPr>
            <a:xfrm>
              <a:off x="3999803" y="5040626"/>
              <a:ext cx="168950" cy="168950"/>
            </a:xfrm>
            <a:prstGeom prst="rect">
              <a:avLst/>
            </a:prstGeom>
          </p:spPr>
        </p:pic>
        <p:pic>
          <p:nvPicPr>
            <p:cNvPr id="1886" name="Graphic 1885">
              <a:extLst>
                <a:ext uri="{FF2B5EF4-FFF2-40B4-BE49-F238E27FC236}">
                  <a16:creationId xmlns:a16="http://schemas.microsoft.com/office/drawing/2014/main" id="{35D72791-D850-8932-78EE-912F9877C3A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1"/>
                </a:ext>
              </a:extLst>
            </a:blip>
            <a:stretch>
              <a:fillRect/>
            </a:stretch>
          </p:blipFill>
          <p:spPr>
            <a:xfrm>
              <a:off x="5142800" y="5040626"/>
              <a:ext cx="168950" cy="168950"/>
            </a:xfrm>
            <a:prstGeom prst="rect">
              <a:avLst/>
            </a:prstGeom>
          </p:spPr>
        </p:pic>
        <p:pic>
          <p:nvPicPr>
            <p:cNvPr id="1887" name="Graphic 1886">
              <a:extLst>
                <a:ext uri="{FF2B5EF4-FFF2-40B4-BE49-F238E27FC236}">
                  <a16:creationId xmlns:a16="http://schemas.microsoft.com/office/drawing/2014/main" id="{FF24FC0B-A6C5-3F37-FB08-80F5D87E00B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2"/>
                </a:ext>
              </a:extLst>
            </a:blip>
            <a:stretch>
              <a:fillRect/>
            </a:stretch>
          </p:blipFill>
          <p:spPr>
            <a:xfrm>
              <a:off x="5523799" y="5040626"/>
              <a:ext cx="168950" cy="168950"/>
            </a:xfrm>
            <a:prstGeom prst="rect">
              <a:avLst/>
            </a:prstGeom>
          </p:spPr>
        </p:pic>
        <p:pic>
          <p:nvPicPr>
            <p:cNvPr id="1889" name="Graphic 1888">
              <a:extLst>
                <a:ext uri="{FF2B5EF4-FFF2-40B4-BE49-F238E27FC236}">
                  <a16:creationId xmlns:a16="http://schemas.microsoft.com/office/drawing/2014/main" id="{233C50B5-F573-7DB1-2783-54065933A65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3"/>
                </a:ext>
              </a:extLst>
            </a:blip>
            <a:stretch>
              <a:fillRect/>
            </a:stretch>
          </p:blipFill>
          <p:spPr>
            <a:xfrm>
              <a:off x="5904798" y="5040626"/>
              <a:ext cx="168950" cy="168950"/>
            </a:xfrm>
            <a:prstGeom prst="rect">
              <a:avLst/>
            </a:prstGeom>
          </p:spPr>
        </p:pic>
        <p:pic>
          <p:nvPicPr>
            <p:cNvPr id="1890" name="Graphic 1889">
              <a:extLst>
                <a:ext uri="{FF2B5EF4-FFF2-40B4-BE49-F238E27FC236}">
                  <a16:creationId xmlns:a16="http://schemas.microsoft.com/office/drawing/2014/main" id="{2707779D-1A42-6E1C-B4D3-ABF138734C2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4"/>
                </a:ext>
              </a:extLst>
            </a:blip>
            <a:stretch>
              <a:fillRect/>
            </a:stretch>
          </p:blipFill>
          <p:spPr>
            <a:xfrm>
              <a:off x="6666796" y="5040626"/>
              <a:ext cx="168950" cy="168950"/>
            </a:xfrm>
            <a:prstGeom prst="rect">
              <a:avLst/>
            </a:prstGeom>
          </p:spPr>
        </p:pic>
        <p:pic>
          <p:nvPicPr>
            <p:cNvPr id="1892" name="Graphic 1891">
              <a:extLst>
                <a:ext uri="{FF2B5EF4-FFF2-40B4-BE49-F238E27FC236}">
                  <a16:creationId xmlns:a16="http://schemas.microsoft.com/office/drawing/2014/main" id="{D26EDAE3-4D6E-9DCC-8B0D-22645E95BEE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5"/>
                </a:ext>
              </a:extLst>
            </a:blip>
            <a:stretch>
              <a:fillRect/>
            </a:stretch>
          </p:blipFill>
          <p:spPr>
            <a:xfrm>
              <a:off x="7809793" y="5040626"/>
              <a:ext cx="168950" cy="168950"/>
            </a:xfrm>
            <a:prstGeom prst="rect">
              <a:avLst/>
            </a:prstGeom>
          </p:spPr>
        </p:pic>
        <p:pic>
          <p:nvPicPr>
            <p:cNvPr id="1891" name="Graphic 1890">
              <a:extLst>
                <a:ext uri="{FF2B5EF4-FFF2-40B4-BE49-F238E27FC236}">
                  <a16:creationId xmlns:a16="http://schemas.microsoft.com/office/drawing/2014/main" id="{04FD4886-746B-7CCC-1B33-4521A9372CF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6"/>
                </a:ext>
              </a:extLst>
            </a:blip>
            <a:stretch>
              <a:fillRect/>
            </a:stretch>
          </p:blipFill>
          <p:spPr>
            <a:xfrm>
              <a:off x="7428794" y="5040626"/>
              <a:ext cx="168950" cy="168950"/>
            </a:xfrm>
            <a:prstGeom prst="rect">
              <a:avLst/>
            </a:prstGeom>
          </p:spPr>
        </p:pic>
        <p:pic>
          <p:nvPicPr>
            <p:cNvPr id="1893" name="Graphic 1892">
              <a:extLst>
                <a:ext uri="{FF2B5EF4-FFF2-40B4-BE49-F238E27FC236}">
                  <a16:creationId xmlns:a16="http://schemas.microsoft.com/office/drawing/2014/main" id="{2555E5C2-9738-C0C5-5191-07AD92D842B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7"/>
                </a:ext>
              </a:extLst>
            </a:blip>
            <a:stretch>
              <a:fillRect/>
            </a:stretch>
          </p:blipFill>
          <p:spPr>
            <a:xfrm>
              <a:off x="8190792" y="5040626"/>
              <a:ext cx="168950" cy="168950"/>
            </a:xfrm>
            <a:prstGeom prst="rect">
              <a:avLst/>
            </a:prstGeom>
          </p:spPr>
        </p:pic>
        <p:pic>
          <p:nvPicPr>
            <p:cNvPr id="1900" name="Graphic 1899">
              <a:extLst>
                <a:ext uri="{FF2B5EF4-FFF2-40B4-BE49-F238E27FC236}">
                  <a16:creationId xmlns:a16="http://schemas.microsoft.com/office/drawing/2014/main" id="{42421DA5-0AA5-9313-EF0B-379D48C216C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8"/>
                </a:ext>
              </a:extLst>
            </a:blip>
            <a:stretch>
              <a:fillRect/>
            </a:stretch>
          </p:blipFill>
          <p:spPr>
            <a:xfrm>
              <a:off x="7047795" y="5040626"/>
              <a:ext cx="168950" cy="168950"/>
            </a:xfrm>
            <a:prstGeom prst="rect">
              <a:avLst/>
            </a:prstGeom>
          </p:spPr>
        </p:pic>
        <p:pic>
          <p:nvPicPr>
            <p:cNvPr id="1888" name="Graphic 1887">
              <a:extLst>
                <a:ext uri="{FF2B5EF4-FFF2-40B4-BE49-F238E27FC236}">
                  <a16:creationId xmlns:a16="http://schemas.microsoft.com/office/drawing/2014/main" id="{ADACFC42-29D3-F566-A1B5-3E00E067AEB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9"/>
                </a:ext>
              </a:extLst>
            </a:blip>
            <a:stretch>
              <a:fillRect/>
            </a:stretch>
          </p:blipFill>
          <p:spPr>
            <a:xfrm>
              <a:off x="6285797" y="5040626"/>
              <a:ext cx="168950" cy="168950"/>
            </a:xfrm>
            <a:prstGeom prst="rect">
              <a:avLst/>
            </a:prstGeom>
          </p:spPr>
        </p:pic>
        <p:pic>
          <p:nvPicPr>
            <p:cNvPr id="1895" name="Graphic 1894">
              <a:extLst>
                <a:ext uri="{FF2B5EF4-FFF2-40B4-BE49-F238E27FC236}">
                  <a16:creationId xmlns:a16="http://schemas.microsoft.com/office/drawing/2014/main" id="{31CCBC2F-9B8F-C5FC-4E79-D350A6B533A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0"/>
                </a:ext>
              </a:extLst>
            </a:blip>
            <a:stretch>
              <a:fillRect/>
            </a:stretch>
          </p:blipFill>
          <p:spPr>
            <a:xfrm>
              <a:off x="8952790" y="5040626"/>
              <a:ext cx="168950" cy="168950"/>
            </a:xfrm>
            <a:prstGeom prst="rect">
              <a:avLst/>
            </a:prstGeom>
          </p:spPr>
        </p:pic>
        <p:pic>
          <p:nvPicPr>
            <p:cNvPr id="1896" name="Graphic 1895">
              <a:extLst>
                <a:ext uri="{FF2B5EF4-FFF2-40B4-BE49-F238E27FC236}">
                  <a16:creationId xmlns:a16="http://schemas.microsoft.com/office/drawing/2014/main" id="{AE2B3065-1883-D656-F956-A2683F73047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1"/>
                </a:ext>
              </a:extLst>
            </a:blip>
            <a:stretch>
              <a:fillRect/>
            </a:stretch>
          </p:blipFill>
          <p:spPr>
            <a:xfrm>
              <a:off x="9714788" y="5040626"/>
              <a:ext cx="168950" cy="168950"/>
            </a:xfrm>
            <a:prstGeom prst="rect">
              <a:avLst/>
            </a:prstGeom>
          </p:spPr>
        </p:pic>
        <p:pic>
          <p:nvPicPr>
            <p:cNvPr id="1894" name="Graphic 1893">
              <a:extLst>
                <a:ext uri="{FF2B5EF4-FFF2-40B4-BE49-F238E27FC236}">
                  <a16:creationId xmlns:a16="http://schemas.microsoft.com/office/drawing/2014/main" id="{4DF59A93-4548-B588-A58E-ACABC7BAF95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2"/>
                </a:ext>
              </a:extLst>
            </a:blip>
            <a:stretch>
              <a:fillRect/>
            </a:stretch>
          </p:blipFill>
          <p:spPr>
            <a:xfrm>
              <a:off x="8571791" y="5040626"/>
              <a:ext cx="168950" cy="168950"/>
            </a:xfrm>
            <a:prstGeom prst="rect">
              <a:avLst/>
            </a:prstGeom>
          </p:spPr>
        </p:pic>
        <p:pic>
          <p:nvPicPr>
            <p:cNvPr id="1897" name="Graphic 1896">
              <a:extLst>
                <a:ext uri="{FF2B5EF4-FFF2-40B4-BE49-F238E27FC236}">
                  <a16:creationId xmlns:a16="http://schemas.microsoft.com/office/drawing/2014/main" id="{8104141F-E2F7-74A3-217D-82EF472FBF4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3"/>
                </a:ext>
              </a:extLst>
            </a:blip>
            <a:stretch>
              <a:fillRect/>
            </a:stretch>
          </p:blipFill>
          <p:spPr>
            <a:xfrm>
              <a:off x="9333789" y="5040626"/>
              <a:ext cx="168950" cy="168950"/>
            </a:xfrm>
            <a:prstGeom prst="rect">
              <a:avLst/>
            </a:prstGeom>
          </p:spPr>
        </p:pic>
        <p:pic>
          <p:nvPicPr>
            <p:cNvPr id="1898" name="Graphic 1897">
              <a:extLst>
                <a:ext uri="{FF2B5EF4-FFF2-40B4-BE49-F238E27FC236}">
                  <a16:creationId xmlns:a16="http://schemas.microsoft.com/office/drawing/2014/main" id="{60517592-1072-C364-9D89-3616C97E61B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4"/>
                </a:ext>
              </a:extLst>
            </a:blip>
            <a:stretch>
              <a:fillRect/>
            </a:stretch>
          </p:blipFill>
          <p:spPr>
            <a:xfrm>
              <a:off x="10095787" y="5040626"/>
              <a:ext cx="168950" cy="168950"/>
            </a:xfrm>
            <a:prstGeom prst="rect">
              <a:avLst/>
            </a:prstGeom>
          </p:spPr>
        </p:pic>
        <p:pic>
          <p:nvPicPr>
            <p:cNvPr id="1899" name="Graphic 1898">
              <a:extLst>
                <a:ext uri="{FF2B5EF4-FFF2-40B4-BE49-F238E27FC236}">
                  <a16:creationId xmlns:a16="http://schemas.microsoft.com/office/drawing/2014/main" id="{64579355-3BDE-8BF9-6A39-EF9FE269C3C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5"/>
                </a:ext>
              </a:extLst>
            </a:blip>
            <a:stretch>
              <a:fillRect/>
            </a:stretch>
          </p:blipFill>
          <p:spPr>
            <a:xfrm>
              <a:off x="10476786" y="5040626"/>
              <a:ext cx="168950" cy="168950"/>
            </a:xfrm>
            <a:prstGeom prst="rect">
              <a:avLst/>
            </a:prstGeom>
          </p:spPr>
        </p:pic>
        <p:pic>
          <p:nvPicPr>
            <p:cNvPr id="1902" name="Graphic 1901">
              <a:extLst>
                <a:ext uri="{FF2B5EF4-FFF2-40B4-BE49-F238E27FC236}">
                  <a16:creationId xmlns:a16="http://schemas.microsoft.com/office/drawing/2014/main" id="{08D92473-3016-F319-FA35-737C497861F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6"/>
                </a:ext>
              </a:extLst>
            </a:blip>
            <a:stretch>
              <a:fillRect/>
            </a:stretch>
          </p:blipFill>
          <p:spPr>
            <a:xfrm>
              <a:off x="11238781" y="5040626"/>
              <a:ext cx="168950" cy="168950"/>
            </a:xfrm>
            <a:prstGeom prst="rect">
              <a:avLst/>
            </a:prstGeom>
          </p:spPr>
        </p:pic>
        <p:pic>
          <p:nvPicPr>
            <p:cNvPr id="1901" name="Graphic 1900">
              <a:extLst>
                <a:ext uri="{FF2B5EF4-FFF2-40B4-BE49-F238E27FC236}">
                  <a16:creationId xmlns:a16="http://schemas.microsoft.com/office/drawing/2014/main" id="{C863330F-E92A-62B4-F6AB-5B87903DAF5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7"/>
                </a:ext>
              </a:extLst>
            </a:blip>
            <a:stretch>
              <a:fillRect/>
            </a:stretch>
          </p:blipFill>
          <p:spPr>
            <a:xfrm>
              <a:off x="10857785" y="5040626"/>
              <a:ext cx="168950" cy="168950"/>
            </a:xfrm>
            <a:prstGeom prst="rect">
              <a:avLst/>
            </a:prstGeom>
          </p:spPr>
        </p:pic>
      </p:grpSp>
      <p:grpSp>
        <p:nvGrpSpPr>
          <p:cNvPr id="1548" name="Group 1547">
            <a:extLst>
              <a:ext uri="{FF2B5EF4-FFF2-40B4-BE49-F238E27FC236}">
                <a16:creationId xmlns:a16="http://schemas.microsoft.com/office/drawing/2014/main" id="{67F7C59E-D7C1-8521-AC3D-DAA4DE405ED3}"/>
              </a:ext>
            </a:extLst>
          </p:cNvPr>
          <p:cNvGrpSpPr/>
          <p:nvPr/>
        </p:nvGrpSpPr>
        <p:grpSpPr>
          <a:xfrm>
            <a:off x="3240144" y="5559392"/>
            <a:ext cx="8167587" cy="168950"/>
            <a:chOff x="3240144" y="5481300"/>
            <a:chExt cx="8167587" cy="168950"/>
          </a:xfrm>
        </p:grpSpPr>
        <p:pic>
          <p:nvPicPr>
            <p:cNvPr id="1903" name="Graphic 1902">
              <a:extLst>
                <a:ext uri="{FF2B5EF4-FFF2-40B4-BE49-F238E27FC236}">
                  <a16:creationId xmlns:a16="http://schemas.microsoft.com/office/drawing/2014/main" id="{66F486EC-A0EB-5FBC-BDD7-4E15F28377B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8"/>
                </a:ext>
              </a:extLst>
            </a:blip>
            <a:stretch>
              <a:fillRect/>
            </a:stretch>
          </p:blipFill>
          <p:spPr>
            <a:xfrm>
              <a:off x="3240144" y="5481300"/>
              <a:ext cx="168950" cy="168950"/>
            </a:xfrm>
            <a:prstGeom prst="rect">
              <a:avLst/>
            </a:prstGeom>
          </p:spPr>
        </p:pic>
        <p:pic>
          <p:nvPicPr>
            <p:cNvPr id="1904" name="Graphic 1903">
              <a:extLst>
                <a:ext uri="{FF2B5EF4-FFF2-40B4-BE49-F238E27FC236}">
                  <a16:creationId xmlns:a16="http://schemas.microsoft.com/office/drawing/2014/main" id="{F045B07E-5844-7B69-79C3-B4BFAA62F19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9"/>
                </a:ext>
              </a:extLst>
            </a:blip>
            <a:stretch>
              <a:fillRect/>
            </a:stretch>
          </p:blipFill>
          <p:spPr>
            <a:xfrm>
              <a:off x="3618804" y="5481300"/>
              <a:ext cx="168950" cy="168950"/>
            </a:xfrm>
            <a:prstGeom prst="rect">
              <a:avLst/>
            </a:prstGeom>
          </p:spPr>
        </p:pic>
        <p:pic>
          <p:nvPicPr>
            <p:cNvPr id="1905" name="Graphic 1904">
              <a:extLst>
                <a:ext uri="{FF2B5EF4-FFF2-40B4-BE49-F238E27FC236}">
                  <a16:creationId xmlns:a16="http://schemas.microsoft.com/office/drawing/2014/main" id="{5E196FC9-CDFB-4F64-C816-9FBC2E8416F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0"/>
                </a:ext>
              </a:extLst>
            </a:blip>
            <a:stretch>
              <a:fillRect/>
            </a:stretch>
          </p:blipFill>
          <p:spPr>
            <a:xfrm>
              <a:off x="4761801" y="5481300"/>
              <a:ext cx="168950" cy="168950"/>
            </a:xfrm>
            <a:prstGeom prst="rect">
              <a:avLst/>
            </a:prstGeom>
          </p:spPr>
        </p:pic>
        <p:pic>
          <p:nvPicPr>
            <p:cNvPr id="1906" name="Graphic 1905">
              <a:extLst>
                <a:ext uri="{FF2B5EF4-FFF2-40B4-BE49-F238E27FC236}">
                  <a16:creationId xmlns:a16="http://schemas.microsoft.com/office/drawing/2014/main" id="{EFF0B6E2-2609-A62F-329C-CF3408F00C4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1"/>
                </a:ext>
              </a:extLst>
            </a:blip>
            <a:stretch>
              <a:fillRect/>
            </a:stretch>
          </p:blipFill>
          <p:spPr>
            <a:xfrm>
              <a:off x="4380802" y="5481300"/>
              <a:ext cx="168950" cy="168950"/>
            </a:xfrm>
            <a:prstGeom prst="rect">
              <a:avLst/>
            </a:prstGeom>
          </p:spPr>
        </p:pic>
        <p:pic>
          <p:nvPicPr>
            <p:cNvPr id="1907" name="Graphic 1906">
              <a:extLst>
                <a:ext uri="{FF2B5EF4-FFF2-40B4-BE49-F238E27FC236}">
                  <a16:creationId xmlns:a16="http://schemas.microsoft.com/office/drawing/2014/main" id="{95D2C3AD-BAF6-731C-9A90-0E4C9B46B2B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2"/>
                </a:ext>
              </a:extLst>
            </a:blip>
            <a:stretch>
              <a:fillRect/>
            </a:stretch>
          </p:blipFill>
          <p:spPr>
            <a:xfrm>
              <a:off x="3999803" y="5481300"/>
              <a:ext cx="168950" cy="168950"/>
            </a:xfrm>
            <a:prstGeom prst="rect">
              <a:avLst/>
            </a:prstGeom>
          </p:spPr>
        </p:pic>
        <p:pic>
          <p:nvPicPr>
            <p:cNvPr id="1908" name="Graphic 1907">
              <a:extLst>
                <a:ext uri="{FF2B5EF4-FFF2-40B4-BE49-F238E27FC236}">
                  <a16:creationId xmlns:a16="http://schemas.microsoft.com/office/drawing/2014/main" id="{EE99EA7A-5715-B08E-BDC3-F84C20D64D1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3"/>
                </a:ext>
              </a:extLst>
            </a:blip>
            <a:stretch>
              <a:fillRect/>
            </a:stretch>
          </p:blipFill>
          <p:spPr>
            <a:xfrm>
              <a:off x="5142800" y="5481300"/>
              <a:ext cx="168950" cy="168950"/>
            </a:xfrm>
            <a:prstGeom prst="rect">
              <a:avLst/>
            </a:prstGeom>
          </p:spPr>
        </p:pic>
        <p:pic>
          <p:nvPicPr>
            <p:cNvPr id="1909" name="Graphic 1908">
              <a:extLst>
                <a:ext uri="{FF2B5EF4-FFF2-40B4-BE49-F238E27FC236}">
                  <a16:creationId xmlns:a16="http://schemas.microsoft.com/office/drawing/2014/main" id="{80086D73-91DD-F583-C268-7A3C84CE037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4"/>
                </a:ext>
              </a:extLst>
            </a:blip>
            <a:stretch>
              <a:fillRect/>
            </a:stretch>
          </p:blipFill>
          <p:spPr>
            <a:xfrm>
              <a:off x="5523799" y="5481300"/>
              <a:ext cx="168950" cy="168950"/>
            </a:xfrm>
            <a:prstGeom prst="rect">
              <a:avLst/>
            </a:prstGeom>
          </p:spPr>
        </p:pic>
        <p:pic>
          <p:nvPicPr>
            <p:cNvPr id="1910" name="Graphic 1909">
              <a:extLst>
                <a:ext uri="{FF2B5EF4-FFF2-40B4-BE49-F238E27FC236}">
                  <a16:creationId xmlns:a16="http://schemas.microsoft.com/office/drawing/2014/main" id="{60F583AE-F666-8C3F-AC5F-6EA16A4ADC1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5"/>
                </a:ext>
              </a:extLst>
            </a:blip>
            <a:stretch>
              <a:fillRect/>
            </a:stretch>
          </p:blipFill>
          <p:spPr>
            <a:xfrm>
              <a:off x="5904798" y="5481300"/>
              <a:ext cx="168950" cy="168950"/>
            </a:xfrm>
            <a:prstGeom prst="rect">
              <a:avLst/>
            </a:prstGeom>
          </p:spPr>
        </p:pic>
        <p:pic>
          <p:nvPicPr>
            <p:cNvPr id="1911" name="Graphic 1910">
              <a:extLst>
                <a:ext uri="{FF2B5EF4-FFF2-40B4-BE49-F238E27FC236}">
                  <a16:creationId xmlns:a16="http://schemas.microsoft.com/office/drawing/2014/main" id="{54B4ED30-3EDD-14EE-AAF4-D698393DD1B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6"/>
                </a:ext>
              </a:extLst>
            </a:blip>
            <a:stretch>
              <a:fillRect/>
            </a:stretch>
          </p:blipFill>
          <p:spPr>
            <a:xfrm>
              <a:off x="6666796" y="5481300"/>
              <a:ext cx="168950" cy="168950"/>
            </a:xfrm>
            <a:prstGeom prst="rect">
              <a:avLst/>
            </a:prstGeom>
          </p:spPr>
        </p:pic>
        <p:pic>
          <p:nvPicPr>
            <p:cNvPr id="1912" name="Graphic 1911">
              <a:extLst>
                <a:ext uri="{FF2B5EF4-FFF2-40B4-BE49-F238E27FC236}">
                  <a16:creationId xmlns:a16="http://schemas.microsoft.com/office/drawing/2014/main" id="{FFA7C94A-31F2-2507-B0A0-E87D75755A6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7"/>
                </a:ext>
              </a:extLst>
            </a:blip>
            <a:stretch>
              <a:fillRect/>
            </a:stretch>
          </p:blipFill>
          <p:spPr>
            <a:xfrm>
              <a:off x="7809793" y="5481300"/>
              <a:ext cx="168950" cy="168950"/>
            </a:xfrm>
            <a:prstGeom prst="rect">
              <a:avLst/>
            </a:prstGeom>
          </p:spPr>
        </p:pic>
        <p:pic>
          <p:nvPicPr>
            <p:cNvPr id="1913" name="Graphic 1912">
              <a:extLst>
                <a:ext uri="{FF2B5EF4-FFF2-40B4-BE49-F238E27FC236}">
                  <a16:creationId xmlns:a16="http://schemas.microsoft.com/office/drawing/2014/main" id="{CC46C9E5-C969-ECAA-70C8-F76364BB0F66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8"/>
                </a:ext>
              </a:extLst>
            </a:blip>
            <a:stretch>
              <a:fillRect/>
            </a:stretch>
          </p:blipFill>
          <p:spPr>
            <a:xfrm>
              <a:off x="7428794" y="5481300"/>
              <a:ext cx="168950" cy="168950"/>
            </a:xfrm>
            <a:prstGeom prst="rect">
              <a:avLst/>
            </a:prstGeom>
          </p:spPr>
        </p:pic>
        <p:pic>
          <p:nvPicPr>
            <p:cNvPr id="1914" name="Graphic 1913">
              <a:extLst>
                <a:ext uri="{FF2B5EF4-FFF2-40B4-BE49-F238E27FC236}">
                  <a16:creationId xmlns:a16="http://schemas.microsoft.com/office/drawing/2014/main" id="{ADA2DD37-0221-5981-9A0B-8212362E0FA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9"/>
                </a:ext>
              </a:extLst>
            </a:blip>
            <a:stretch>
              <a:fillRect/>
            </a:stretch>
          </p:blipFill>
          <p:spPr>
            <a:xfrm>
              <a:off x="8190792" y="5481300"/>
              <a:ext cx="168950" cy="168950"/>
            </a:xfrm>
            <a:prstGeom prst="rect">
              <a:avLst/>
            </a:prstGeom>
          </p:spPr>
        </p:pic>
        <p:pic>
          <p:nvPicPr>
            <p:cNvPr id="1915" name="Graphic 1914">
              <a:extLst>
                <a:ext uri="{FF2B5EF4-FFF2-40B4-BE49-F238E27FC236}">
                  <a16:creationId xmlns:a16="http://schemas.microsoft.com/office/drawing/2014/main" id="{8012046E-B76E-A53E-A014-A414E59E3EC4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0"/>
                </a:ext>
              </a:extLst>
            </a:blip>
            <a:stretch>
              <a:fillRect/>
            </a:stretch>
          </p:blipFill>
          <p:spPr>
            <a:xfrm>
              <a:off x="7047795" y="5481300"/>
              <a:ext cx="168950" cy="168950"/>
            </a:xfrm>
            <a:prstGeom prst="rect">
              <a:avLst/>
            </a:prstGeom>
          </p:spPr>
        </p:pic>
        <p:pic>
          <p:nvPicPr>
            <p:cNvPr id="1916" name="Graphic 1915">
              <a:extLst>
                <a:ext uri="{FF2B5EF4-FFF2-40B4-BE49-F238E27FC236}">
                  <a16:creationId xmlns:a16="http://schemas.microsoft.com/office/drawing/2014/main" id="{1727266D-EF76-802B-C2DA-8B7BA233FA9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1"/>
                </a:ext>
              </a:extLst>
            </a:blip>
            <a:stretch>
              <a:fillRect/>
            </a:stretch>
          </p:blipFill>
          <p:spPr>
            <a:xfrm>
              <a:off x="6285797" y="5481300"/>
              <a:ext cx="168950" cy="168950"/>
            </a:xfrm>
            <a:prstGeom prst="rect">
              <a:avLst/>
            </a:prstGeom>
          </p:spPr>
        </p:pic>
        <p:pic>
          <p:nvPicPr>
            <p:cNvPr id="1917" name="Graphic 1916">
              <a:extLst>
                <a:ext uri="{FF2B5EF4-FFF2-40B4-BE49-F238E27FC236}">
                  <a16:creationId xmlns:a16="http://schemas.microsoft.com/office/drawing/2014/main" id="{1362306C-EF91-9108-71C3-B0675710CE0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2"/>
                </a:ext>
              </a:extLst>
            </a:blip>
            <a:stretch>
              <a:fillRect/>
            </a:stretch>
          </p:blipFill>
          <p:spPr>
            <a:xfrm>
              <a:off x="8952790" y="5481300"/>
              <a:ext cx="168950" cy="168950"/>
            </a:xfrm>
            <a:prstGeom prst="rect">
              <a:avLst/>
            </a:prstGeom>
          </p:spPr>
        </p:pic>
        <p:pic>
          <p:nvPicPr>
            <p:cNvPr id="1918" name="Graphic 1917">
              <a:extLst>
                <a:ext uri="{FF2B5EF4-FFF2-40B4-BE49-F238E27FC236}">
                  <a16:creationId xmlns:a16="http://schemas.microsoft.com/office/drawing/2014/main" id="{DD89E7C2-AE09-5A34-D829-6D5EBF39757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3"/>
                </a:ext>
              </a:extLst>
            </a:blip>
            <a:stretch>
              <a:fillRect/>
            </a:stretch>
          </p:blipFill>
          <p:spPr>
            <a:xfrm>
              <a:off x="9714788" y="5481300"/>
              <a:ext cx="168950" cy="168950"/>
            </a:xfrm>
            <a:prstGeom prst="rect">
              <a:avLst/>
            </a:prstGeom>
          </p:spPr>
        </p:pic>
        <p:pic>
          <p:nvPicPr>
            <p:cNvPr id="1919" name="Graphic 1918">
              <a:extLst>
                <a:ext uri="{FF2B5EF4-FFF2-40B4-BE49-F238E27FC236}">
                  <a16:creationId xmlns:a16="http://schemas.microsoft.com/office/drawing/2014/main" id="{A4DEEB14-E0E9-2154-2B32-E5D6A0FA32E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4"/>
                </a:ext>
              </a:extLst>
            </a:blip>
            <a:stretch>
              <a:fillRect/>
            </a:stretch>
          </p:blipFill>
          <p:spPr>
            <a:xfrm>
              <a:off x="8571791" y="5481300"/>
              <a:ext cx="168950" cy="168950"/>
            </a:xfrm>
            <a:prstGeom prst="rect">
              <a:avLst/>
            </a:prstGeom>
          </p:spPr>
        </p:pic>
        <p:pic>
          <p:nvPicPr>
            <p:cNvPr id="1472" name="Graphic 1471">
              <a:extLst>
                <a:ext uri="{FF2B5EF4-FFF2-40B4-BE49-F238E27FC236}">
                  <a16:creationId xmlns:a16="http://schemas.microsoft.com/office/drawing/2014/main" id="{74A711B1-0468-013F-A669-CDA628392DE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5"/>
                </a:ext>
              </a:extLst>
            </a:blip>
            <a:stretch>
              <a:fillRect/>
            </a:stretch>
          </p:blipFill>
          <p:spPr>
            <a:xfrm>
              <a:off x="9333789" y="5481300"/>
              <a:ext cx="168950" cy="168950"/>
            </a:xfrm>
            <a:prstGeom prst="rect">
              <a:avLst/>
            </a:prstGeom>
          </p:spPr>
        </p:pic>
        <p:pic>
          <p:nvPicPr>
            <p:cNvPr id="1473" name="Graphic 1472">
              <a:extLst>
                <a:ext uri="{FF2B5EF4-FFF2-40B4-BE49-F238E27FC236}">
                  <a16:creationId xmlns:a16="http://schemas.microsoft.com/office/drawing/2014/main" id="{B1B0EF28-B61F-DF1C-A926-D1F80243641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6"/>
                </a:ext>
              </a:extLst>
            </a:blip>
            <a:stretch>
              <a:fillRect/>
            </a:stretch>
          </p:blipFill>
          <p:spPr>
            <a:xfrm>
              <a:off x="10095787" y="5481300"/>
              <a:ext cx="168950" cy="168950"/>
            </a:xfrm>
            <a:prstGeom prst="rect">
              <a:avLst/>
            </a:prstGeom>
          </p:spPr>
        </p:pic>
        <p:pic>
          <p:nvPicPr>
            <p:cNvPr id="1474" name="Graphic 1473">
              <a:extLst>
                <a:ext uri="{FF2B5EF4-FFF2-40B4-BE49-F238E27FC236}">
                  <a16:creationId xmlns:a16="http://schemas.microsoft.com/office/drawing/2014/main" id="{63A5811D-147D-6F5D-4666-8BA15235D4E4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7"/>
                </a:ext>
              </a:extLst>
            </a:blip>
            <a:stretch>
              <a:fillRect/>
            </a:stretch>
          </p:blipFill>
          <p:spPr>
            <a:xfrm>
              <a:off x="10476786" y="5481300"/>
              <a:ext cx="168950" cy="168950"/>
            </a:xfrm>
            <a:prstGeom prst="rect">
              <a:avLst/>
            </a:prstGeom>
          </p:spPr>
        </p:pic>
        <p:pic>
          <p:nvPicPr>
            <p:cNvPr id="1475" name="Graphic 1474">
              <a:extLst>
                <a:ext uri="{FF2B5EF4-FFF2-40B4-BE49-F238E27FC236}">
                  <a16:creationId xmlns:a16="http://schemas.microsoft.com/office/drawing/2014/main" id="{5755030A-093F-ABBE-FA4D-7982745CF06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8"/>
                </a:ext>
              </a:extLst>
            </a:blip>
            <a:stretch>
              <a:fillRect/>
            </a:stretch>
          </p:blipFill>
          <p:spPr>
            <a:xfrm>
              <a:off x="11238781" y="5481300"/>
              <a:ext cx="168950" cy="168950"/>
            </a:xfrm>
            <a:prstGeom prst="rect">
              <a:avLst/>
            </a:prstGeom>
          </p:spPr>
        </p:pic>
        <p:pic>
          <p:nvPicPr>
            <p:cNvPr id="1476" name="Graphic 1475">
              <a:extLst>
                <a:ext uri="{FF2B5EF4-FFF2-40B4-BE49-F238E27FC236}">
                  <a16:creationId xmlns:a16="http://schemas.microsoft.com/office/drawing/2014/main" id="{4A21CF7F-C3C8-68D5-03B8-46FF0BA0981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9"/>
                </a:ext>
              </a:extLst>
            </a:blip>
            <a:stretch>
              <a:fillRect/>
            </a:stretch>
          </p:blipFill>
          <p:spPr>
            <a:xfrm>
              <a:off x="10857785" y="5481300"/>
              <a:ext cx="168950" cy="168950"/>
            </a:xfrm>
            <a:prstGeom prst="rect">
              <a:avLst/>
            </a:prstGeom>
          </p:spPr>
        </p:pic>
      </p:grpSp>
      <p:pic>
        <p:nvPicPr>
          <p:cNvPr id="1810" name="Graphic 1809">
            <a:extLst>
              <a:ext uri="{FF2B5EF4-FFF2-40B4-BE49-F238E27FC236}">
                <a16:creationId xmlns:a16="http://schemas.microsoft.com/office/drawing/2014/main" id="{2AC4984B-5681-5C54-7D72-9B293D3416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0"/>
              </a:ext>
            </a:extLst>
          </a:blip>
          <a:stretch>
            <a:fillRect/>
          </a:stretch>
        </p:blipFill>
        <p:spPr>
          <a:xfrm>
            <a:off x="3240144" y="1249920"/>
            <a:ext cx="168950" cy="16895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B2A4523-42A2-719A-B837-80D8A7FA2B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8952790" y="1680063"/>
            <a:ext cx="168950" cy="168950"/>
          </a:xfrm>
          <a:prstGeom prst="rect">
            <a:avLst/>
          </a:prstGeom>
        </p:spPr>
      </p:pic>
      <p:pic>
        <p:nvPicPr>
          <p:cNvPr id="1812" name="Graphic 1811">
            <a:extLst>
              <a:ext uri="{FF2B5EF4-FFF2-40B4-BE49-F238E27FC236}">
                <a16:creationId xmlns:a16="http://schemas.microsoft.com/office/drawing/2014/main" id="{6757EAEC-CD82-3761-DC08-AB9462D3733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2"/>
              </a:ext>
            </a:extLst>
          </a:blip>
          <a:stretch>
            <a:fillRect/>
          </a:stretch>
        </p:blipFill>
        <p:spPr>
          <a:xfrm>
            <a:off x="5142800" y="2970492"/>
            <a:ext cx="168950" cy="168950"/>
          </a:xfrm>
          <a:prstGeom prst="rect">
            <a:avLst/>
          </a:prstGeom>
        </p:spPr>
      </p:pic>
      <p:pic>
        <p:nvPicPr>
          <p:cNvPr id="1477" name="Graphic 1476">
            <a:extLst>
              <a:ext uri="{FF2B5EF4-FFF2-40B4-BE49-F238E27FC236}">
                <a16:creationId xmlns:a16="http://schemas.microsoft.com/office/drawing/2014/main" id="{476350C6-B36E-9BBD-3149-8BCEF0C9E1C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3"/>
              </a:ext>
            </a:extLst>
          </a:blip>
          <a:stretch>
            <a:fillRect/>
          </a:stretch>
        </p:blipFill>
        <p:spPr>
          <a:xfrm>
            <a:off x="7428794" y="2540349"/>
            <a:ext cx="168950" cy="168950"/>
          </a:xfrm>
          <a:prstGeom prst="rect">
            <a:avLst/>
          </a:prstGeom>
        </p:spPr>
      </p:pic>
      <p:pic>
        <p:nvPicPr>
          <p:cNvPr id="1478" name="Graphic 1477">
            <a:extLst>
              <a:ext uri="{FF2B5EF4-FFF2-40B4-BE49-F238E27FC236}">
                <a16:creationId xmlns:a16="http://schemas.microsoft.com/office/drawing/2014/main" id="{E97E3CAF-AB9A-1716-9A9F-13907AD91EC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4"/>
              </a:ext>
            </a:extLst>
          </a:blip>
          <a:stretch>
            <a:fillRect/>
          </a:stretch>
        </p:blipFill>
        <p:spPr>
          <a:xfrm>
            <a:off x="7424771" y="2109944"/>
            <a:ext cx="168950" cy="16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55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Optus Icons</a:t>
            </a:r>
            <a:br>
              <a:rPr lang="en-US"/>
            </a:br>
            <a:r>
              <a:rPr lang="en-US"/>
              <a:t>Treatment</a:t>
            </a:r>
            <a:endParaRPr lang="en-US" dirty="0"/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4C387003-BD27-4871-6142-B00AD0F7ED08}"/>
              </a:ext>
            </a:extLst>
          </p:cNvPr>
          <p:cNvSpPr txBox="1"/>
          <p:nvPr/>
        </p:nvSpPr>
        <p:spPr>
          <a:xfrm>
            <a:off x="660797" y="1555102"/>
            <a:ext cx="2110646" cy="425758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Icons can be presented using different shapes and styles.</a:t>
            </a:r>
          </a:p>
        </p:txBody>
      </p:sp>
      <p:sp>
        <p:nvSpPr>
          <p:cNvPr id="1807" name="TextBox 1806">
            <a:extLst>
              <a:ext uri="{FF2B5EF4-FFF2-40B4-BE49-F238E27FC236}">
                <a16:creationId xmlns:a16="http://schemas.microsoft.com/office/drawing/2014/main" id="{0C1AF721-94E6-7040-FF5A-EE6A24E4F6D7}"/>
              </a:ext>
            </a:extLst>
          </p:cNvPr>
          <p:cNvSpPr txBox="1"/>
          <p:nvPr/>
        </p:nvSpPr>
        <p:spPr>
          <a:xfrm>
            <a:off x="660797" y="2288268"/>
            <a:ext cx="211064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Circle</a:t>
            </a:r>
          </a:p>
        </p:txBody>
      </p:sp>
      <p:sp>
        <p:nvSpPr>
          <p:cNvPr id="1808" name="TextBox 1807">
            <a:extLst>
              <a:ext uri="{FF2B5EF4-FFF2-40B4-BE49-F238E27FC236}">
                <a16:creationId xmlns:a16="http://schemas.microsoft.com/office/drawing/2014/main" id="{AE70F35C-B6AC-8613-4445-ED477C16CFF9}"/>
              </a:ext>
            </a:extLst>
          </p:cNvPr>
          <p:cNvSpPr txBox="1"/>
          <p:nvPr/>
        </p:nvSpPr>
        <p:spPr>
          <a:xfrm>
            <a:off x="664158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09" name="TextBox 1808">
            <a:extLst>
              <a:ext uri="{FF2B5EF4-FFF2-40B4-BE49-F238E27FC236}">
                <a16:creationId xmlns:a16="http://schemas.microsoft.com/office/drawing/2014/main" id="{244504B5-CBAD-87B9-8553-C44E7B52F1FA}"/>
              </a:ext>
            </a:extLst>
          </p:cNvPr>
          <p:cNvSpPr txBox="1"/>
          <p:nvPr/>
        </p:nvSpPr>
        <p:spPr>
          <a:xfrm>
            <a:off x="1715407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sp>
        <p:nvSpPr>
          <p:cNvPr id="1811" name="TextBox 1810">
            <a:extLst>
              <a:ext uri="{FF2B5EF4-FFF2-40B4-BE49-F238E27FC236}">
                <a16:creationId xmlns:a16="http://schemas.microsoft.com/office/drawing/2014/main" id="{DDC6541E-1570-732F-691B-F6276BD725F9}"/>
              </a:ext>
            </a:extLst>
          </p:cNvPr>
          <p:cNvSpPr txBox="1"/>
          <p:nvPr/>
        </p:nvSpPr>
        <p:spPr>
          <a:xfrm>
            <a:off x="660797" y="3874472"/>
            <a:ext cx="2110646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Square with </a:t>
            </a:r>
            <a:br>
              <a:rPr lang="en-US" sz="1200" dirty="0">
                <a:latin typeface="Yes Sans Text Medium" panose="020B0504030101010103" pitchFamily="34" charset="77"/>
              </a:rPr>
            </a:br>
            <a:r>
              <a:rPr lang="en-US" sz="1200" dirty="0">
                <a:latin typeface="Yes Sans Text Medium" panose="020B0504030101010103" pitchFamily="34" charset="77"/>
              </a:rPr>
              <a:t>rounded corners</a:t>
            </a:r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CF9DB950-EC2A-AD9F-51F9-40D3CEBD8693}"/>
              </a:ext>
            </a:extLst>
          </p:cNvPr>
          <p:cNvSpPr txBox="1"/>
          <p:nvPr/>
        </p:nvSpPr>
        <p:spPr>
          <a:xfrm>
            <a:off x="664158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D30EA323-E4B6-353D-7E60-39929A29FFF4}"/>
              </a:ext>
            </a:extLst>
          </p:cNvPr>
          <p:cNvSpPr txBox="1"/>
          <p:nvPr/>
        </p:nvSpPr>
        <p:spPr>
          <a:xfrm>
            <a:off x="1715407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pic>
        <p:nvPicPr>
          <p:cNvPr id="1860" name="Graphic 1859">
            <a:extLst>
              <a:ext uri="{FF2B5EF4-FFF2-40B4-BE49-F238E27FC236}">
                <a16:creationId xmlns:a16="http://schemas.microsoft.com/office/drawing/2014/main" id="{44382C74-25EE-31C9-341D-C4C36A6AF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2426" y="2588424"/>
            <a:ext cx="761998" cy="761998"/>
          </a:xfrm>
          <a:prstGeom prst="rect">
            <a:avLst/>
          </a:prstGeom>
        </p:spPr>
      </p:pic>
      <p:sp>
        <p:nvSpPr>
          <p:cNvPr id="1861" name="Oval 1860">
            <a:extLst>
              <a:ext uri="{FF2B5EF4-FFF2-40B4-BE49-F238E27FC236}">
                <a16:creationId xmlns:a16="http://schemas.microsoft.com/office/drawing/2014/main" id="{18576005-134E-D345-A037-082BB37E3429}"/>
              </a:ext>
            </a:extLst>
          </p:cNvPr>
          <p:cNvSpPr/>
          <p:nvPr/>
        </p:nvSpPr>
        <p:spPr>
          <a:xfrm>
            <a:off x="811177" y="2588424"/>
            <a:ext cx="761998" cy="7619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2" name="Graphic 1861">
            <a:extLst>
              <a:ext uri="{FF2B5EF4-FFF2-40B4-BE49-F238E27FC236}">
                <a16:creationId xmlns:a16="http://schemas.microsoft.com/office/drawing/2014/main" id="{D83B350C-C789-1F9A-9DFC-2FC914E69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2706187"/>
            <a:ext cx="526472" cy="526472"/>
          </a:xfrm>
          <a:prstGeom prst="rect">
            <a:avLst/>
          </a:prstGeom>
        </p:spPr>
      </p:pic>
      <p:sp>
        <p:nvSpPr>
          <p:cNvPr id="1863" name="Rounded Rectangle 1862">
            <a:extLst>
              <a:ext uri="{FF2B5EF4-FFF2-40B4-BE49-F238E27FC236}">
                <a16:creationId xmlns:a16="http://schemas.microsoft.com/office/drawing/2014/main" id="{C294B3A2-B44E-9131-D679-9FA113771AA8}"/>
              </a:ext>
            </a:extLst>
          </p:cNvPr>
          <p:cNvSpPr/>
          <p:nvPr/>
        </p:nvSpPr>
        <p:spPr>
          <a:xfrm>
            <a:off x="811177" y="4368014"/>
            <a:ext cx="761998" cy="761998"/>
          </a:xfrm>
          <a:prstGeom prst="roundRect">
            <a:avLst>
              <a:gd name="adj" fmla="val 3121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4" name="Rounded Rectangle 1863">
            <a:extLst>
              <a:ext uri="{FF2B5EF4-FFF2-40B4-BE49-F238E27FC236}">
                <a16:creationId xmlns:a16="http://schemas.microsoft.com/office/drawing/2014/main" id="{01D5CF09-E81E-0CE8-2AA8-EB22B5462DD0}"/>
              </a:ext>
            </a:extLst>
          </p:cNvPr>
          <p:cNvSpPr/>
          <p:nvPr/>
        </p:nvSpPr>
        <p:spPr>
          <a:xfrm>
            <a:off x="1869206" y="4371440"/>
            <a:ext cx="745090" cy="745090"/>
          </a:xfrm>
          <a:prstGeom prst="roundRect">
            <a:avLst>
              <a:gd name="adj" fmla="val 3121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5" name="Graphic 1864">
            <a:extLst>
              <a:ext uri="{FF2B5EF4-FFF2-40B4-BE49-F238E27FC236}">
                <a16:creationId xmlns:a16="http://schemas.microsoft.com/office/drawing/2014/main" id="{E541F8B2-25E9-97F6-BCC0-7A5169EBB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0189" y="4491444"/>
            <a:ext cx="526472" cy="526472"/>
          </a:xfrm>
          <a:prstGeom prst="rect">
            <a:avLst/>
          </a:prstGeom>
        </p:spPr>
      </p:pic>
      <p:pic>
        <p:nvPicPr>
          <p:cNvPr id="1866" name="Graphic 1865">
            <a:extLst>
              <a:ext uri="{FF2B5EF4-FFF2-40B4-BE49-F238E27FC236}">
                <a16:creationId xmlns:a16="http://schemas.microsoft.com/office/drawing/2014/main" id="{C937F147-03C2-8E3B-B41E-AA49D40FE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4491444"/>
            <a:ext cx="526472" cy="52647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86B98C3-919B-BDD1-F9DC-B45A0194BE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8484" y="1249920"/>
            <a:ext cx="168950" cy="16895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E7FA63B-30F9-93BF-3269-531F9BE248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621031" y="1249920"/>
            <a:ext cx="168950" cy="1689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E701959-A8C9-3E42-7EAF-0DAB5465BC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763692" y="1249920"/>
            <a:ext cx="168950" cy="1689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1DC0B7-E64D-2CEA-71BE-35238FC09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382805" y="1249920"/>
            <a:ext cx="168950" cy="16895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9745B26-0EF4-6B08-E743-836AD8408A6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001918" y="1249920"/>
            <a:ext cx="168950" cy="1689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A162AF4-9E6D-9B25-48D8-B6F311E010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144579" y="1249920"/>
            <a:ext cx="168950" cy="1689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942E0B9-6125-6A0C-3E7C-3D58B9C7A65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525466" y="1249920"/>
            <a:ext cx="168950" cy="1689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FADFA26-FEA3-24DB-B4AC-869F1FF2385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906353" y="1249920"/>
            <a:ext cx="168950" cy="1689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6EAE21F-B67D-9E8D-06BD-807897E1CAA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668127" y="1249920"/>
            <a:ext cx="168950" cy="1689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59A2BF7-C94C-CB54-4BEC-90C5511EFA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810788" y="1249920"/>
            <a:ext cx="168950" cy="1689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C9460B2-443F-3250-BCFE-7874CFE7D90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7429901" y="1249920"/>
            <a:ext cx="168950" cy="16895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D0F456-FABF-D02D-A2A1-2CBECC39AC2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8191675" y="1249920"/>
            <a:ext cx="168950" cy="1689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DF2F23-5024-F19B-87A4-9334A0766A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049014" y="1249920"/>
            <a:ext cx="168950" cy="1689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23434F-1928-6BA7-22A9-112A5519958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287240" y="1249920"/>
            <a:ext cx="168950" cy="1689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AF4F7D9-E720-53BF-3266-DABD54D97C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953449" y="1249920"/>
            <a:ext cx="168950" cy="1689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54D3BEC-CEA5-29EF-FCF7-C5DC02C38A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9715223" y="1249920"/>
            <a:ext cx="168950" cy="1689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4C97733-F879-4764-BF5B-7CAD899B5B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8572562" y="1249920"/>
            <a:ext cx="168950" cy="1689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A7DB342-689C-82ED-5E0F-26F186A77BF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9334336" y="1249920"/>
            <a:ext cx="168950" cy="16895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C08F52D-88D6-C355-F730-70245369BEB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0096110" y="1249920"/>
            <a:ext cx="168950" cy="16895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8BE60D9-2910-5BBF-7E79-799A0B8CEB1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476997" y="1249920"/>
            <a:ext cx="168950" cy="1689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84B2C20-C52F-E50B-9E32-045FFE1F425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11238781" y="1249920"/>
            <a:ext cx="168950" cy="1689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7E887BB6-0C7E-194C-3E91-0D36A22E30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10857884" y="1249920"/>
            <a:ext cx="168950" cy="16895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88401ED-BDB0-81DA-804F-56FAB6AB6BE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3238484" y="1680063"/>
            <a:ext cx="168950" cy="16895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D5C6BD9-4A64-FB5D-2A07-8512DF5B2A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3618804" y="1680063"/>
            <a:ext cx="168950" cy="16895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490559A-FCB9-1E43-EC79-6D0ED4551E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61801" y="1680063"/>
            <a:ext cx="168950" cy="1689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402361C-AB3B-5F9B-1185-9AD9A266A5F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4380802" y="1680063"/>
            <a:ext cx="168950" cy="1689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26CD72E-5236-7C0C-F066-024A6C1ABFD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3999803" y="1680063"/>
            <a:ext cx="168950" cy="16895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17DE29C-5B50-FA17-7101-208681AA29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5142800" y="1680063"/>
            <a:ext cx="168950" cy="1689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2783252-4B07-848D-509E-C2A661ED553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5523799" y="1680063"/>
            <a:ext cx="168950" cy="1689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9FFFC669-AD99-2298-3A40-5A246B30C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5904798" y="1680063"/>
            <a:ext cx="168950" cy="1689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AE2F8F4-D65B-955D-FB0E-B3E4264A00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6666796" y="1680063"/>
            <a:ext cx="168950" cy="1689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36BE42F-B92A-E895-081B-AB23030033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7809793" y="1680063"/>
            <a:ext cx="168950" cy="16895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539AC51-D127-AB6D-8404-5A1EA75882F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7428794" y="1680063"/>
            <a:ext cx="168950" cy="16895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00C144A5-4B80-B1C6-28FD-F1634A4FBF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8190792" y="1680063"/>
            <a:ext cx="168950" cy="16895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EDAA531-D1F0-66E7-F9A6-540D1A581E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7047795" y="1680063"/>
            <a:ext cx="168950" cy="16895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217E274-00B1-C77F-CCB7-119428BB4F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6285797" y="1680063"/>
            <a:ext cx="168950" cy="16895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859E727-28FE-49F6-3141-29E119B529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8952790" y="1680063"/>
            <a:ext cx="168950" cy="16895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3FE5D4C-1E35-FF27-DF70-3CE18DF2A9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9714788" y="1680063"/>
            <a:ext cx="168950" cy="16895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A3477CB-E22A-9D16-20E7-E839419420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8571791" y="1680063"/>
            <a:ext cx="168950" cy="16895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5830AEB-5816-D710-A11F-861B7A122B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9333789" y="1680063"/>
            <a:ext cx="168950" cy="1689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E96BCC4-AECC-3035-4CB9-90F236F536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10095787" y="1680063"/>
            <a:ext cx="168950" cy="16895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3744FE5-4FD7-61ED-6FC1-BB996054D7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10476786" y="1680063"/>
            <a:ext cx="168950" cy="16895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5EE226B-275F-38E8-3E3F-A019C4E6A3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11238781" y="1680063"/>
            <a:ext cx="168950" cy="16895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E5B012E-8BE2-83EC-DD93-81B1BA91FA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0857785" y="1680063"/>
            <a:ext cx="168950" cy="16895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9376B2A-E175-190D-9064-EEE403318AE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3240144" y="2110206"/>
            <a:ext cx="168950" cy="16895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BDCB08E-032D-6576-9B2B-1D0A869C21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3618804" y="2110206"/>
            <a:ext cx="168950" cy="1689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C76B8F22-B0CF-39CA-955E-CCEA6CF66F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4761801" y="2110206"/>
            <a:ext cx="168950" cy="16895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0EF26CF-7704-7AB3-683E-9D8A0C2404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4380802" y="2110206"/>
            <a:ext cx="168950" cy="16895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D32F9656-8891-32E7-1DDC-BF0AF81294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3999803" y="2110206"/>
            <a:ext cx="168950" cy="16895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887D1500-D465-A4AE-806D-50F95B240A3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5142800" y="2110206"/>
            <a:ext cx="168950" cy="16895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F72FCC43-9953-D4EF-4A9C-ACA55AD7C8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5523799" y="2110206"/>
            <a:ext cx="168950" cy="16895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5598866E-888A-2AC0-AB5C-A38D173E792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5904798" y="2110206"/>
            <a:ext cx="168950" cy="16895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435556DC-F086-C337-D8BE-84A1997BF1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6666796" y="2110206"/>
            <a:ext cx="168950" cy="16895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A154B09-9A1D-D56C-2984-30C4B520D74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7809793" y="2110206"/>
            <a:ext cx="168950" cy="16895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1B77EC64-641C-FC00-3993-2FC0ABDE038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7428794" y="2110206"/>
            <a:ext cx="168950" cy="16895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4EC44B6-8E36-FFA0-94BF-0C9B5F53117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8190792" y="2110206"/>
            <a:ext cx="168950" cy="16895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5A6A58BF-0EE1-9690-B120-976C74EA24E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7047795" y="2110206"/>
            <a:ext cx="168950" cy="16895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36C1C157-8D07-D4AE-7E42-777D882B2A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6285797" y="2110206"/>
            <a:ext cx="168950" cy="16895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9375E4CF-44E2-1914-ACEE-E2A6CA4CCD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8952790" y="2110206"/>
            <a:ext cx="168950" cy="16895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04985FA4-A4EB-C50A-E738-37FE32F817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9714788" y="2110206"/>
            <a:ext cx="168950" cy="16895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88386523-C115-0ACB-A1A0-C1907BA679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8571791" y="2110206"/>
            <a:ext cx="168950" cy="16895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76D323EF-5945-48EF-671C-2CC4D8D8992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9333789" y="2110206"/>
            <a:ext cx="168950" cy="168950"/>
          </a:xfrm>
          <a:prstGeom prst="rect">
            <a:avLst/>
          </a:prstGeom>
        </p:spPr>
      </p:pic>
      <p:pic>
        <p:nvPicPr>
          <p:cNvPr id="1794" name="Graphic 1793">
            <a:extLst>
              <a:ext uri="{FF2B5EF4-FFF2-40B4-BE49-F238E27FC236}">
                <a16:creationId xmlns:a16="http://schemas.microsoft.com/office/drawing/2014/main" id="{097C80B2-84E2-AD21-A055-3C906DE7F4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10095787" y="2110206"/>
            <a:ext cx="168950" cy="168950"/>
          </a:xfrm>
          <a:prstGeom prst="rect">
            <a:avLst/>
          </a:prstGeom>
        </p:spPr>
      </p:pic>
      <p:pic>
        <p:nvPicPr>
          <p:cNvPr id="1792" name="Graphic 1791">
            <a:extLst>
              <a:ext uri="{FF2B5EF4-FFF2-40B4-BE49-F238E27FC236}">
                <a16:creationId xmlns:a16="http://schemas.microsoft.com/office/drawing/2014/main" id="{6F690784-55BD-E3AC-6C35-2286ECA3BA2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10476786" y="2110206"/>
            <a:ext cx="168950" cy="168950"/>
          </a:xfrm>
          <a:prstGeom prst="rect">
            <a:avLst/>
          </a:prstGeom>
        </p:spPr>
      </p:pic>
      <p:pic>
        <p:nvPicPr>
          <p:cNvPr id="1795" name="Graphic 1794">
            <a:extLst>
              <a:ext uri="{FF2B5EF4-FFF2-40B4-BE49-F238E27FC236}">
                <a16:creationId xmlns:a16="http://schemas.microsoft.com/office/drawing/2014/main" id="{B1F890F2-A245-2097-A988-C0E7FFEE812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11238781" y="2110206"/>
            <a:ext cx="168950" cy="168950"/>
          </a:xfrm>
          <a:prstGeom prst="rect">
            <a:avLst/>
          </a:prstGeom>
        </p:spPr>
      </p:pic>
      <p:pic>
        <p:nvPicPr>
          <p:cNvPr id="1793" name="Graphic 1792">
            <a:extLst>
              <a:ext uri="{FF2B5EF4-FFF2-40B4-BE49-F238E27FC236}">
                <a16:creationId xmlns:a16="http://schemas.microsoft.com/office/drawing/2014/main" id="{53CAFB13-93F3-A83F-9BD8-332A9B117B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10857785" y="2110206"/>
            <a:ext cx="168950" cy="168950"/>
          </a:xfrm>
          <a:prstGeom prst="rect">
            <a:avLst/>
          </a:prstGeom>
        </p:spPr>
      </p:pic>
      <p:pic>
        <p:nvPicPr>
          <p:cNvPr id="1825" name="Graphic 1824">
            <a:extLst>
              <a:ext uri="{FF2B5EF4-FFF2-40B4-BE49-F238E27FC236}">
                <a16:creationId xmlns:a16="http://schemas.microsoft.com/office/drawing/2014/main" id="{29376CC4-699C-1184-28D4-3199DC3299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4001584" y="2540349"/>
            <a:ext cx="168950" cy="168950"/>
          </a:xfrm>
          <a:prstGeom prst="rect">
            <a:avLst/>
          </a:prstGeom>
        </p:spPr>
      </p:pic>
      <p:pic>
        <p:nvPicPr>
          <p:cNvPr id="1824" name="Graphic 1823">
            <a:extLst>
              <a:ext uri="{FF2B5EF4-FFF2-40B4-BE49-F238E27FC236}">
                <a16:creationId xmlns:a16="http://schemas.microsoft.com/office/drawing/2014/main" id="{063A17CA-DD61-8B6E-5331-07C0671515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/>
        </p:blipFill>
        <p:spPr>
          <a:xfrm>
            <a:off x="3620585" y="2540349"/>
            <a:ext cx="168950" cy="168950"/>
          </a:xfrm>
          <a:prstGeom prst="rect">
            <a:avLst/>
          </a:prstGeom>
        </p:spPr>
      </p:pic>
      <p:pic>
        <p:nvPicPr>
          <p:cNvPr id="1823" name="Graphic 1822">
            <a:extLst>
              <a:ext uri="{FF2B5EF4-FFF2-40B4-BE49-F238E27FC236}">
                <a16:creationId xmlns:a16="http://schemas.microsoft.com/office/drawing/2014/main" id="{7B7AFF89-A889-27C1-10D5-D0BCD37E61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3239586" y="2540349"/>
            <a:ext cx="168950" cy="168950"/>
          </a:xfrm>
          <a:prstGeom prst="rect">
            <a:avLst/>
          </a:prstGeom>
        </p:spPr>
      </p:pic>
      <p:pic>
        <p:nvPicPr>
          <p:cNvPr id="1826" name="Graphic 1825">
            <a:extLst>
              <a:ext uri="{FF2B5EF4-FFF2-40B4-BE49-F238E27FC236}">
                <a16:creationId xmlns:a16="http://schemas.microsoft.com/office/drawing/2014/main" id="{4B3E96C6-9813-32E6-A790-50DA04889A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>
            <a:off x="4382583" y="2540349"/>
            <a:ext cx="168950" cy="168950"/>
          </a:xfrm>
          <a:prstGeom prst="rect">
            <a:avLst/>
          </a:prstGeom>
        </p:spPr>
      </p:pic>
      <p:pic>
        <p:nvPicPr>
          <p:cNvPr id="1798" name="Graphic 1797">
            <a:extLst>
              <a:ext uri="{FF2B5EF4-FFF2-40B4-BE49-F238E27FC236}">
                <a16:creationId xmlns:a16="http://schemas.microsoft.com/office/drawing/2014/main" id="{3A8A6873-3C24-6303-3D74-E81F8628B8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4763582" y="2540349"/>
            <a:ext cx="168950" cy="168950"/>
          </a:xfrm>
          <a:prstGeom prst="rect">
            <a:avLst/>
          </a:prstGeom>
        </p:spPr>
      </p:pic>
      <p:pic>
        <p:nvPicPr>
          <p:cNvPr id="1800" name="Graphic 1799">
            <a:extLst>
              <a:ext uri="{FF2B5EF4-FFF2-40B4-BE49-F238E27FC236}">
                <a16:creationId xmlns:a16="http://schemas.microsoft.com/office/drawing/2014/main" id="{BD488E8B-184D-88C8-AC54-DDD71511A1E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5144581" y="2540349"/>
            <a:ext cx="168950" cy="168950"/>
          </a:xfrm>
          <a:prstGeom prst="rect">
            <a:avLst/>
          </a:prstGeom>
        </p:spPr>
      </p:pic>
      <p:pic>
        <p:nvPicPr>
          <p:cNvPr id="1801" name="Graphic 1800">
            <a:extLst>
              <a:ext uri="{FF2B5EF4-FFF2-40B4-BE49-F238E27FC236}">
                <a16:creationId xmlns:a16="http://schemas.microsoft.com/office/drawing/2014/main" id="{6E184871-A8DE-3F33-86C2-0F70C8AEEE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5906579" y="2540349"/>
            <a:ext cx="168950" cy="168950"/>
          </a:xfrm>
          <a:prstGeom prst="rect">
            <a:avLst/>
          </a:prstGeom>
        </p:spPr>
      </p:pic>
      <p:pic>
        <p:nvPicPr>
          <p:cNvPr id="1803" name="Graphic 1802">
            <a:extLst>
              <a:ext uri="{FF2B5EF4-FFF2-40B4-BE49-F238E27FC236}">
                <a16:creationId xmlns:a16="http://schemas.microsoft.com/office/drawing/2014/main" id="{68C6C96D-EA7F-446A-6145-75DF064EE7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rcRect/>
          <a:stretch/>
        </p:blipFill>
        <p:spPr>
          <a:xfrm>
            <a:off x="7809793" y="2540349"/>
            <a:ext cx="168950" cy="168950"/>
          </a:xfrm>
          <a:prstGeom prst="rect">
            <a:avLst/>
          </a:prstGeom>
        </p:spPr>
      </p:pic>
      <p:pic>
        <p:nvPicPr>
          <p:cNvPr id="1817" name="Graphic 1816">
            <a:extLst>
              <a:ext uri="{FF2B5EF4-FFF2-40B4-BE49-F238E27FC236}">
                <a16:creationId xmlns:a16="http://schemas.microsoft.com/office/drawing/2014/main" id="{08B3AD21-4487-79A7-FCE8-8F394162A8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7428794" y="2540349"/>
            <a:ext cx="168950" cy="168950"/>
          </a:xfrm>
          <a:prstGeom prst="rect">
            <a:avLst/>
          </a:prstGeom>
        </p:spPr>
      </p:pic>
      <p:pic>
        <p:nvPicPr>
          <p:cNvPr id="1804" name="Graphic 1803">
            <a:extLst>
              <a:ext uri="{FF2B5EF4-FFF2-40B4-BE49-F238E27FC236}">
                <a16:creationId xmlns:a16="http://schemas.microsoft.com/office/drawing/2014/main" id="{9B4DB2AD-6050-7C30-455D-ED8C55E00A8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/>
        </p:blipFill>
        <p:spPr>
          <a:xfrm>
            <a:off x="8190792" y="2540349"/>
            <a:ext cx="168950" cy="168950"/>
          </a:xfrm>
          <a:prstGeom prst="rect">
            <a:avLst/>
          </a:prstGeom>
        </p:spPr>
      </p:pic>
      <p:pic>
        <p:nvPicPr>
          <p:cNvPr id="1802" name="Graphic 1801">
            <a:extLst>
              <a:ext uri="{FF2B5EF4-FFF2-40B4-BE49-F238E27FC236}">
                <a16:creationId xmlns:a16="http://schemas.microsoft.com/office/drawing/2014/main" id="{B6AE7262-61C8-54ED-3744-D9F5EE9C99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6283139" y="2540349"/>
            <a:ext cx="168950" cy="168950"/>
          </a:xfrm>
          <a:prstGeom prst="rect">
            <a:avLst/>
          </a:prstGeom>
        </p:spPr>
      </p:pic>
      <p:pic>
        <p:nvPicPr>
          <p:cNvPr id="1799" name="Graphic 1798">
            <a:extLst>
              <a:ext uri="{FF2B5EF4-FFF2-40B4-BE49-F238E27FC236}">
                <a16:creationId xmlns:a16="http://schemas.microsoft.com/office/drawing/2014/main" id="{5C517522-B284-9CAC-25AA-37F44E14A27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/>
        </p:blipFill>
        <p:spPr>
          <a:xfrm>
            <a:off x="5525580" y="2540349"/>
            <a:ext cx="168950" cy="168950"/>
          </a:xfrm>
          <a:prstGeom prst="rect">
            <a:avLst/>
          </a:prstGeom>
        </p:spPr>
      </p:pic>
      <p:pic>
        <p:nvPicPr>
          <p:cNvPr id="1815" name="Graphic 1814">
            <a:extLst>
              <a:ext uri="{FF2B5EF4-FFF2-40B4-BE49-F238E27FC236}">
                <a16:creationId xmlns:a16="http://schemas.microsoft.com/office/drawing/2014/main" id="{D3B0290E-637D-1FF7-B039-70F63876A4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8952790" y="2540349"/>
            <a:ext cx="168950" cy="168950"/>
          </a:xfrm>
          <a:prstGeom prst="rect">
            <a:avLst/>
          </a:prstGeom>
        </p:spPr>
      </p:pic>
      <p:pic>
        <p:nvPicPr>
          <p:cNvPr id="1820" name="Graphic 1819">
            <a:extLst>
              <a:ext uri="{FF2B5EF4-FFF2-40B4-BE49-F238E27FC236}">
                <a16:creationId xmlns:a16="http://schemas.microsoft.com/office/drawing/2014/main" id="{E189FA45-2C9D-D37E-8C34-94CEEA85DD4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>
            <a:off x="9714788" y="2540349"/>
            <a:ext cx="168950" cy="168950"/>
          </a:xfrm>
          <a:prstGeom prst="rect">
            <a:avLst/>
          </a:prstGeom>
        </p:spPr>
      </p:pic>
      <p:pic>
        <p:nvPicPr>
          <p:cNvPr id="1805" name="Graphic 1804">
            <a:extLst>
              <a:ext uri="{FF2B5EF4-FFF2-40B4-BE49-F238E27FC236}">
                <a16:creationId xmlns:a16="http://schemas.microsoft.com/office/drawing/2014/main" id="{9200B7CF-107F-6D6A-FC14-738F6F030EB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rcRect/>
          <a:stretch/>
        </p:blipFill>
        <p:spPr>
          <a:xfrm>
            <a:off x="8571791" y="2540349"/>
            <a:ext cx="168950" cy="168950"/>
          </a:xfrm>
          <a:prstGeom prst="rect">
            <a:avLst/>
          </a:prstGeom>
        </p:spPr>
      </p:pic>
      <p:pic>
        <p:nvPicPr>
          <p:cNvPr id="1816" name="Graphic 1815">
            <a:extLst>
              <a:ext uri="{FF2B5EF4-FFF2-40B4-BE49-F238E27FC236}">
                <a16:creationId xmlns:a16="http://schemas.microsoft.com/office/drawing/2014/main" id="{4CBB6DA4-4FE0-D86C-5911-0A2F6563925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rcRect/>
          <a:stretch/>
        </p:blipFill>
        <p:spPr>
          <a:xfrm>
            <a:off x="9333789" y="2540349"/>
            <a:ext cx="168950" cy="168950"/>
          </a:xfrm>
          <a:prstGeom prst="rect">
            <a:avLst/>
          </a:prstGeom>
        </p:spPr>
      </p:pic>
      <p:pic>
        <p:nvPicPr>
          <p:cNvPr id="1818" name="Graphic 1817">
            <a:extLst>
              <a:ext uri="{FF2B5EF4-FFF2-40B4-BE49-F238E27FC236}">
                <a16:creationId xmlns:a16="http://schemas.microsoft.com/office/drawing/2014/main" id="{496681EF-6146-4C31-4B2D-B65EBA84BA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/>
        </p:blipFill>
        <p:spPr>
          <a:xfrm>
            <a:off x="10095787" y="2540349"/>
            <a:ext cx="168950" cy="168950"/>
          </a:xfrm>
          <a:prstGeom prst="rect">
            <a:avLst/>
          </a:prstGeom>
        </p:spPr>
      </p:pic>
      <p:pic>
        <p:nvPicPr>
          <p:cNvPr id="1819" name="Graphic 1818">
            <a:extLst>
              <a:ext uri="{FF2B5EF4-FFF2-40B4-BE49-F238E27FC236}">
                <a16:creationId xmlns:a16="http://schemas.microsoft.com/office/drawing/2014/main" id="{9A353F1C-15F3-6CFF-5A44-07FADCCA4C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rcRect/>
          <a:stretch/>
        </p:blipFill>
        <p:spPr>
          <a:xfrm>
            <a:off x="10476786" y="2540349"/>
            <a:ext cx="168950" cy="168950"/>
          </a:xfrm>
          <a:prstGeom prst="rect">
            <a:avLst/>
          </a:prstGeom>
        </p:spPr>
      </p:pic>
      <p:pic>
        <p:nvPicPr>
          <p:cNvPr id="1822" name="Graphic 1821">
            <a:extLst>
              <a:ext uri="{FF2B5EF4-FFF2-40B4-BE49-F238E27FC236}">
                <a16:creationId xmlns:a16="http://schemas.microsoft.com/office/drawing/2014/main" id="{005BDB46-25E2-A71E-EFD3-8BB9D76A47D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>
            <a:off x="11238781" y="2540349"/>
            <a:ext cx="168950" cy="168950"/>
          </a:xfrm>
          <a:prstGeom prst="rect">
            <a:avLst/>
          </a:prstGeom>
        </p:spPr>
      </p:pic>
      <p:pic>
        <p:nvPicPr>
          <p:cNvPr id="1821" name="Graphic 1820">
            <a:extLst>
              <a:ext uri="{FF2B5EF4-FFF2-40B4-BE49-F238E27FC236}">
                <a16:creationId xmlns:a16="http://schemas.microsoft.com/office/drawing/2014/main" id="{32E148D0-7F12-7665-8299-17B6B5657F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rcRect/>
          <a:stretch/>
        </p:blipFill>
        <p:spPr>
          <a:xfrm>
            <a:off x="10857785" y="2540349"/>
            <a:ext cx="168950" cy="168950"/>
          </a:xfrm>
          <a:prstGeom prst="rect">
            <a:avLst/>
          </a:prstGeom>
        </p:spPr>
      </p:pic>
      <p:pic>
        <p:nvPicPr>
          <p:cNvPr id="1827" name="Graphic 1826">
            <a:extLst>
              <a:ext uri="{FF2B5EF4-FFF2-40B4-BE49-F238E27FC236}">
                <a16:creationId xmlns:a16="http://schemas.microsoft.com/office/drawing/2014/main" id="{61A4C3BB-553E-8436-4238-F3B0072B1A1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rcRect/>
          <a:stretch/>
        </p:blipFill>
        <p:spPr>
          <a:xfrm>
            <a:off x="3240144" y="2970492"/>
            <a:ext cx="168950" cy="168950"/>
          </a:xfrm>
          <a:prstGeom prst="rect">
            <a:avLst/>
          </a:prstGeom>
        </p:spPr>
      </p:pic>
      <p:pic>
        <p:nvPicPr>
          <p:cNvPr id="1829" name="Graphic 1828">
            <a:extLst>
              <a:ext uri="{FF2B5EF4-FFF2-40B4-BE49-F238E27FC236}">
                <a16:creationId xmlns:a16="http://schemas.microsoft.com/office/drawing/2014/main" id="{788B1282-B6EB-35E3-8BC2-7DF6F4FDC3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rcRect/>
          <a:stretch/>
        </p:blipFill>
        <p:spPr>
          <a:xfrm>
            <a:off x="3618804" y="2970492"/>
            <a:ext cx="168950" cy="168950"/>
          </a:xfrm>
          <a:prstGeom prst="rect">
            <a:avLst/>
          </a:prstGeom>
        </p:spPr>
      </p:pic>
      <p:pic>
        <p:nvPicPr>
          <p:cNvPr id="1831" name="Graphic 1830">
            <a:extLst>
              <a:ext uri="{FF2B5EF4-FFF2-40B4-BE49-F238E27FC236}">
                <a16:creationId xmlns:a16="http://schemas.microsoft.com/office/drawing/2014/main" id="{106E56D3-09C0-A1CD-869E-EA2F6A74AA0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4761801" y="2970492"/>
            <a:ext cx="168950" cy="168950"/>
          </a:xfrm>
          <a:prstGeom prst="rect">
            <a:avLst/>
          </a:prstGeom>
        </p:spPr>
      </p:pic>
      <p:pic>
        <p:nvPicPr>
          <p:cNvPr id="1832" name="Graphic 1831">
            <a:extLst>
              <a:ext uri="{FF2B5EF4-FFF2-40B4-BE49-F238E27FC236}">
                <a16:creationId xmlns:a16="http://schemas.microsoft.com/office/drawing/2014/main" id="{AA3BBA45-0B26-59C8-9E78-88CF767F8C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rcRect/>
          <a:stretch/>
        </p:blipFill>
        <p:spPr>
          <a:xfrm>
            <a:off x="4380802" y="2970492"/>
            <a:ext cx="168950" cy="168950"/>
          </a:xfrm>
          <a:prstGeom prst="rect">
            <a:avLst/>
          </a:prstGeom>
        </p:spPr>
      </p:pic>
      <p:pic>
        <p:nvPicPr>
          <p:cNvPr id="1828" name="Graphic 1827">
            <a:extLst>
              <a:ext uri="{FF2B5EF4-FFF2-40B4-BE49-F238E27FC236}">
                <a16:creationId xmlns:a16="http://schemas.microsoft.com/office/drawing/2014/main" id="{D336A4A9-8BB4-423D-8229-B640DD31A7E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rcRect/>
          <a:stretch/>
        </p:blipFill>
        <p:spPr>
          <a:xfrm>
            <a:off x="3999803" y="2970492"/>
            <a:ext cx="168950" cy="168950"/>
          </a:xfrm>
          <a:prstGeom prst="rect">
            <a:avLst/>
          </a:prstGeom>
        </p:spPr>
      </p:pic>
      <p:pic>
        <p:nvPicPr>
          <p:cNvPr id="1830" name="Graphic 1829">
            <a:extLst>
              <a:ext uri="{FF2B5EF4-FFF2-40B4-BE49-F238E27FC236}">
                <a16:creationId xmlns:a16="http://schemas.microsoft.com/office/drawing/2014/main" id="{722C008D-0D1F-118D-424D-96BDB04FC4A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/>
        </p:blipFill>
        <p:spPr>
          <a:xfrm>
            <a:off x="5142800" y="2970492"/>
            <a:ext cx="168950" cy="168950"/>
          </a:xfrm>
          <a:prstGeom prst="rect">
            <a:avLst/>
          </a:prstGeom>
        </p:spPr>
      </p:pic>
      <p:pic>
        <p:nvPicPr>
          <p:cNvPr id="1835" name="Graphic 1834">
            <a:extLst>
              <a:ext uri="{FF2B5EF4-FFF2-40B4-BE49-F238E27FC236}">
                <a16:creationId xmlns:a16="http://schemas.microsoft.com/office/drawing/2014/main" id="{B7B75652-AF21-CF28-663A-11F23E9E490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/>
        </p:blipFill>
        <p:spPr>
          <a:xfrm>
            <a:off x="5523799" y="2970492"/>
            <a:ext cx="168950" cy="168950"/>
          </a:xfrm>
          <a:prstGeom prst="rect">
            <a:avLst/>
          </a:prstGeom>
        </p:spPr>
      </p:pic>
      <p:pic>
        <p:nvPicPr>
          <p:cNvPr id="1834" name="Graphic 1833">
            <a:extLst>
              <a:ext uri="{FF2B5EF4-FFF2-40B4-BE49-F238E27FC236}">
                <a16:creationId xmlns:a16="http://schemas.microsoft.com/office/drawing/2014/main" id="{149D6314-F255-B62B-0BA0-8AD9A903261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rcRect/>
          <a:stretch/>
        </p:blipFill>
        <p:spPr>
          <a:xfrm>
            <a:off x="5904798" y="2970492"/>
            <a:ext cx="168950" cy="168950"/>
          </a:xfrm>
          <a:prstGeom prst="rect">
            <a:avLst/>
          </a:prstGeom>
        </p:spPr>
      </p:pic>
      <p:pic>
        <p:nvPicPr>
          <p:cNvPr id="1836" name="Graphic 1835">
            <a:extLst>
              <a:ext uri="{FF2B5EF4-FFF2-40B4-BE49-F238E27FC236}">
                <a16:creationId xmlns:a16="http://schemas.microsoft.com/office/drawing/2014/main" id="{84A7DEDA-4376-8826-CAD6-48D0082E1B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rcRect/>
          <a:stretch/>
        </p:blipFill>
        <p:spPr>
          <a:xfrm>
            <a:off x="6666796" y="2970492"/>
            <a:ext cx="168950" cy="168950"/>
          </a:xfrm>
          <a:prstGeom prst="rect">
            <a:avLst/>
          </a:prstGeom>
        </p:spPr>
      </p:pic>
      <p:pic>
        <p:nvPicPr>
          <p:cNvPr id="1839" name="Graphic 1838">
            <a:extLst>
              <a:ext uri="{FF2B5EF4-FFF2-40B4-BE49-F238E27FC236}">
                <a16:creationId xmlns:a16="http://schemas.microsoft.com/office/drawing/2014/main" id="{4AA1D702-E348-6E28-A760-37548F7E542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rcRect/>
          <a:stretch/>
        </p:blipFill>
        <p:spPr>
          <a:xfrm>
            <a:off x="7809793" y="2970492"/>
            <a:ext cx="168950" cy="168950"/>
          </a:xfrm>
          <a:prstGeom prst="rect">
            <a:avLst/>
          </a:prstGeom>
        </p:spPr>
      </p:pic>
      <p:pic>
        <p:nvPicPr>
          <p:cNvPr id="1838" name="Graphic 1837">
            <a:extLst>
              <a:ext uri="{FF2B5EF4-FFF2-40B4-BE49-F238E27FC236}">
                <a16:creationId xmlns:a16="http://schemas.microsoft.com/office/drawing/2014/main" id="{3E4435D4-E084-0A26-23B8-6288541250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rcRect/>
          <a:stretch/>
        </p:blipFill>
        <p:spPr>
          <a:xfrm>
            <a:off x="7428794" y="2970492"/>
            <a:ext cx="168950" cy="168950"/>
          </a:xfrm>
          <a:prstGeom prst="rect">
            <a:avLst/>
          </a:prstGeom>
        </p:spPr>
      </p:pic>
      <p:pic>
        <p:nvPicPr>
          <p:cNvPr id="1840" name="Graphic 1839">
            <a:extLst>
              <a:ext uri="{FF2B5EF4-FFF2-40B4-BE49-F238E27FC236}">
                <a16:creationId xmlns:a16="http://schemas.microsoft.com/office/drawing/2014/main" id="{95C846F9-D84A-E3FE-D21B-96F10F404AD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rcRect/>
          <a:stretch/>
        </p:blipFill>
        <p:spPr>
          <a:xfrm>
            <a:off x="8190792" y="2970492"/>
            <a:ext cx="168950" cy="168950"/>
          </a:xfrm>
          <a:prstGeom prst="rect">
            <a:avLst/>
          </a:prstGeom>
        </p:spPr>
      </p:pic>
      <p:pic>
        <p:nvPicPr>
          <p:cNvPr id="1837" name="Graphic 1836">
            <a:extLst>
              <a:ext uri="{FF2B5EF4-FFF2-40B4-BE49-F238E27FC236}">
                <a16:creationId xmlns:a16="http://schemas.microsoft.com/office/drawing/2014/main" id="{6666DAED-3C11-276F-D600-057E71ACFCF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rcRect/>
          <a:stretch/>
        </p:blipFill>
        <p:spPr>
          <a:xfrm>
            <a:off x="7047795" y="2970492"/>
            <a:ext cx="168950" cy="168950"/>
          </a:xfrm>
          <a:prstGeom prst="rect">
            <a:avLst/>
          </a:prstGeom>
        </p:spPr>
      </p:pic>
      <p:pic>
        <p:nvPicPr>
          <p:cNvPr id="1833" name="Graphic 1832">
            <a:extLst>
              <a:ext uri="{FF2B5EF4-FFF2-40B4-BE49-F238E27FC236}">
                <a16:creationId xmlns:a16="http://schemas.microsoft.com/office/drawing/2014/main" id="{FDF2C6FB-57D5-2EAD-1D3A-E66DD880B0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rcRect/>
          <a:stretch/>
        </p:blipFill>
        <p:spPr>
          <a:xfrm>
            <a:off x="6285797" y="2970492"/>
            <a:ext cx="168950" cy="168950"/>
          </a:xfrm>
          <a:prstGeom prst="rect">
            <a:avLst/>
          </a:prstGeom>
        </p:spPr>
      </p:pic>
      <p:pic>
        <p:nvPicPr>
          <p:cNvPr id="1843" name="Graphic 1842">
            <a:extLst>
              <a:ext uri="{FF2B5EF4-FFF2-40B4-BE49-F238E27FC236}">
                <a16:creationId xmlns:a16="http://schemas.microsoft.com/office/drawing/2014/main" id="{E528D79C-B039-1431-7ECA-39D33B6AB5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/>
        </p:blipFill>
        <p:spPr>
          <a:xfrm>
            <a:off x="8952790" y="2970492"/>
            <a:ext cx="168950" cy="168950"/>
          </a:xfrm>
          <a:prstGeom prst="rect">
            <a:avLst/>
          </a:prstGeom>
        </p:spPr>
      </p:pic>
      <p:pic>
        <p:nvPicPr>
          <p:cNvPr id="1845" name="Graphic 1844">
            <a:extLst>
              <a:ext uri="{FF2B5EF4-FFF2-40B4-BE49-F238E27FC236}">
                <a16:creationId xmlns:a16="http://schemas.microsoft.com/office/drawing/2014/main" id="{26604FED-CD82-1BCF-ABFF-40C5FBD264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9714788" y="2970492"/>
            <a:ext cx="168950" cy="168950"/>
          </a:xfrm>
          <a:prstGeom prst="rect">
            <a:avLst/>
          </a:prstGeom>
        </p:spPr>
      </p:pic>
      <p:pic>
        <p:nvPicPr>
          <p:cNvPr id="1841" name="Graphic 1840">
            <a:extLst>
              <a:ext uri="{FF2B5EF4-FFF2-40B4-BE49-F238E27FC236}">
                <a16:creationId xmlns:a16="http://schemas.microsoft.com/office/drawing/2014/main" id="{432F9C91-5143-7313-DEB6-284EE4BB1E0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rcRect/>
          <a:stretch/>
        </p:blipFill>
        <p:spPr>
          <a:xfrm>
            <a:off x="8571791" y="2970492"/>
            <a:ext cx="168950" cy="168950"/>
          </a:xfrm>
          <a:prstGeom prst="rect">
            <a:avLst/>
          </a:prstGeom>
        </p:spPr>
      </p:pic>
      <p:pic>
        <p:nvPicPr>
          <p:cNvPr id="1842" name="Graphic 1841">
            <a:extLst>
              <a:ext uri="{FF2B5EF4-FFF2-40B4-BE49-F238E27FC236}">
                <a16:creationId xmlns:a16="http://schemas.microsoft.com/office/drawing/2014/main" id="{B1534BF8-F524-A243-40B2-36ABD996EA2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rcRect/>
          <a:stretch/>
        </p:blipFill>
        <p:spPr>
          <a:xfrm>
            <a:off x="9333789" y="2970492"/>
            <a:ext cx="168950" cy="168950"/>
          </a:xfrm>
          <a:prstGeom prst="rect">
            <a:avLst/>
          </a:prstGeom>
        </p:spPr>
      </p:pic>
      <p:pic>
        <p:nvPicPr>
          <p:cNvPr id="1844" name="Graphic 1843">
            <a:extLst>
              <a:ext uri="{FF2B5EF4-FFF2-40B4-BE49-F238E27FC236}">
                <a16:creationId xmlns:a16="http://schemas.microsoft.com/office/drawing/2014/main" id="{B9EE7F82-7FCA-BA50-505F-3A42A3DB023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rcRect/>
          <a:stretch/>
        </p:blipFill>
        <p:spPr>
          <a:xfrm>
            <a:off x="10095787" y="2970492"/>
            <a:ext cx="168950" cy="168950"/>
          </a:xfrm>
          <a:prstGeom prst="rect">
            <a:avLst/>
          </a:prstGeom>
        </p:spPr>
      </p:pic>
      <p:pic>
        <p:nvPicPr>
          <p:cNvPr id="1846" name="Graphic 1845">
            <a:extLst>
              <a:ext uri="{FF2B5EF4-FFF2-40B4-BE49-F238E27FC236}">
                <a16:creationId xmlns:a16="http://schemas.microsoft.com/office/drawing/2014/main" id="{70B360A1-8893-57C8-BFE2-48E9A7A933C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rcRect/>
          <a:stretch/>
        </p:blipFill>
        <p:spPr>
          <a:xfrm>
            <a:off x="10476786" y="2970492"/>
            <a:ext cx="168950" cy="168950"/>
          </a:xfrm>
          <a:prstGeom prst="rect">
            <a:avLst/>
          </a:prstGeom>
        </p:spPr>
      </p:pic>
      <p:pic>
        <p:nvPicPr>
          <p:cNvPr id="1849" name="Graphic 1848">
            <a:extLst>
              <a:ext uri="{FF2B5EF4-FFF2-40B4-BE49-F238E27FC236}">
                <a16:creationId xmlns:a16="http://schemas.microsoft.com/office/drawing/2014/main" id="{073FD764-29E4-EAA1-C696-AAA8CFA3AC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rcRect/>
          <a:stretch/>
        </p:blipFill>
        <p:spPr>
          <a:xfrm>
            <a:off x="11238781" y="2970492"/>
            <a:ext cx="168950" cy="168950"/>
          </a:xfrm>
          <a:prstGeom prst="rect">
            <a:avLst/>
          </a:prstGeom>
        </p:spPr>
      </p:pic>
      <p:pic>
        <p:nvPicPr>
          <p:cNvPr id="1847" name="Graphic 1846">
            <a:extLst>
              <a:ext uri="{FF2B5EF4-FFF2-40B4-BE49-F238E27FC236}">
                <a16:creationId xmlns:a16="http://schemas.microsoft.com/office/drawing/2014/main" id="{0242F82E-B7D1-7E9A-FA5F-3EAD3165D2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rcRect/>
          <a:stretch/>
        </p:blipFill>
        <p:spPr>
          <a:xfrm>
            <a:off x="10857785" y="2970492"/>
            <a:ext cx="168950" cy="168950"/>
          </a:xfrm>
          <a:prstGeom prst="rect">
            <a:avLst/>
          </a:prstGeom>
        </p:spPr>
      </p:pic>
      <p:pic>
        <p:nvPicPr>
          <p:cNvPr id="1848" name="Graphic 1847">
            <a:extLst>
              <a:ext uri="{FF2B5EF4-FFF2-40B4-BE49-F238E27FC236}">
                <a16:creationId xmlns:a16="http://schemas.microsoft.com/office/drawing/2014/main" id="{67C6A050-7290-AE84-0D30-DD61161DFC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rcRect/>
          <a:stretch/>
        </p:blipFill>
        <p:spPr>
          <a:xfrm>
            <a:off x="3240144" y="3400635"/>
            <a:ext cx="168950" cy="168950"/>
          </a:xfrm>
          <a:prstGeom prst="rect">
            <a:avLst/>
          </a:prstGeom>
        </p:spPr>
      </p:pic>
      <p:pic>
        <p:nvPicPr>
          <p:cNvPr id="1850" name="Graphic 1849">
            <a:extLst>
              <a:ext uri="{FF2B5EF4-FFF2-40B4-BE49-F238E27FC236}">
                <a16:creationId xmlns:a16="http://schemas.microsoft.com/office/drawing/2014/main" id="{ED79D47D-297A-85F6-BBA9-23E88EE751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3618804" y="3400635"/>
            <a:ext cx="168950" cy="168950"/>
          </a:xfrm>
          <a:prstGeom prst="rect">
            <a:avLst/>
          </a:prstGeom>
        </p:spPr>
      </p:pic>
      <p:pic>
        <p:nvPicPr>
          <p:cNvPr id="1852" name="Graphic 1851">
            <a:extLst>
              <a:ext uri="{FF2B5EF4-FFF2-40B4-BE49-F238E27FC236}">
                <a16:creationId xmlns:a16="http://schemas.microsoft.com/office/drawing/2014/main" id="{11A2E84E-42E4-FD23-5E46-252BE21FA6E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rcRect/>
          <a:stretch/>
        </p:blipFill>
        <p:spPr>
          <a:xfrm>
            <a:off x="4761801" y="3400635"/>
            <a:ext cx="168950" cy="168950"/>
          </a:xfrm>
          <a:prstGeom prst="rect">
            <a:avLst/>
          </a:prstGeom>
        </p:spPr>
      </p:pic>
      <p:pic>
        <p:nvPicPr>
          <p:cNvPr id="1851" name="Graphic 1850">
            <a:extLst>
              <a:ext uri="{FF2B5EF4-FFF2-40B4-BE49-F238E27FC236}">
                <a16:creationId xmlns:a16="http://schemas.microsoft.com/office/drawing/2014/main" id="{C3484A94-C249-CA9F-6BB4-961A0EB4DA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rcRect/>
          <a:stretch/>
        </p:blipFill>
        <p:spPr>
          <a:xfrm>
            <a:off x="4380802" y="3400635"/>
            <a:ext cx="168950" cy="168950"/>
          </a:xfrm>
          <a:prstGeom prst="rect">
            <a:avLst/>
          </a:prstGeom>
        </p:spPr>
      </p:pic>
      <p:pic>
        <p:nvPicPr>
          <p:cNvPr id="1379" name="Graphic 1378">
            <a:extLst>
              <a:ext uri="{FF2B5EF4-FFF2-40B4-BE49-F238E27FC236}">
                <a16:creationId xmlns:a16="http://schemas.microsoft.com/office/drawing/2014/main" id="{649D13A7-CE0E-E588-A452-7FD145D352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rcRect/>
          <a:stretch/>
        </p:blipFill>
        <p:spPr>
          <a:xfrm>
            <a:off x="3999803" y="3400635"/>
            <a:ext cx="168950" cy="168950"/>
          </a:xfrm>
          <a:prstGeom prst="rect">
            <a:avLst/>
          </a:prstGeom>
        </p:spPr>
      </p:pic>
      <p:pic>
        <p:nvPicPr>
          <p:cNvPr id="1360" name="Graphic 1359">
            <a:extLst>
              <a:ext uri="{FF2B5EF4-FFF2-40B4-BE49-F238E27FC236}">
                <a16:creationId xmlns:a16="http://schemas.microsoft.com/office/drawing/2014/main" id="{30F8A9B3-8BA2-162F-FCF6-6E7800D69A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rcRect/>
          <a:stretch/>
        </p:blipFill>
        <p:spPr>
          <a:xfrm>
            <a:off x="5142800" y="3400635"/>
            <a:ext cx="168950" cy="168950"/>
          </a:xfrm>
          <a:prstGeom prst="rect">
            <a:avLst/>
          </a:prstGeom>
        </p:spPr>
      </p:pic>
      <p:pic>
        <p:nvPicPr>
          <p:cNvPr id="1853" name="Graphic 1852">
            <a:extLst>
              <a:ext uri="{FF2B5EF4-FFF2-40B4-BE49-F238E27FC236}">
                <a16:creationId xmlns:a16="http://schemas.microsoft.com/office/drawing/2014/main" id="{E5EE72ED-BD3B-E47D-0B91-C709EDF019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rcRect/>
          <a:stretch/>
        </p:blipFill>
        <p:spPr>
          <a:xfrm>
            <a:off x="5523799" y="3400635"/>
            <a:ext cx="168950" cy="168950"/>
          </a:xfrm>
          <a:prstGeom prst="rect">
            <a:avLst/>
          </a:prstGeom>
        </p:spPr>
      </p:pic>
      <p:pic>
        <p:nvPicPr>
          <p:cNvPr id="1854" name="Graphic 1853">
            <a:extLst>
              <a:ext uri="{FF2B5EF4-FFF2-40B4-BE49-F238E27FC236}">
                <a16:creationId xmlns:a16="http://schemas.microsoft.com/office/drawing/2014/main" id="{F2112D92-C18C-577C-6A56-6862A904F3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rcRect/>
          <a:stretch/>
        </p:blipFill>
        <p:spPr>
          <a:xfrm>
            <a:off x="5904798" y="3400635"/>
            <a:ext cx="168950" cy="168950"/>
          </a:xfrm>
          <a:prstGeom prst="rect">
            <a:avLst/>
          </a:prstGeom>
        </p:spPr>
      </p:pic>
      <p:pic>
        <p:nvPicPr>
          <p:cNvPr id="1354" name="Graphic 1353">
            <a:extLst>
              <a:ext uri="{FF2B5EF4-FFF2-40B4-BE49-F238E27FC236}">
                <a16:creationId xmlns:a16="http://schemas.microsoft.com/office/drawing/2014/main" id="{25024A27-1773-87CD-E17C-218C33C61B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rcRect/>
          <a:stretch/>
        </p:blipFill>
        <p:spPr>
          <a:xfrm>
            <a:off x="6666796" y="3400635"/>
            <a:ext cx="168950" cy="168950"/>
          </a:xfrm>
          <a:prstGeom prst="rect">
            <a:avLst/>
          </a:prstGeom>
        </p:spPr>
      </p:pic>
      <p:pic>
        <p:nvPicPr>
          <p:cNvPr id="1357" name="Graphic 1356">
            <a:extLst>
              <a:ext uri="{FF2B5EF4-FFF2-40B4-BE49-F238E27FC236}">
                <a16:creationId xmlns:a16="http://schemas.microsoft.com/office/drawing/2014/main" id="{98BB5728-F242-71B1-2BC3-47FC40B520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rcRect/>
          <a:stretch/>
        </p:blipFill>
        <p:spPr>
          <a:xfrm>
            <a:off x="7809793" y="3400635"/>
            <a:ext cx="168950" cy="168950"/>
          </a:xfrm>
          <a:prstGeom prst="rect">
            <a:avLst/>
          </a:prstGeom>
        </p:spPr>
      </p:pic>
      <p:pic>
        <p:nvPicPr>
          <p:cNvPr id="1356" name="Graphic 1355">
            <a:extLst>
              <a:ext uri="{FF2B5EF4-FFF2-40B4-BE49-F238E27FC236}">
                <a16:creationId xmlns:a16="http://schemas.microsoft.com/office/drawing/2014/main" id="{89A40E8C-64CC-748C-A85C-24833D7A07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rcRect/>
          <a:stretch/>
        </p:blipFill>
        <p:spPr>
          <a:xfrm>
            <a:off x="7428794" y="3400635"/>
            <a:ext cx="168950" cy="168950"/>
          </a:xfrm>
          <a:prstGeom prst="rect">
            <a:avLst/>
          </a:prstGeom>
        </p:spPr>
      </p:pic>
      <p:pic>
        <p:nvPicPr>
          <p:cNvPr id="1358" name="Graphic 1357">
            <a:extLst>
              <a:ext uri="{FF2B5EF4-FFF2-40B4-BE49-F238E27FC236}">
                <a16:creationId xmlns:a16="http://schemas.microsoft.com/office/drawing/2014/main" id="{DD94943C-366D-3727-420A-391C87A689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rcRect/>
          <a:stretch/>
        </p:blipFill>
        <p:spPr>
          <a:xfrm>
            <a:off x="8190792" y="3400635"/>
            <a:ext cx="168950" cy="168950"/>
          </a:xfrm>
          <a:prstGeom prst="rect">
            <a:avLst/>
          </a:prstGeom>
        </p:spPr>
      </p:pic>
      <p:pic>
        <p:nvPicPr>
          <p:cNvPr id="1355" name="Graphic 1354">
            <a:extLst>
              <a:ext uri="{FF2B5EF4-FFF2-40B4-BE49-F238E27FC236}">
                <a16:creationId xmlns:a16="http://schemas.microsoft.com/office/drawing/2014/main" id="{2038273B-2753-50D5-7A24-7590FA135B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rcRect/>
          <a:stretch/>
        </p:blipFill>
        <p:spPr>
          <a:xfrm>
            <a:off x="7047795" y="3400635"/>
            <a:ext cx="168950" cy="168950"/>
          </a:xfrm>
          <a:prstGeom prst="rect">
            <a:avLst/>
          </a:prstGeom>
        </p:spPr>
      </p:pic>
      <p:pic>
        <p:nvPicPr>
          <p:cNvPr id="1855" name="Graphic 1854">
            <a:extLst>
              <a:ext uri="{FF2B5EF4-FFF2-40B4-BE49-F238E27FC236}">
                <a16:creationId xmlns:a16="http://schemas.microsoft.com/office/drawing/2014/main" id="{1E2B6B8E-0227-56C5-2254-BEFCC9579A2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rcRect/>
          <a:stretch/>
        </p:blipFill>
        <p:spPr>
          <a:xfrm>
            <a:off x="6285797" y="3400635"/>
            <a:ext cx="168950" cy="168950"/>
          </a:xfrm>
          <a:prstGeom prst="rect">
            <a:avLst/>
          </a:prstGeom>
        </p:spPr>
      </p:pic>
      <p:pic>
        <p:nvPicPr>
          <p:cNvPr id="1362" name="Graphic 1361">
            <a:extLst>
              <a:ext uri="{FF2B5EF4-FFF2-40B4-BE49-F238E27FC236}">
                <a16:creationId xmlns:a16="http://schemas.microsoft.com/office/drawing/2014/main" id="{B1D0D627-254F-2D81-4BD6-88FEFFD16D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rcRect/>
          <a:stretch/>
        </p:blipFill>
        <p:spPr>
          <a:xfrm>
            <a:off x="8952790" y="3400635"/>
            <a:ext cx="168950" cy="168950"/>
          </a:xfrm>
          <a:prstGeom prst="rect">
            <a:avLst/>
          </a:prstGeom>
        </p:spPr>
      </p:pic>
      <p:pic>
        <p:nvPicPr>
          <p:cNvPr id="1363" name="Graphic 1362">
            <a:extLst>
              <a:ext uri="{FF2B5EF4-FFF2-40B4-BE49-F238E27FC236}">
                <a16:creationId xmlns:a16="http://schemas.microsoft.com/office/drawing/2014/main" id="{A6DA0437-C083-2F49-F52F-781F6B8F024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rcRect/>
          <a:stretch/>
        </p:blipFill>
        <p:spPr>
          <a:xfrm>
            <a:off x="9714788" y="3400635"/>
            <a:ext cx="168950" cy="168950"/>
          </a:xfrm>
          <a:prstGeom prst="rect">
            <a:avLst/>
          </a:prstGeom>
        </p:spPr>
      </p:pic>
      <p:pic>
        <p:nvPicPr>
          <p:cNvPr id="1359" name="Graphic 1358">
            <a:extLst>
              <a:ext uri="{FF2B5EF4-FFF2-40B4-BE49-F238E27FC236}">
                <a16:creationId xmlns:a16="http://schemas.microsoft.com/office/drawing/2014/main" id="{485F2B72-C9D1-0A79-7163-16A632AD43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rcRect/>
          <a:stretch/>
        </p:blipFill>
        <p:spPr>
          <a:xfrm>
            <a:off x="8571791" y="3400635"/>
            <a:ext cx="168950" cy="168950"/>
          </a:xfrm>
          <a:prstGeom prst="rect">
            <a:avLst/>
          </a:prstGeom>
        </p:spPr>
      </p:pic>
      <p:pic>
        <p:nvPicPr>
          <p:cNvPr id="1361" name="Graphic 1360">
            <a:extLst>
              <a:ext uri="{FF2B5EF4-FFF2-40B4-BE49-F238E27FC236}">
                <a16:creationId xmlns:a16="http://schemas.microsoft.com/office/drawing/2014/main" id="{9E1538B0-BBE0-F946-396F-4622D7DEFF0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rcRect/>
          <a:stretch/>
        </p:blipFill>
        <p:spPr>
          <a:xfrm>
            <a:off x="9333789" y="3400635"/>
            <a:ext cx="168950" cy="168950"/>
          </a:xfrm>
          <a:prstGeom prst="rect">
            <a:avLst/>
          </a:prstGeom>
        </p:spPr>
      </p:pic>
      <p:pic>
        <p:nvPicPr>
          <p:cNvPr id="1364" name="Graphic 1363">
            <a:extLst>
              <a:ext uri="{FF2B5EF4-FFF2-40B4-BE49-F238E27FC236}">
                <a16:creationId xmlns:a16="http://schemas.microsoft.com/office/drawing/2014/main" id="{0E2E1269-7BCC-C6CB-DBDC-8ADB984115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rcRect/>
          <a:stretch/>
        </p:blipFill>
        <p:spPr>
          <a:xfrm>
            <a:off x="10095787" y="3400635"/>
            <a:ext cx="168950" cy="168950"/>
          </a:xfrm>
          <a:prstGeom prst="rect">
            <a:avLst/>
          </a:prstGeom>
        </p:spPr>
      </p:pic>
      <p:pic>
        <p:nvPicPr>
          <p:cNvPr id="1365" name="Graphic 1364">
            <a:extLst>
              <a:ext uri="{FF2B5EF4-FFF2-40B4-BE49-F238E27FC236}">
                <a16:creationId xmlns:a16="http://schemas.microsoft.com/office/drawing/2014/main" id="{4D7BC1A2-7709-EA5A-B8FA-0DB3C80CD9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rcRect/>
          <a:stretch/>
        </p:blipFill>
        <p:spPr>
          <a:xfrm>
            <a:off x="10476786" y="3400635"/>
            <a:ext cx="168950" cy="168950"/>
          </a:xfrm>
          <a:prstGeom prst="rect">
            <a:avLst/>
          </a:prstGeom>
        </p:spPr>
      </p:pic>
      <p:pic>
        <p:nvPicPr>
          <p:cNvPr id="1377" name="Graphic 1376">
            <a:extLst>
              <a:ext uri="{FF2B5EF4-FFF2-40B4-BE49-F238E27FC236}">
                <a16:creationId xmlns:a16="http://schemas.microsoft.com/office/drawing/2014/main" id="{58E0CFB7-A59F-0A8F-087E-5D67C8C84D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rcRect/>
          <a:stretch/>
        </p:blipFill>
        <p:spPr>
          <a:xfrm>
            <a:off x="11238781" y="3400635"/>
            <a:ext cx="168950" cy="168950"/>
          </a:xfrm>
          <a:prstGeom prst="rect">
            <a:avLst/>
          </a:prstGeom>
        </p:spPr>
      </p:pic>
      <p:pic>
        <p:nvPicPr>
          <p:cNvPr id="1378" name="Graphic 1377">
            <a:extLst>
              <a:ext uri="{FF2B5EF4-FFF2-40B4-BE49-F238E27FC236}">
                <a16:creationId xmlns:a16="http://schemas.microsoft.com/office/drawing/2014/main" id="{D480D50E-17BB-3784-F094-2E8B82440D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rcRect/>
          <a:stretch/>
        </p:blipFill>
        <p:spPr>
          <a:xfrm>
            <a:off x="10857785" y="3400635"/>
            <a:ext cx="168950" cy="168950"/>
          </a:xfrm>
          <a:prstGeom prst="rect">
            <a:avLst/>
          </a:prstGeom>
        </p:spPr>
      </p:pic>
      <p:pic>
        <p:nvPicPr>
          <p:cNvPr id="1380" name="Graphic 1379">
            <a:extLst>
              <a:ext uri="{FF2B5EF4-FFF2-40B4-BE49-F238E27FC236}">
                <a16:creationId xmlns:a16="http://schemas.microsoft.com/office/drawing/2014/main" id="{0DDF9827-FD44-FC76-6E0A-3C0C20030D4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rcRect/>
          <a:stretch/>
        </p:blipFill>
        <p:spPr>
          <a:xfrm>
            <a:off x="3240144" y="3830778"/>
            <a:ext cx="168950" cy="168950"/>
          </a:xfrm>
          <a:prstGeom prst="rect">
            <a:avLst/>
          </a:prstGeom>
        </p:spPr>
      </p:pic>
      <p:pic>
        <p:nvPicPr>
          <p:cNvPr id="1381" name="Graphic 1380">
            <a:extLst>
              <a:ext uri="{FF2B5EF4-FFF2-40B4-BE49-F238E27FC236}">
                <a16:creationId xmlns:a16="http://schemas.microsoft.com/office/drawing/2014/main" id="{FD6A3CFD-DE8D-6D44-EEB5-7BDE67FCD8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rcRect/>
          <a:stretch/>
        </p:blipFill>
        <p:spPr>
          <a:xfrm>
            <a:off x="3618804" y="3830778"/>
            <a:ext cx="168950" cy="168950"/>
          </a:xfrm>
          <a:prstGeom prst="rect">
            <a:avLst/>
          </a:prstGeom>
        </p:spPr>
      </p:pic>
      <p:pic>
        <p:nvPicPr>
          <p:cNvPr id="1384" name="Graphic 1383">
            <a:extLst>
              <a:ext uri="{FF2B5EF4-FFF2-40B4-BE49-F238E27FC236}">
                <a16:creationId xmlns:a16="http://schemas.microsoft.com/office/drawing/2014/main" id="{C466ECEA-FAED-6812-05FF-6E02FD855E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rcRect/>
          <a:stretch/>
        </p:blipFill>
        <p:spPr>
          <a:xfrm>
            <a:off x="4761801" y="3830778"/>
            <a:ext cx="168950" cy="168950"/>
          </a:xfrm>
          <a:prstGeom prst="rect">
            <a:avLst/>
          </a:prstGeom>
        </p:spPr>
      </p:pic>
      <p:pic>
        <p:nvPicPr>
          <p:cNvPr id="1383" name="Graphic 1382">
            <a:extLst>
              <a:ext uri="{FF2B5EF4-FFF2-40B4-BE49-F238E27FC236}">
                <a16:creationId xmlns:a16="http://schemas.microsoft.com/office/drawing/2014/main" id="{2DF8506C-5EFF-9687-E5B6-7C3ECB6A9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rcRect/>
          <a:stretch/>
        </p:blipFill>
        <p:spPr>
          <a:xfrm>
            <a:off x="4380802" y="3830778"/>
            <a:ext cx="168950" cy="168950"/>
          </a:xfrm>
          <a:prstGeom prst="rect">
            <a:avLst/>
          </a:prstGeom>
        </p:spPr>
      </p:pic>
      <p:pic>
        <p:nvPicPr>
          <p:cNvPr id="1382" name="Graphic 1381">
            <a:extLst>
              <a:ext uri="{FF2B5EF4-FFF2-40B4-BE49-F238E27FC236}">
                <a16:creationId xmlns:a16="http://schemas.microsoft.com/office/drawing/2014/main" id="{329CA70F-ECEC-7F05-62BB-957CFBED9C8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rcRect/>
          <a:stretch/>
        </p:blipFill>
        <p:spPr>
          <a:xfrm>
            <a:off x="3999803" y="3830778"/>
            <a:ext cx="168950" cy="168950"/>
          </a:xfrm>
          <a:prstGeom prst="rect">
            <a:avLst/>
          </a:prstGeom>
        </p:spPr>
      </p:pic>
      <p:pic>
        <p:nvPicPr>
          <p:cNvPr id="1385" name="Graphic 1384">
            <a:extLst>
              <a:ext uri="{FF2B5EF4-FFF2-40B4-BE49-F238E27FC236}">
                <a16:creationId xmlns:a16="http://schemas.microsoft.com/office/drawing/2014/main" id="{EC19CAAB-F0C3-8F99-0DFB-88D8C013E3D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rcRect/>
          <a:stretch/>
        </p:blipFill>
        <p:spPr>
          <a:xfrm>
            <a:off x="5142800" y="3830778"/>
            <a:ext cx="168950" cy="168950"/>
          </a:xfrm>
          <a:prstGeom prst="rect">
            <a:avLst/>
          </a:prstGeom>
        </p:spPr>
      </p:pic>
      <p:pic>
        <p:nvPicPr>
          <p:cNvPr id="1386" name="Graphic 1385">
            <a:extLst>
              <a:ext uri="{FF2B5EF4-FFF2-40B4-BE49-F238E27FC236}">
                <a16:creationId xmlns:a16="http://schemas.microsoft.com/office/drawing/2014/main" id="{0E038ADE-3A1F-C539-04B5-398C2F27C36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rcRect/>
          <a:stretch/>
        </p:blipFill>
        <p:spPr>
          <a:xfrm>
            <a:off x="5523799" y="3830778"/>
            <a:ext cx="168950" cy="168950"/>
          </a:xfrm>
          <a:prstGeom prst="rect">
            <a:avLst/>
          </a:prstGeom>
        </p:spPr>
      </p:pic>
      <p:pic>
        <p:nvPicPr>
          <p:cNvPr id="1388" name="Graphic 1387">
            <a:extLst>
              <a:ext uri="{FF2B5EF4-FFF2-40B4-BE49-F238E27FC236}">
                <a16:creationId xmlns:a16="http://schemas.microsoft.com/office/drawing/2014/main" id="{BE64A7E8-612F-181B-1A46-00800B9229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5904798" y="3830778"/>
            <a:ext cx="168950" cy="168950"/>
          </a:xfrm>
          <a:prstGeom prst="rect">
            <a:avLst/>
          </a:prstGeom>
        </p:spPr>
      </p:pic>
      <p:pic>
        <p:nvPicPr>
          <p:cNvPr id="1400" name="Graphic 1399">
            <a:extLst>
              <a:ext uri="{FF2B5EF4-FFF2-40B4-BE49-F238E27FC236}">
                <a16:creationId xmlns:a16="http://schemas.microsoft.com/office/drawing/2014/main" id="{95CC0B19-247B-72E1-06CE-01145E33CF9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rcRect/>
          <a:stretch/>
        </p:blipFill>
        <p:spPr>
          <a:xfrm>
            <a:off x="6666796" y="3830778"/>
            <a:ext cx="168950" cy="168950"/>
          </a:xfrm>
          <a:prstGeom prst="rect">
            <a:avLst/>
          </a:prstGeom>
        </p:spPr>
      </p:pic>
      <p:pic>
        <p:nvPicPr>
          <p:cNvPr id="1403" name="Graphic 1402">
            <a:extLst>
              <a:ext uri="{FF2B5EF4-FFF2-40B4-BE49-F238E27FC236}">
                <a16:creationId xmlns:a16="http://schemas.microsoft.com/office/drawing/2014/main" id="{BF2A89F8-645A-76EE-D797-1DB92898A5C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rcRect/>
          <a:stretch/>
        </p:blipFill>
        <p:spPr>
          <a:xfrm>
            <a:off x="7809793" y="3830778"/>
            <a:ext cx="168950" cy="168950"/>
          </a:xfrm>
          <a:prstGeom prst="rect">
            <a:avLst/>
          </a:prstGeom>
        </p:spPr>
      </p:pic>
      <p:pic>
        <p:nvPicPr>
          <p:cNvPr id="1401" name="Graphic 1400">
            <a:extLst>
              <a:ext uri="{FF2B5EF4-FFF2-40B4-BE49-F238E27FC236}">
                <a16:creationId xmlns:a16="http://schemas.microsoft.com/office/drawing/2014/main" id="{186D4C40-C4B3-2251-DCC4-0B57B7B8013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7428794" y="3830778"/>
            <a:ext cx="168950" cy="168950"/>
          </a:xfrm>
          <a:prstGeom prst="rect">
            <a:avLst/>
          </a:prstGeom>
        </p:spPr>
      </p:pic>
      <p:pic>
        <p:nvPicPr>
          <p:cNvPr id="1404" name="Graphic 1403">
            <a:extLst>
              <a:ext uri="{FF2B5EF4-FFF2-40B4-BE49-F238E27FC236}">
                <a16:creationId xmlns:a16="http://schemas.microsoft.com/office/drawing/2014/main" id="{A3EC8B91-A406-3E71-EA2E-5FAD8586BB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rcRect/>
          <a:stretch/>
        </p:blipFill>
        <p:spPr>
          <a:xfrm>
            <a:off x="8190792" y="3830778"/>
            <a:ext cx="168950" cy="168950"/>
          </a:xfrm>
          <a:prstGeom prst="rect">
            <a:avLst/>
          </a:prstGeom>
        </p:spPr>
      </p:pic>
      <p:pic>
        <p:nvPicPr>
          <p:cNvPr id="1402" name="Graphic 1401">
            <a:extLst>
              <a:ext uri="{FF2B5EF4-FFF2-40B4-BE49-F238E27FC236}">
                <a16:creationId xmlns:a16="http://schemas.microsoft.com/office/drawing/2014/main" id="{A302C9C5-2EA8-6A65-D2F1-56958510D5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7047795" y="3830778"/>
            <a:ext cx="168950" cy="168950"/>
          </a:xfrm>
          <a:prstGeom prst="rect">
            <a:avLst/>
          </a:prstGeom>
        </p:spPr>
      </p:pic>
      <p:pic>
        <p:nvPicPr>
          <p:cNvPr id="1387" name="Graphic 1386">
            <a:extLst>
              <a:ext uri="{FF2B5EF4-FFF2-40B4-BE49-F238E27FC236}">
                <a16:creationId xmlns:a16="http://schemas.microsoft.com/office/drawing/2014/main" id="{3C8F6BD6-21E7-7FEF-8CCB-D9EC5F2C186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rcRect/>
          <a:stretch/>
        </p:blipFill>
        <p:spPr>
          <a:xfrm>
            <a:off x="6285797" y="3830778"/>
            <a:ext cx="168950" cy="168950"/>
          </a:xfrm>
          <a:prstGeom prst="rect">
            <a:avLst/>
          </a:prstGeom>
        </p:spPr>
      </p:pic>
      <p:pic>
        <p:nvPicPr>
          <p:cNvPr id="1406" name="Graphic 1405">
            <a:extLst>
              <a:ext uri="{FF2B5EF4-FFF2-40B4-BE49-F238E27FC236}">
                <a16:creationId xmlns:a16="http://schemas.microsoft.com/office/drawing/2014/main" id="{767A6730-F33C-B272-E0FE-9DCE8AAFFD1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rcRect/>
          <a:stretch/>
        </p:blipFill>
        <p:spPr>
          <a:xfrm>
            <a:off x="8952790" y="3830778"/>
            <a:ext cx="168950" cy="168950"/>
          </a:xfrm>
          <a:prstGeom prst="rect">
            <a:avLst/>
          </a:prstGeom>
        </p:spPr>
      </p:pic>
      <p:pic>
        <p:nvPicPr>
          <p:cNvPr id="1408" name="Graphic 1407">
            <a:extLst>
              <a:ext uri="{FF2B5EF4-FFF2-40B4-BE49-F238E27FC236}">
                <a16:creationId xmlns:a16="http://schemas.microsoft.com/office/drawing/2014/main" id="{37DA9E9F-5128-A84C-7BA7-FB4D643B6B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rcRect/>
          <a:stretch/>
        </p:blipFill>
        <p:spPr>
          <a:xfrm>
            <a:off x="9714788" y="3830778"/>
            <a:ext cx="168950" cy="168950"/>
          </a:xfrm>
          <a:prstGeom prst="rect">
            <a:avLst/>
          </a:prstGeom>
        </p:spPr>
      </p:pic>
      <p:pic>
        <p:nvPicPr>
          <p:cNvPr id="1405" name="Graphic 1404">
            <a:extLst>
              <a:ext uri="{FF2B5EF4-FFF2-40B4-BE49-F238E27FC236}">
                <a16:creationId xmlns:a16="http://schemas.microsoft.com/office/drawing/2014/main" id="{19D52766-3824-80FB-57AA-9D6B72A50B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rcRect/>
          <a:stretch/>
        </p:blipFill>
        <p:spPr>
          <a:xfrm>
            <a:off x="8571791" y="3830778"/>
            <a:ext cx="168950" cy="168950"/>
          </a:xfrm>
          <a:prstGeom prst="rect">
            <a:avLst/>
          </a:prstGeom>
        </p:spPr>
      </p:pic>
      <p:pic>
        <p:nvPicPr>
          <p:cNvPr id="1407" name="Graphic 1406">
            <a:extLst>
              <a:ext uri="{FF2B5EF4-FFF2-40B4-BE49-F238E27FC236}">
                <a16:creationId xmlns:a16="http://schemas.microsoft.com/office/drawing/2014/main" id="{BE409C93-52C6-BEB1-D51D-A74A42574EF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rcRect/>
          <a:stretch/>
        </p:blipFill>
        <p:spPr>
          <a:xfrm>
            <a:off x="9333789" y="3830778"/>
            <a:ext cx="168950" cy="168950"/>
          </a:xfrm>
          <a:prstGeom prst="rect">
            <a:avLst/>
          </a:prstGeom>
        </p:spPr>
      </p:pic>
      <p:pic>
        <p:nvPicPr>
          <p:cNvPr id="1409" name="Graphic 1408">
            <a:extLst>
              <a:ext uri="{FF2B5EF4-FFF2-40B4-BE49-F238E27FC236}">
                <a16:creationId xmlns:a16="http://schemas.microsoft.com/office/drawing/2014/main" id="{EA205A14-E34C-AB5C-0DD3-BF8059EB827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rcRect/>
          <a:stretch/>
        </p:blipFill>
        <p:spPr>
          <a:xfrm>
            <a:off x="10095787" y="3830778"/>
            <a:ext cx="168950" cy="168950"/>
          </a:xfrm>
          <a:prstGeom prst="rect">
            <a:avLst/>
          </a:prstGeom>
        </p:spPr>
      </p:pic>
      <p:pic>
        <p:nvPicPr>
          <p:cNvPr id="1410" name="Graphic 1409">
            <a:extLst>
              <a:ext uri="{FF2B5EF4-FFF2-40B4-BE49-F238E27FC236}">
                <a16:creationId xmlns:a16="http://schemas.microsoft.com/office/drawing/2014/main" id="{B2248935-8EA7-8E84-71AC-B8E33FBFF3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rcRect/>
          <a:stretch/>
        </p:blipFill>
        <p:spPr>
          <a:xfrm>
            <a:off x="10476786" y="3830778"/>
            <a:ext cx="168950" cy="168950"/>
          </a:xfrm>
          <a:prstGeom prst="rect">
            <a:avLst/>
          </a:prstGeom>
        </p:spPr>
      </p:pic>
      <p:pic>
        <p:nvPicPr>
          <p:cNvPr id="1423" name="Graphic 1422">
            <a:extLst>
              <a:ext uri="{FF2B5EF4-FFF2-40B4-BE49-F238E27FC236}">
                <a16:creationId xmlns:a16="http://schemas.microsoft.com/office/drawing/2014/main" id="{DB308E43-FF42-B09B-E218-A6F8D7E08C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rcRect/>
          <a:stretch/>
        </p:blipFill>
        <p:spPr>
          <a:xfrm>
            <a:off x="11238781" y="3830778"/>
            <a:ext cx="168950" cy="168950"/>
          </a:xfrm>
          <a:prstGeom prst="rect">
            <a:avLst/>
          </a:prstGeom>
        </p:spPr>
      </p:pic>
      <p:pic>
        <p:nvPicPr>
          <p:cNvPr id="1411" name="Graphic 1410">
            <a:extLst>
              <a:ext uri="{FF2B5EF4-FFF2-40B4-BE49-F238E27FC236}">
                <a16:creationId xmlns:a16="http://schemas.microsoft.com/office/drawing/2014/main" id="{3A63C18C-E8D7-F4BB-B4B6-9DCEEAA11A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rcRect/>
          <a:stretch/>
        </p:blipFill>
        <p:spPr>
          <a:xfrm>
            <a:off x="10857785" y="3830778"/>
            <a:ext cx="168950" cy="168950"/>
          </a:xfrm>
          <a:prstGeom prst="rect">
            <a:avLst/>
          </a:prstGeom>
        </p:spPr>
      </p:pic>
      <p:pic>
        <p:nvPicPr>
          <p:cNvPr id="1424" name="Graphic 1423">
            <a:extLst>
              <a:ext uri="{FF2B5EF4-FFF2-40B4-BE49-F238E27FC236}">
                <a16:creationId xmlns:a16="http://schemas.microsoft.com/office/drawing/2014/main" id="{46A5B285-9134-0B09-5839-26604182A2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rcRect/>
          <a:stretch/>
        </p:blipFill>
        <p:spPr>
          <a:xfrm>
            <a:off x="3240144" y="4260921"/>
            <a:ext cx="168950" cy="168950"/>
          </a:xfrm>
          <a:prstGeom prst="rect">
            <a:avLst/>
          </a:prstGeom>
        </p:spPr>
      </p:pic>
      <p:pic>
        <p:nvPicPr>
          <p:cNvPr id="1425" name="Graphic 1424">
            <a:extLst>
              <a:ext uri="{FF2B5EF4-FFF2-40B4-BE49-F238E27FC236}">
                <a16:creationId xmlns:a16="http://schemas.microsoft.com/office/drawing/2014/main" id="{EB9230C4-CD49-B31A-FA70-424814DDD4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rcRect/>
          <a:stretch/>
        </p:blipFill>
        <p:spPr>
          <a:xfrm>
            <a:off x="3621031" y="4260921"/>
            <a:ext cx="168950" cy="168950"/>
          </a:xfrm>
          <a:prstGeom prst="rect">
            <a:avLst/>
          </a:prstGeom>
        </p:spPr>
      </p:pic>
      <p:pic>
        <p:nvPicPr>
          <p:cNvPr id="1426" name="Graphic 1425">
            <a:extLst>
              <a:ext uri="{FF2B5EF4-FFF2-40B4-BE49-F238E27FC236}">
                <a16:creationId xmlns:a16="http://schemas.microsoft.com/office/drawing/2014/main" id="{6ACE81A6-790B-A54D-E33C-B13FDE0C2EA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rcRect/>
          <a:stretch/>
        </p:blipFill>
        <p:spPr>
          <a:xfrm>
            <a:off x="4763692" y="4260921"/>
            <a:ext cx="168950" cy="168950"/>
          </a:xfrm>
          <a:prstGeom prst="rect">
            <a:avLst/>
          </a:prstGeom>
        </p:spPr>
      </p:pic>
      <p:pic>
        <p:nvPicPr>
          <p:cNvPr id="1427" name="Graphic 1426">
            <a:extLst>
              <a:ext uri="{FF2B5EF4-FFF2-40B4-BE49-F238E27FC236}">
                <a16:creationId xmlns:a16="http://schemas.microsoft.com/office/drawing/2014/main" id="{D8158048-4000-119C-6A01-BA2983497C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rcRect/>
          <a:stretch/>
        </p:blipFill>
        <p:spPr>
          <a:xfrm>
            <a:off x="4382805" y="4260921"/>
            <a:ext cx="168950" cy="168950"/>
          </a:xfrm>
          <a:prstGeom prst="rect">
            <a:avLst/>
          </a:prstGeom>
        </p:spPr>
      </p:pic>
      <p:pic>
        <p:nvPicPr>
          <p:cNvPr id="1456" name="Graphic 1455">
            <a:extLst>
              <a:ext uri="{FF2B5EF4-FFF2-40B4-BE49-F238E27FC236}">
                <a16:creationId xmlns:a16="http://schemas.microsoft.com/office/drawing/2014/main" id="{C3778A18-77AF-41B9-1EA8-9A963E87AB6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rcRect/>
          <a:stretch/>
        </p:blipFill>
        <p:spPr>
          <a:xfrm>
            <a:off x="4001918" y="4260921"/>
            <a:ext cx="168950" cy="168950"/>
          </a:xfrm>
          <a:prstGeom prst="rect">
            <a:avLst/>
          </a:prstGeom>
        </p:spPr>
      </p:pic>
      <p:pic>
        <p:nvPicPr>
          <p:cNvPr id="1428" name="Graphic 1427">
            <a:extLst>
              <a:ext uri="{FF2B5EF4-FFF2-40B4-BE49-F238E27FC236}">
                <a16:creationId xmlns:a16="http://schemas.microsoft.com/office/drawing/2014/main" id="{6CF74F6F-97EA-EA8E-FEB7-0D3DD4BA8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rcRect/>
          <a:stretch/>
        </p:blipFill>
        <p:spPr>
          <a:xfrm>
            <a:off x="5144579" y="4260921"/>
            <a:ext cx="168950" cy="168950"/>
          </a:xfrm>
          <a:prstGeom prst="rect">
            <a:avLst/>
          </a:prstGeom>
        </p:spPr>
      </p:pic>
      <p:pic>
        <p:nvPicPr>
          <p:cNvPr id="1429" name="Graphic 1428">
            <a:extLst>
              <a:ext uri="{FF2B5EF4-FFF2-40B4-BE49-F238E27FC236}">
                <a16:creationId xmlns:a16="http://schemas.microsoft.com/office/drawing/2014/main" id="{F26251E1-1B14-4CF8-EDBD-C3421CCA327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rcRect/>
          <a:stretch/>
        </p:blipFill>
        <p:spPr>
          <a:xfrm>
            <a:off x="5525466" y="4260921"/>
            <a:ext cx="168950" cy="168950"/>
          </a:xfrm>
          <a:prstGeom prst="rect">
            <a:avLst/>
          </a:prstGeom>
        </p:spPr>
      </p:pic>
      <p:pic>
        <p:nvPicPr>
          <p:cNvPr id="1447" name="Graphic 1446">
            <a:extLst>
              <a:ext uri="{FF2B5EF4-FFF2-40B4-BE49-F238E27FC236}">
                <a16:creationId xmlns:a16="http://schemas.microsoft.com/office/drawing/2014/main" id="{12EA8C40-EF7A-280F-A9E3-553C62A581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rcRect/>
          <a:stretch/>
        </p:blipFill>
        <p:spPr>
          <a:xfrm>
            <a:off x="5906353" y="4260921"/>
            <a:ext cx="168950" cy="168950"/>
          </a:xfrm>
          <a:prstGeom prst="rect">
            <a:avLst/>
          </a:prstGeom>
        </p:spPr>
      </p:pic>
      <p:pic>
        <p:nvPicPr>
          <p:cNvPr id="1431" name="Graphic 1430">
            <a:extLst>
              <a:ext uri="{FF2B5EF4-FFF2-40B4-BE49-F238E27FC236}">
                <a16:creationId xmlns:a16="http://schemas.microsoft.com/office/drawing/2014/main" id="{BFB5E59A-9651-55E3-A34C-61FDB81B754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rcRect/>
          <a:stretch/>
        </p:blipFill>
        <p:spPr>
          <a:xfrm>
            <a:off x="6668127" y="4260921"/>
            <a:ext cx="168950" cy="168950"/>
          </a:xfrm>
          <a:prstGeom prst="rect">
            <a:avLst/>
          </a:prstGeom>
        </p:spPr>
      </p:pic>
      <p:pic>
        <p:nvPicPr>
          <p:cNvPr id="1433" name="Graphic 1432">
            <a:extLst>
              <a:ext uri="{FF2B5EF4-FFF2-40B4-BE49-F238E27FC236}">
                <a16:creationId xmlns:a16="http://schemas.microsoft.com/office/drawing/2014/main" id="{7B53B2CE-E4A7-1232-C337-DA5EDDE178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rcRect/>
          <a:stretch/>
        </p:blipFill>
        <p:spPr>
          <a:xfrm>
            <a:off x="7810788" y="4260921"/>
            <a:ext cx="168950" cy="168950"/>
          </a:xfrm>
          <a:prstGeom prst="rect">
            <a:avLst/>
          </a:prstGeom>
        </p:spPr>
      </p:pic>
      <p:pic>
        <p:nvPicPr>
          <p:cNvPr id="1434" name="Graphic 1433">
            <a:extLst>
              <a:ext uri="{FF2B5EF4-FFF2-40B4-BE49-F238E27FC236}">
                <a16:creationId xmlns:a16="http://schemas.microsoft.com/office/drawing/2014/main" id="{48CE40CD-6F32-E44A-095E-475F973A93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rcRect/>
          <a:stretch/>
        </p:blipFill>
        <p:spPr>
          <a:xfrm>
            <a:off x="7429901" y="4260921"/>
            <a:ext cx="168950" cy="168950"/>
          </a:xfrm>
          <a:prstGeom prst="rect">
            <a:avLst/>
          </a:prstGeom>
        </p:spPr>
      </p:pic>
      <p:pic>
        <p:nvPicPr>
          <p:cNvPr id="1446" name="Graphic 1445">
            <a:extLst>
              <a:ext uri="{FF2B5EF4-FFF2-40B4-BE49-F238E27FC236}">
                <a16:creationId xmlns:a16="http://schemas.microsoft.com/office/drawing/2014/main" id="{0388C152-4D8E-6E4B-52F6-CF8B2E6D61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rcRect/>
          <a:stretch/>
        </p:blipFill>
        <p:spPr>
          <a:xfrm>
            <a:off x="8191675" y="4260921"/>
            <a:ext cx="168950" cy="168950"/>
          </a:xfrm>
          <a:prstGeom prst="rect">
            <a:avLst/>
          </a:prstGeom>
        </p:spPr>
      </p:pic>
      <p:pic>
        <p:nvPicPr>
          <p:cNvPr id="1432" name="Graphic 1431">
            <a:extLst>
              <a:ext uri="{FF2B5EF4-FFF2-40B4-BE49-F238E27FC236}">
                <a16:creationId xmlns:a16="http://schemas.microsoft.com/office/drawing/2014/main" id="{5291E810-18EF-5FCF-E815-6E73102328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rcRect/>
          <a:stretch/>
        </p:blipFill>
        <p:spPr>
          <a:xfrm>
            <a:off x="7049014" y="4260921"/>
            <a:ext cx="168950" cy="168950"/>
          </a:xfrm>
          <a:prstGeom prst="rect">
            <a:avLst/>
          </a:prstGeom>
        </p:spPr>
      </p:pic>
      <p:pic>
        <p:nvPicPr>
          <p:cNvPr id="1430" name="Graphic 1429">
            <a:extLst>
              <a:ext uri="{FF2B5EF4-FFF2-40B4-BE49-F238E27FC236}">
                <a16:creationId xmlns:a16="http://schemas.microsoft.com/office/drawing/2014/main" id="{51E22B3F-AB43-68E2-40E6-4DA8743C0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rcRect/>
          <a:stretch/>
        </p:blipFill>
        <p:spPr>
          <a:xfrm>
            <a:off x="6287240" y="4260921"/>
            <a:ext cx="168950" cy="168950"/>
          </a:xfrm>
          <a:prstGeom prst="rect">
            <a:avLst/>
          </a:prstGeom>
        </p:spPr>
      </p:pic>
      <p:pic>
        <p:nvPicPr>
          <p:cNvPr id="1449" name="Graphic 1448">
            <a:extLst>
              <a:ext uri="{FF2B5EF4-FFF2-40B4-BE49-F238E27FC236}">
                <a16:creationId xmlns:a16="http://schemas.microsoft.com/office/drawing/2014/main" id="{EAF65C62-74DE-49EE-E3DE-979137B4C22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rcRect/>
          <a:stretch/>
        </p:blipFill>
        <p:spPr>
          <a:xfrm>
            <a:off x="8953449" y="4260921"/>
            <a:ext cx="168950" cy="168950"/>
          </a:xfrm>
          <a:prstGeom prst="rect">
            <a:avLst/>
          </a:prstGeom>
        </p:spPr>
      </p:pic>
      <p:pic>
        <p:nvPicPr>
          <p:cNvPr id="1451" name="Graphic 1450">
            <a:extLst>
              <a:ext uri="{FF2B5EF4-FFF2-40B4-BE49-F238E27FC236}">
                <a16:creationId xmlns:a16="http://schemas.microsoft.com/office/drawing/2014/main" id="{F8C53335-EF54-2453-90FF-5883959E43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rcRect/>
          <a:stretch/>
        </p:blipFill>
        <p:spPr>
          <a:xfrm>
            <a:off x="9715223" y="4260921"/>
            <a:ext cx="168950" cy="168950"/>
          </a:xfrm>
          <a:prstGeom prst="rect">
            <a:avLst/>
          </a:prstGeom>
        </p:spPr>
      </p:pic>
      <p:pic>
        <p:nvPicPr>
          <p:cNvPr id="1448" name="Graphic 1447">
            <a:extLst>
              <a:ext uri="{FF2B5EF4-FFF2-40B4-BE49-F238E27FC236}">
                <a16:creationId xmlns:a16="http://schemas.microsoft.com/office/drawing/2014/main" id="{B0D0D30E-DCE1-30D4-92BC-CA7ECA5F5A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rcRect/>
          <a:stretch/>
        </p:blipFill>
        <p:spPr>
          <a:xfrm>
            <a:off x="8572562" y="4260921"/>
            <a:ext cx="168950" cy="168950"/>
          </a:xfrm>
          <a:prstGeom prst="rect">
            <a:avLst/>
          </a:prstGeom>
        </p:spPr>
      </p:pic>
      <p:pic>
        <p:nvPicPr>
          <p:cNvPr id="1450" name="Graphic 1449">
            <a:extLst>
              <a:ext uri="{FF2B5EF4-FFF2-40B4-BE49-F238E27FC236}">
                <a16:creationId xmlns:a16="http://schemas.microsoft.com/office/drawing/2014/main" id="{1325380B-4D7D-8CBB-928F-F76005E435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rcRect/>
          <a:stretch/>
        </p:blipFill>
        <p:spPr>
          <a:xfrm>
            <a:off x="9334336" y="4260921"/>
            <a:ext cx="168950" cy="168950"/>
          </a:xfrm>
          <a:prstGeom prst="rect">
            <a:avLst/>
          </a:prstGeom>
        </p:spPr>
      </p:pic>
      <p:pic>
        <p:nvPicPr>
          <p:cNvPr id="1452" name="Graphic 1451">
            <a:extLst>
              <a:ext uri="{FF2B5EF4-FFF2-40B4-BE49-F238E27FC236}">
                <a16:creationId xmlns:a16="http://schemas.microsoft.com/office/drawing/2014/main" id="{D7ED7AC5-66E5-285C-6C86-772616971D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rcRect/>
          <a:stretch/>
        </p:blipFill>
        <p:spPr>
          <a:xfrm>
            <a:off x="10096110" y="4260921"/>
            <a:ext cx="168950" cy="168950"/>
          </a:xfrm>
          <a:prstGeom prst="rect">
            <a:avLst/>
          </a:prstGeom>
        </p:spPr>
      </p:pic>
      <p:pic>
        <p:nvPicPr>
          <p:cNvPr id="1453" name="Graphic 1452">
            <a:extLst>
              <a:ext uri="{FF2B5EF4-FFF2-40B4-BE49-F238E27FC236}">
                <a16:creationId xmlns:a16="http://schemas.microsoft.com/office/drawing/2014/main" id="{FEE237CE-64ED-DF81-103A-5DDD573D668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rcRect/>
          <a:stretch/>
        </p:blipFill>
        <p:spPr>
          <a:xfrm>
            <a:off x="10476997" y="4260921"/>
            <a:ext cx="168950" cy="168950"/>
          </a:xfrm>
          <a:prstGeom prst="rect">
            <a:avLst/>
          </a:prstGeom>
        </p:spPr>
      </p:pic>
      <p:pic>
        <p:nvPicPr>
          <p:cNvPr id="1455" name="Graphic 1454">
            <a:extLst>
              <a:ext uri="{FF2B5EF4-FFF2-40B4-BE49-F238E27FC236}">
                <a16:creationId xmlns:a16="http://schemas.microsoft.com/office/drawing/2014/main" id="{9C5C2221-6A3E-F83A-2149-BC19625F10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7"/>
              </a:ext>
            </a:extLst>
          </a:blip>
          <a:srcRect/>
          <a:stretch/>
        </p:blipFill>
        <p:spPr>
          <a:xfrm>
            <a:off x="11238781" y="4260921"/>
            <a:ext cx="168950" cy="168950"/>
          </a:xfrm>
          <a:prstGeom prst="rect">
            <a:avLst/>
          </a:prstGeom>
        </p:spPr>
      </p:pic>
      <p:pic>
        <p:nvPicPr>
          <p:cNvPr id="1454" name="Graphic 1453">
            <a:extLst>
              <a:ext uri="{FF2B5EF4-FFF2-40B4-BE49-F238E27FC236}">
                <a16:creationId xmlns:a16="http://schemas.microsoft.com/office/drawing/2014/main" id="{07235BC9-2252-C1EF-91D0-AA84FEF185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8"/>
              </a:ext>
            </a:extLst>
          </a:blip>
          <a:srcRect/>
          <a:stretch/>
        </p:blipFill>
        <p:spPr>
          <a:xfrm>
            <a:off x="10857884" y="4260921"/>
            <a:ext cx="168950" cy="168950"/>
          </a:xfrm>
          <a:prstGeom prst="rect">
            <a:avLst/>
          </a:prstGeom>
        </p:spPr>
      </p:pic>
      <p:pic>
        <p:nvPicPr>
          <p:cNvPr id="1457" name="Graphic 1456">
            <a:extLst>
              <a:ext uri="{FF2B5EF4-FFF2-40B4-BE49-F238E27FC236}">
                <a16:creationId xmlns:a16="http://schemas.microsoft.com/office/drawing/2014/main" id="{2E866904-1AE7-6133-D067-CD69A7D69D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9"/>
              </a:ext>
            </a:extLst>
          </a:blip>
          <a:srcRect/>
          <a:stretch/>
        </p:blipFill>
        <p:spPr>
          <a:xfrm>
            <a:off x="3240144" y="4695087"/>
            <a:ext cx="168950" cy="168950"/>
          </a:xfrm>
          <a:prstGeom prst="rect">
            <a:avLst/>
          </a:prstGeom>
        </p:spPr>
      </p:pic>
      <p:pic>
        <p:nvPicPr>
          <p:cNvPr id="1469" name="Graphic 1468">
            <a:extLst>
              <a:ext uri="{FF2B5EF4-FFF2-40B4-BE49-F238E27FC236}">
                <a16:creationId xmlns:a16="http://schemas.microsoft.com/office/drawing/2014/main" id="{0F2FF37A-FE1A-8945-EF75-813546B7AC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0"/>
              </a:ext>
            </a:extLst>
          </a:blip>
          <a:srcRect/>
          <a:stretch/>
        </p:blipFill>
        <p:spPr>
          <a:xfrm>
            <a:off x="3618804" y="4695087"/>
            <a:ext cx="168950" cy="168950"/>
          </a:xfrm>
          <a:prstGeom prst="rect">
            <a:avLst/>
          </a:prstGeom>
        </p:spPr>
      </p:pic>
      <p:pic>
        <p:nvPicPr>
          <p:cNvPr id="1856" name="Graphic 1855">
            <a:extLst>
              <a:ext uri="{FF2B5EF4-FFF2-40B4-BE49-F238E27FC236}">
                <a16:creationId xmlns:a16="http://schemas.microsoft.com/office/drawing/2014/main" id="{23B6750E-6244-ADA7-87C9-AF5C7D70564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1"/>
              </a:ext>
            </a:extLst>
          </a:blip>
          <a:srcRect/>
          <a:stretch/>
        </p:blipFill>
        <p:spPr>
          <a:xfrm>
            <a:off x="4761801" y="4695087"/>
            <a:ext cx="168950" cy="168950"/>
          </a:xfrm>
          <a:prstGeom prst="rect">
            <a:avLst/>
          </a:prstGeom>
        </p:spPr>
      </p:pic>
      <p:pic>
        <p:nvPicPr>
          <p:cNvPr id="1471" name="Graphic 1470">
            <a:extLst>
              <a:ext uri="{FF2B5EF4-FFF2-40B4-BE49-F238E27FC236}">
                <a16:creationId xmlns:a16="http://schemas.microsoft.com/office/drawing/2014/main" id="{1C1C5FEB-E57E-F261-9DEB-DB48D5B97A9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2"/>
              </a:ext>
            </a:extLst>
          </a:blip>
          <a:srcRect/>
          <a:stretch/>
        </p:blipFill>
        <p:spPr>
          <a:xfrm>
            <a:off x="4380802" y="4695087"/>
            <a:ext cx="168950" cy="168950"/>
          </a:xfrm>
          <a:prstGeom prst="rect">
            <a:avLst/>
          </a:prstGeom>
        </p:spPr>
      </p:pic>
      <p:pic>
        <p:nvPicPr>
          <p:cNvPr id="1470" name="Graphic 1469">
            <a:extLst>
              <a:ext uri="{FF2B5EF4-FFF2-40B4-BE49-F238E27FC236}">
                <a16:creationId xmlns:a16="http://schemas.microsoft.com/office/drawing/2014/main" id="{656AC23A-7464-2A52-0F99-CCBDCE86A8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3"/>
              </a:ext>
            </a:extLst>
          </a:blip>
          <a:srcRect/>
          <a:stretch/>
        </p:blipFill>
        <p:spPr>
          <a:xfrm>
            <a:off x="3999803" y="4695087"/>
            <a:ext cx="168950" cy="168950"/>
          </a:xfrm>
          <a:prstGeom prst="rect">
            <a:avLst/>
          </a:prstGeom>
        </p:spPr>
      </p:pic>
      <p:pic>
        <p:nvPicPr>
          <p:cNvPr id="1857" name="Graphic 1856">
            <a:extLst>
              <a:ext uri="{FF2B5EF4-FFF2-40B4-BE49-F238E27FC236}">
                <a16:creationId xmlns:a16="http://schemas.microsoft.com/office/drawing/2014/main" id="{E2A9E244-298B-1281-4888-3646C650B2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4"/>
              </a:ext>
            </a:extLst>
          </a:blip>
          <a:srcRect/>
          <a:stretch/>
        </p:blipFill>
        <p:spPr>
          <a:xfrm>
            <a:off x="5142800" y="4695087"/>
            <a:ext cx="168950" cy="168950"/>
          </a:xfrm>
          <a:prstGeom prst="rect">
            <a:avLst/>
          </a:prstGeom>
        </p:spPr>
      </p:pic>
      <p:pic>
        <p:nvPicPr>
          <p:cNvPr id="1868" name="Graphic 1867">
            <a:extLst>
              <a:ext uri="{FF2B5EF4-FFF2-40B4-BE49-F238E27FC236}">
                <a16:creationId xmlns:a16="http://schemas.microsoft.com/office/drawing/2014/main" id="{AFCC0398-5C3F-2EAB-757A-01491B4A02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5"/>
              </a:ext>
            </a:extLst>
          </a:blip>
          <a:srcRect/>
          <a:stretch/>
        </p:blipFill>
        <p:spPr>
          <a:xfrm>
            <a:off x="5523799" y="4695087"/>
            <a:ext cx="168950" cy="168950"/>
          </a:xfrm>
          <a:prstGeom prst="rect">
            <a:avLst/>
          </a:prstGeom>
        </p:spPr>
      </p:pic>
      <p:pic>
        <p:nvPicPr>
          <p:cNvPr id="1858" name="Graphic 1857">
            <a:extLst>
              <a:ext uri="{FF2B5EF4-FFF2-40B4-BE49-F238E27FC236}">
                <a16:creationId xmlns:a16="http://schemas.microsoft.com/office/drawing/2014/main" id="{48120082-0CE7-5DFC-1CB3-41C4D342B86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6"/>
              </a:ext>
            </a:extLst>
          </a:blip>
          <a:srcRect/>
          <a:stretch/>
        </p:blipFill>
        <p:spPr>
          <a:xfrm>
            <a:off x="5904798" y="4695087"/>
            <a:ext cx="168950" cy="168950"/>
          </a:xfrm>
          <a:prstGeom prst="rect">
            <a:avLst/>
          </a:prstGeom>
        </p:spPr>
      </p:pic>
      <p:pic>
        <p:nvPicPr>
          <p:cNvPr id="1867" name="Graphic 1866">
            <a:extLst>
              <a:ext uri="{FF2B5EF4-FFF2-40B4-BE49-F238E27FC236}">
                <a16:creationId xmlns:a16="http://schemas.microsoft.com/office/drawing/2014/main" id="{6F8F8667-AA89-64E6-29E8-BDBB11732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7"/>
              </a:ext>
            </a:extLst>
          </a:blip>
          <a:srcRect/>
          <a:stretch/>
        </p:blipFill>
        <p:spPr>
          <a:xfrm>
            <a:off x="6666796" y="4695087"/>
            <a:ext cx="168950" cy="168950"/>
          </a:xfrm>
          <a:prstGeom prst="rect">
            <a:avLst/>
          </a:prstGeom>
        </p:spPr>
      </p:pic>
      <p:pic>
        <p:nvPicPr>
          <p:cNvPr id="1871" name="Graphic 1870">
            <a:extLst>
              <a:ext uri="{FF2B5EF4-FFF2-40B4-BE49-F238E27FC236}">
                <a16:creationId xmlns:a16="http://schemas.microsoft.com/office/drawing/2014/main" id="{266CDDC5-94AF-5F1A-F83E-1C977E3485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8"/>
              </a:ext>
            </a:extLst>
          </a:blip>
          <a:srcRect/>
          <a:stretch/>
        </p:blipFill>
        <p:spPr>
          <a:xfrm>
            <a:off x="7809793" y="4695087"/>
            <a:ext cx="168950" cy="168950"/>
          </a:xfrm>
          <a:prstGeom prst="rect">
            <a:avLst/>
          </a:prstGeom>
        </p:spPr>
      </p:pic>
      <p:pic>
        <p:nvPicPr>
          <p:cNvPr id="1869" name="Graphic 1868">
            <a:extLst>
              <a:ext uri="{FF2B5EF4-FFF2-40B4-BE49-F238E27FC236}">
                <a16:creationId xmlns:a16="http://schemas.microsoft.com/office/drawing/2014/main" id="{0B50DE6A-FC01-C44A-A285-DABCF6171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rcRect/>
          <a:stretch/>
        </p:blipFill>
        <p:spPr>
          <a:xfrm>
            <a:off x="7424771" y="4691064"/>
            <a:ext cx="176996" cy="176996"/>
          </a:xfrm>
          <a:prstGeom prst="rect">
            <a:avLst/>
          </a:prstGeom>
        </p:spPr>
      </p:pic>
      <p:pic>
        <p:nvPicPr>
          <p:cNvPr id="1872" name="Graphic 1871">
            <a:extLst>
              <a:ext uri="{FF2B5EF4-FFF2-40B4-BE49-F238E27FC236}">
                <a16:creationId xmlns:a16="http://schemas.microsoft.com/office/drawing/2014/main" id="{9688C774-719B-BBD5-3328-A806DACC9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0"/>
              </a:ext>
            </a:extLst>
          </a:blip>
          <a:srcRect/>
          <a:stretch/>
        </p:blipFill>
        <p:spPr>
          <a:xfrm>
            <a:off x="8190792" y="4695087"/>
            <a:ext cx="168950" cy="168950"/>
          </a:xfrm>
          <a:prstGeom prst="rect">
            <a:avLst/>
          </a:prstGeom>
        </p:spPr>
      </p:pic>
      <p:pic>
        <p:nvPicPr>
          <p:cNvPr id="1870" name="Graphic 1869">
            <a:extLst>
              <a:ext uri="{FF2B5EF4-FFF2-40B4-BE49-F238E27FC236}">
                <a16:creationId xmlns:a16="http://schemas.microsoft.com/office/drawing/2014/main" id="{B91C9875-6DB3-0FF2-188E-44E55BAE6F0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1"/>
              </a:ext>
            </a:extLst>
          </a:blip>
          <a:srcRect/>
          <a:stretch/>
        </p:blipFill>
        <p:spPr>
          <a:xfrm>
            <a:off x="7047795" y="4695087"/>
            <a:ext cx="168950" cy="168950"/>
          </a:xfrm>
          <a:prstGeom prst="rect">
            <a:avLst/>
          </a:prstGeom>
        </p:spPr>
      </p:pic>
      <p:pic>
        <p:nvPicPr>
          <p:cNvPr id="1859" name="Graphic 1858">
            <a:extLst>
              <a:ext uri="{FF2B5EF4-FFF2-40B4-BE49-F238E27FC236}">
                <a16:creationId xmlns:a16="http://schemas.microsoft.com/office/drawing/2014/main" id="{02CD3225-A8A8-194D-366B-55F1B3D83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2"/>
              </a:ext>
            </a:extLst>
          </a:blip>
          <a:srcRect/>
          <a:stretch/>
        </p:blipFill>
        <p:spPr>
          <a:xfrm>
            <a:off x="6285797" y="4695087"/>
            <a:ext cx="168950" cy="168950"/>
          </a:xfrm>
          <a:prstGeom prst="rect">
            <a:avLst/>
          </a:prstGeom>
        </p:spPr>
      </p:pic>
      <p:pic>
        <p:nvPicPr>
          <p:cNvPr id="1873" name="Graphic 1872">
            <a:extLst>
              <a:ext uri="{FF2B5EF4-FFF2-40B4-BE49-F238E27FC236}">
                <a16:creationId xmlns:a16="http://schemas.microsoft.com/office/drawing/2014/main" id="{BC156997-0755-9477-20BD-53D0E27FA4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3"/>
              </a:ext>
            </a:extLst>
          </a:blip>
          <a:srcRect/>
          <a:stretch/>
        </p:blipFill>
        <p:spPr>
          <a:xfrm>
            <a:off x="8952790" y="4695087"/>
            <a:ext cx="168950" cy="168950"/>
          </a:xfrm>
          <a:prstGeom prst="rect">
            <a:avLst/>
          </a:prstGeom>
        </p:spPr>
      </p:pic>
      <p:pic>
        <p:nvPicPr>
          <p:cNvPr id="1875" name="Graphic 1874">
            <a:extLst>
              <a:ext uri="{FF2B5EF4-FFF2-40B4-BE49-F238E27FC236}">
                <a16:creationId xmlns:a16="http://schemas.microsoft.com/office/drawing/2014/main" id="{DA3C8AFC-9650-7A37-F3D1-F2758E1A71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4"/>
              </a:ext>
            </a:extLst>
          </a:blip>
          <a:srcRect/>
          <a:stretch/>
        </p:blipFill>
        <p:spPr>
          <a:xfrm>
            <a:off x="9714788" y="4695087"/>
            <a:ext cx="168950" cy="168950"/>
          </a:xfrm>
          <a:prstGeom prst="rect">
            <a:avLst/>
          </a:prstGeom>
        </p:spPr>
      </p:pic>
      <p:pic>
        <p:nvPicPr>
          <p:cNvPr id="1874" name="Graphic 1873">
            <a:extLst>
              <a:ext uri="{FF2B5EF4-FFF2-40B4-BE49-F238E27FC236}">
                <a16:creationId xmlns:a16="http://schemas.microsoft.com/office/drawing/2014/main" id="{960F93BA-F1D2-0A15-C019-C4F1A286B54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5"/>
              </a:ext>
            </a:extLst>
          </a:blip>
          <a:srcRect/>
          <a:stretch/>
        </p:blipFill>
        <p:spPr>
          <a:xfrm>
            <a:off x="8571791" y="4695087"/>
            <a:ext cx="168950" cy="168950"/>
          </a:xfrm>
          <a:prstGeom prst="rect">
            <a:avLst/>
          </a:prstGeom>
        </p:spPr>
      </p:pic>
      <p:pic>
        <p:nvPicPr>
          <p:cNvPr id="1876" name="Graphic 1875">
            <a:extLst>
              <a:ext uri="{FF2B5EF4-FFF2-40B4-BE49-F238E27FC236}">
                <a16:creationId xmlns:a16="http://schemas.microsoft.com/office/drawing/2014/main" id="{9F6ACCF3-0C3C-5CB8-B73D-3914BD4FDC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6"/>
              </a:ext>
            </a:extLst>
          </a:blip>
          <a:srcRect/>
          <a:stretch/>
        </p:blipFill>
        <p:spPr>
          <a:xfrm>
            <a:off x="9333789" y="4695087"/>
            <a:ext cx="168950" cy="168950"/>
          </a:xfrm>
          <a:prstGeom prst="rect">
            <a:avLst/>
          </a:prstGeom>
        </p:spPr>
      </p:pic>
      <p:pic>
        <p:nvPicPr>
          <p:cNvPr id="1877" name="Graphic 1876">
            <a:extLst>
              <a:ext uri="{FF2B5EF4-FFF2-40B4-BE49-F238E27FC236}">
                <a16:creationId xmlns:a16="http://schemas.microsoft.com/office/drawing/2014/main" id="{4E3A4AFA-D5C8-4BC4-46A5-23646C7F620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7"/>
              </a:ext>
            </a:extLst>
          </a:blip>
          <a:srcRect/>
          <a:stretch/>
        </p:blipFill>
        <p:spPr>
          <a:xfrm>
            <a:off x="10095787" y="4695087"/>
            <a:ext cx="168950" cy="168950"/>
          </a:xfrm>
          <a:prstGeom prst="rect">
            <a:avLst/>
          </a:prstGeom>
        </p:spPr>
      </p:pic>
      <p:pic>
        <p:nvPicPr>
          <p:cNvPr id="1878" name="Graphic 1877">
            <a:extLst>
              <a:ext uri="{FF2B5EF4-FFF2-40B4-BE49-F238E27FC236}">
                <a16:creationId xmlns:a16="http://schemas.microsoft.com/office/drawing/2014/main" id="{A2793494-4CA4-428A-9288-BF6041BB63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8"/>
              </a:ext>
            </a:extLst>
          </a:blip>
          <a:srcRect/>
          <a:stretch/>
        </p:blipFill>
        <p:spPr>
          <a:xfrm>
            <a:off x="10476786" y="4695087"/>
            <a:ext cx="168950" cy="168950"/>
          </a:xfrm>
          <a:prstGeom prst="rect">
            <a:avLst/>
          </a:prstGeom>
        </p:spPr>
      </p:pic>
      <p:pic>
        <p:nvPicPr>
          <p:cNvPr id="1879" name="Graphic 1878">
            <a:extLst>
              <a:ext uri="{FF2B5EF4-FFF2-40B4-BE49-F238E27FC236}">
                <a16:creationId xmlns:a16="http://schemas.microsoft.com/office/drawing/2014/main" id="{BA1458A8-8C0B-A696-B372-6161558839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9"/>
              </a:ext>
            </a:extLst>
          </a:blip>
          <a:srcRect/>
          <a:stretch/>
        </p:blipFill>
        <p:spPr>
          <a:xfrm>
            <a:off x="11238781" y="4695087"/>
            <a:ext cx="168950" cy="168950"/>
          </a:xfrm>
          <a:prstGeom prst="rect">
            <a:avLst/>
          </a:prstGeom>
        </p:spPr>
      </p:pic>
      <p:pic>
        <p:nvPicPr>
          <p:cNvPr id="1880" name="Graphic 1879">
            <a:extLst>
              <a:ext uri="{FF2B5EF4-FFF2-40B4-BE49-F238E27FC236}">
                <a16:creationId xmlns:a16="http://schemas.microsoft.com/office/drawing/2014/main" id="{640F88EA-7EE6-B0D7-5756-7826910043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0"/>
              </a:ext>
            </a:extLst>
          </a:blip>
          <a:srcRect/>
          <a:stretch/>
        </p:blipFill>
        <p:spPr>
          <a:xfrm>
            <a:off x="10857785" y="4695087"/>
            <a:ext cx="168950" cy="168950"/>
          </a:xfrm>
          <a:prstGeom prst="rect">
            <a:avLst/>
          </a:prstGeom>
        </p:spPr>
      </p:pic>
      <p:pic>
        <p:nvPicPr>
          <p:cNvPr id="1882" name="Graphic 1881">
            <a:extLst>
              <a:ext uri="{FF2B5EF4-FFF2-40B4-BE49-F238E27FC236}">
                <a16:creationId xmlns:a16="http://schemas.microsoft.com/office/drawing/2014/main" id="{49C35D3D-41F5-4656-5023-087789A9F7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1"/>
              </a:ext>
            </a:extLst>
          </a:blip>
          <a:srcRect/>
          <a:stretch/>
        </p:blipFill>
        <p:spPr>
          <a:xfrm>
            <a:off x="3243641" y="5129253"/>
            <a:ext cx="168950" cy="168950"/>
          </a:xfrm>
          <a:prstGeom prst="rect">
            <a:avLst/>
          </a:prstGeom>
        </p:spPr>
      </p:pic>
      <p:pic>
        <p:nvPicPr>
          <p:cNvPr id="1885" name="Graphic 1884">
            <a:extLst>
              <a:ext uri="{FF2B5EF4-FFF2-40B4-BE49-F238E27FC236}">
                <a16:creationId xmlns:a16="http://schemas.microsoft.com/office/drawing/2014/main" id="{8588CA7F-6943-4C1E-2FA7-417FDE2C3C3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2"/>
              </a:ext>
            </a:extLst>
          </a:blip>
          <a:srcRect/>
          <a:stretch/>
        </p:blipFill>
        <p:spPr>
          <a:xfrm>
            <a:off x="4386638" y="5129253"/>
            <a:ext cx="168950" cy="168950"/>
          </a:xfrm>
          <a:prstGeom prst="rect">
            <a:avLst/>
          </a:prstGeom>
        </p:spPr>
      </p:pic>
      <p:pic>
        <p:nvPicPr>
          <p:cNvPr id="1884" name="Graphic 1883">
            <a:extLst>
              <a:ext uri="{FF2B5EF4-FFF2-40B4-BE49-F238E27FC236}">
                <a16:creationId xmlns:a16="http://schemas.microsoft.com/office/drawing/2014/main" id="{8D318439-DC29-46C2-D8FD-B637F7E79EF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3"/>
              </a:ext>
            </a:extLst>
          </a:blip>
          <a:srcRect/>
          <a:stretch/>
        </p:blipFill>
        <p:spPr>
          <a:xfrm>
            <a:off x="4005639" y="5129253"/>
            <a:ext cx="168950" cy="168950"/>
          </a:xfrm>
          <a:prstGeom prst="rect">
            <a:avLst/>
          </a:prstGeom>
        </p:spPr>
      </p:pic>
      <p:pic>
        <p:nvPicPr>
          <p:cNvPr id="1883" name="Graphic 1882">
            <a:extLst>
              <a:ext uri="{FF2B5EF4-FFF2-40B4-BE49-F238E27FC236}">
                <a16:creationId xmlns:a16="http://schemas.microsoft.com/office/drawing/2014/main" id="{A96941E1-8CD9-AE51-F69D-9018E428EFE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4"/>
              </a:ext>
            </a:extLst>
          </a:blip>
          <a:srcRect/>
          <a:stretch/>
        </p:blipFill>
        <p:spPr>
          <a:xfrm>
            <a:off x="3624640" y="5129253"/>
            <a:ext cx="168950" cy="168950"/>
          </a:xfrm>
          <a:prstGeom prst="rect">
            <a:avLst/>
          </a:prstGeom>
        </p:spPr>
      </p:pic>
      <p:pic>
        <p:nvPicPr>
          <p:cNvPr id="1886" name="Graphic 1885">
            <a:extLst>
              <a:ext uri="{FF2B5EF4-FFF2-40B4-BE49-F238E27FC236}">
                <a16:creationId xmlns:a16="http://schemas.microsoft.com/office/drawing/2014/main" id="{35D72791-D850-8932-78EE-912F9877C3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5"/>
              </a:ext>
            </a:extLst>
          </a:blip>
          <a:srcRect/>
          <a:stretch/>
        </p:blipFill>
        <p:spPr>
          <a:xfrm>
            <a:off x="4767637" y="5129253"/>
            <a:ext cx="168950" cy="168950"/>
          </a:xfrm>
          <a:prstGeom prst="rect">
            <a:avLst/>
          </a:prstGeom>
        </p:spPr>
      </p:pic>
      <p:pic>
        <p:nvPicPr>
          <p:cNvPr id="1887" name="Graphic 1886">
            <a:extLst>
              <a:ext uri="{FF2B5EF4-FFF2-40B4-BE49-F238E27FC236}">
                <a16:creationId xmlns:a16="http://schemas.microsoft.com/office/drawing/2014/main" id="{FF24FC0B-A6C5-3F37-FB08-80F5D87E0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6"/>
              </a:ext>
            </a:extLst>
          </a:blip>
          <a:srcRect/>
          <a:stretch/>
        </p:blipFill>
        <p:spPr>
          <a:xfrm>
            <a:off x="5148636" y="5129253"/>
            <a:ext cx="168950" cy="168950"/>
          </a:xfrm>
          <a:prstGeom prst="rect">
            <a:avLst/>
          </a:prstGeom>
        </p:spPr>
      </p:pic>
      <p:pic>
        <p:nvPicPr>
          <p:cNvPr id="1889" name="Graphic 1888">
            <a:extLst>
              <a:ext uri="{FF2B5EF4-FFF2-40B4-BE49-F238E27FC236}">
                <a16:creationId xmlns:a16="http://schemas.microsoft.com/office/drawing/2014/main" id="{233C50B5-F573-7DB1-2783-54065933A65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7"/>
              </a:ext>
            </a:extLst>
          </a:blip>
          <a:srcRect/>
          <a:stretch/>
        </p:blipFill>
        <p:spPr>
          <a:xfrm>
            <a:off x="5529635" y="5129253"/>
            <a:ext cx="168950" cy="168950"/>
          </a:xfrm>
          <a:prstGeom prst="rect">
            <a:avLst/>
          </a:prstGeom>
        </p:spPr>
      </p:pic>
      <p:pic>
        <p:nvPicPr>
          <p:cNvPr id="1890" name="Graphic 1889">
            <a:extLst>
              <a:ext uri="{FF2B5EF4-FFF2-40B4-BE49-F238E27FC236}">
                <a16:creationId xmlns:a16="http://schemas.microsoft.com/office/drawing/2014/main" id="{2707779D-1A42-6E1C-B4D3-ABF138734C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8"/>
              </a:ext>
            </a:extLst>
          </a:blip>
          <a:srcRect/>
          <a:stretch/>
        </p:blipFill>
        <p:spPr>
          <a:xfrm>
            <a:off x="6291633" y="5129253"/>
            <a:ext cx="168950" cy="168950"/>
          </a:xfrm>
          <a:prstGeom prst="rect">
            <a:avLst/>
          </a:prstGeom>
        </p:spPr>
      </p:pic>
      <p:pic>
        <p:nvPicPr>
          <p:cNvPr id="1892" name="Graphic 1891">
            <a:extLst>
              <a:ext uri="{FF2B5EF4-FFF2-40B4-BE49-F238E27FC236}">
                <a16:creationId xmlns:a16="http://schemas.microsoft.com/office/drawing/2014/main" id="{D26EDAE3-4D6E-9DCC-8B0D-22645E95BEE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9"/>
              </a:ext>
            </a:extLst>
          </a:blip>
          <a:srcRect/>
          <a:stretch/>
        </p:blipFill>
        <p:spPr>
          <a:xfrm>
            <a:off x="7434630" y="5129253"/>
            <a:ext cx="168950" cy="168950"/>
          </a:xfrm>
          <a:prstGeom prst="rect">
            <a:avLst/>
          </a:prstGeom>
        </p:spPr>
      </p:pic>
      <p:pic>
        <p:nvPicPr>
          <p:cNvPr id="1891" name="Graphic 1890">
            <a:extLst>
              <a:ext uri="{FF2B5EF4-FFF2-40B4-BE49-F238E27FC236}">
                <a16:creationId xmlns:a16="http://schemas.microsoft.com/office/drawing/2014/main" id="{04FD4886-746B-7CCC-1B33-4521A9372C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0"/>
              </a:ext>
            </a:extLst>
          </a:blip>
          <a:srcRect/>
          <a:stretch/>
        </p:blipFill>
        <p:spPr>
          <a:xfrm>
            <a:off x="7053631" y="5129253"/>
            <a:ext cx="168950" cy="168950"/>
          </a:xfrm>
          <a:prstGeom prst="rect">
            <a:avLst/>
          </a:prstGeom>
        </p:spPr>
      </p:pic>
      <p:pic>
        <p:nvPicPr>
          <p:cNvPr id="1893" name="Graphic 1892">
            <a:extLst>
              <a:ext uri="{FF2B5EF4-FFF2-40B4-BE49-F238E27FC236}">
                <a16:creationId xmlns:a16="http://schemas.microsoft.com/office/drawing/2014/main" id="{2555E5C2-9738-C0C5-5191-07AD92D842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1"/>
              </a:ext>
            </a:extLst>
          </a:blip>
          <a:srcRect/>
          <a:stretch/>
        </p:blipFill>
        <p:spPr>
          <a:xfrm>
            <a:off x="7815629" y="5129253"/>
            <a:ext cx="168950" cy="168950"/>
          </a:xfrm>
          <a:prstGeom prst="rect">
            <a:avLst/>
          </a:prstGeom>
        </p:spPr>
      </p:pic>
      <p:pic>
        <p:nvPicPr>
          <p:cNvPr id="1900" name="Graphic 1899">
            <a:extLst>
              <a:ext uri="{FF2B5EF4-FFF2-40B4-BE49-F238E27FC236}">
                <a16:creationId xmlns:a16="http://schemas.microsoft.com/office/drawing/2014/main" id="{42421DA5-0AA5-9313-EF0B-379D48C216C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2"/>
              </a:ext>
            </a:extLst>
          </a:blip>
          <a:srcRect/>
          <a:stretch/>
        </p:blipFill>
        <p:spPr>
          <a:xfrm>
            <a:off x="6672632" y="5129253"/>
            <a:ext cx="168950" cy="168950"/>
          </a:xfrm>
          <a:prstGeom prst="rect">
            <a:avLst/>
          </a:prstGeom>
        </p:spPr>
      </p:pic>
      <p:pic>
        <p:nvPicPr>
          <p:cNvPr id="1888" name="Graphic 1887">
            <a:extLst>
              <a:ext uri="{FF2B5EF4-FFF2-40B4-BE49-F238E27FC236}">
                <a16:creationId xmlns:a16="http://schemas.microsoft.com/office/drawing/2014/main" id="{ADACFC42-29D3-F566-A1B5-3E00E067AEB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3"/>
              </a:ext>
            </a:extLst>
          </a:blip>
          <a:srcRect/>
          <a:stretch/>
        </p:blipFill>
        <p:spPr>
          <a:xfrm>
            <a:off x="5910634" y="5129253"/>
            <a:ext cx="168950" cy="168950"/>
          </a:xfrm>
          <a:prstGeom prst="rect">
            <a:avLst/>
          </a:prstGeom>
        </p:spPr>
      </p:pic>
      <p:pic>
        <p:nvPicPr>
          <p:cNvPr id="1895" name="Graphic 1894">
            <a:extLst>
              <a:ext uri="{FF2B5EF4-FFF2-40B4-BE49-F238E27FC236}">
                <a16:creationId xmlns:a16="http://schemas.microsoft.com/office/drawing/2014/main" id="{31CCBC2F-9B8F-C5FC-4E79-D350A6B533A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4"/>
              </a:ext>
            </a:extLst>
          </a:blip>
          <a:srcRect/>
          <a:stretch/>
        </p:blipFill>
        <p:spPr>
          <a:xfrm>
            <a:off x="8577627" y="5129253"/>
            <a:ext cx="168950" cy="168950"/>
          </a:xfrm>
          <a:prstGeom prst="rect">
            <a:avLst/>
          </a:prstGeom>
        </p:spPr>
      </p:pic>
      <p:pic>
        <p:nvPicPr>
          <p:cNvPr id="1896" name="Graphic 1895">
            <a:extLst>
              <a:ext uri="{FF2B5EF4-FFF2-40B4-BE49-F238E27FC236}">
                <a16:creationId xmlns:a16="http://schemas.microsoft.com/office/drawing/2014/main" id="{AE2B3065-1883-D656-F956-A2683F730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5"/>
              </a:ext>
            </a:extLst>
          </a:blip>
          <a:srcRect/>
          <a:stretch/>
        </p:blipFill>
        <p:spPr>
          <a:xfrm>
            <a:off x="9339625" y="5129253"/>
            <a:ext cx="168950" cy="168950"/>
          </a:xfrm>
          <a:prstGeom prst="rect">
            <a:avLst/>
          </a:prstGeom>
        </p:spPr>
      </p:pic>
      <p:pic>
        <p:nvPicPr>
          <p:cNvPr id="1894" name="Graphic 1893">
            <a:extLst>
              <a:ext uri="{FF2B5EF4-FFF2-40B4-BE49-F238E27FC236}">
                <a16:creationId xmlns:a16="http://schemas.microsoft.com/office/drawing/2014/main" id="{4DF59A93-4548-B588-A58E-ACABC7BAF95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6"/>
              </a:ext>
            </a:extLst>
          </a:blip>
          <a:srcRect/>
          <a:stretch/>
        </p:blipFill>
        <p:spPr>
          <a:xfrm>
            <a:off x="8196628" y="5129253"/>
            <a:ext cx="168950" cy="168950"/>
          </a:xfrm>
          <a:prstGeom prst="rect">
            <a:avLst/>
          </a:prstGeom>
        </p:spPr>
      </p:pic>
      <p:pic>
        <p:nvPicPr>
          <p:cNvPr id="1897" name="Graphic 1896">
            <a:extLst>
              <a:ext uri="{FF2B5EF4-FFF2-40B4-BE49-F238E27FC236}">
                <a16:creationId xmlns:a16="http://schemas.microsoft.com/office/drawing/2014/main" id="{8104141F-E2F7-74A3-217D-82EF472FBF4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7"/>
              </a:ext>
            </a:extLst>
          </a:blip>
          <a:srcRect/>
          <a:stretch/>
        </p:blipFill>
        <p:spPr>
          <a:xfrm>
            <a:off x="8958626" y="5129253"/>
            <a:ext cx="168950" cy="168950"/>
          </a:xfrm>
          <a:prstGeom prst="rect">
            <a:avLst/>
          </a:prstGeom>
        </p:spPr>
      </p:pic>
      <p:pic>
        <p:nvPicPr>
          <p:cNvPr id="1898" name="Graphic 1897">
            <a:extLst>
              <a:ext uri="{FF2B5EF4-FFF2-40B4-BE49-F238E27FC236}">
                <a16:creationId xmlns:a16="http://schemas.microsoft.com/office/drawing/2014/main" id="{60517592-1072-C364-9D89-3616C97E61B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8"/>
              </a:ext>
            </a:extLst>
          </a:blip>
          <a:srcRect/>
          <a:stretch/>
        </p:blipFill>
        <p:spPr>
          <a:xfrm>
            <a:off x="9720624" y="5129253"/>
            <a:ext cx="168950" cy="168950"/>
          </a:xfrm>
          <a:prstGeom prst="rect">
            <a:avLst/>
          </a:prstGeom>
        </p:spPr>
      </p:pic>
      <p:pic>
        <p:nvPicPr>
          <p:cNvPr id="1899" name="Graphic 1898">
            <a:extLst>
              <a:ext uri="{FF2B5EF4-FFF2-40B4-BE49-F238E27FC236}">
                <a16:creationId xmlns:a16="http://schemas.microsoft.com/office/drawing/2014/main" id="{64579355-3BDE-8BF9-6A39-EF9FE269C3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9"/>
              </a:ext>
            </a:extLst>
          </a:blip>
          <a:srcRect/>
          <a:stretch/>
        </p:blipFill>
        <p:spPr>
          <a:xfrm>
            <a:off x="10101623" y="5129253"/>
            <a:ext cx="168950" cy="168950"/>
          </a:xfrm>
          <a:prstGeom prst="rect">
            <a:avLst/>
          </a:prstGeom>
        </p:spPr>
      </p:pic>
      <p:pic>
        <p:nvPicPr>
          <p:cNvPr id="1902" name="Graphic 1901">
            <a:extLst>
              <a:ext uri="{FF2B5EF4-FFF2-40B4-BE49-F238E27FC236}">
                <a16:creationId xmlns:a16="http://schemas.microsoft.com/office/drawing/2014/main" id="{08D92473-3016-F319-FA35-737C497861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0"/>
              </a:ext>
            </a:extLst>
          </a:blip>
          <a:srcRect/>
          <a:stretch/>
        </p:blipFill>
        <p:spPr>
          <a:xfrm>
            <a:off x="10863618" y="5129253"/>
            <a:ext cx="168950" cy="168950"/>
          </a:xfrm>
          <a:prstGeom prst="rect">
            <a:avLst/>
          </a:prstGeom>
        </p:spPr>
      </p:pic>
      <p:pic>
        <p:nvPicPr>
          <p:cNvPr id="1901" name="Graphic 1900">
            <a:extLst>
              <a:ext uri="{FF2B5EF4-FFF2-40B4-BE49-F238E27FC236}">
                <a16:creationId xmlns:a16="http://schemas.microsoft.com/office/drawing/2014/main" id="{C863330F-E92A-62B4-F6AB-5B87903DAF5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1"/>
              </a:ext>
            </a:extLst>
          </a:blip>
          <a:srcRect/>
          <a:stretch/>
        </p:blipFill>
        <p:spPr>
          <a:xfrm>
            <a:off x="10482622" y="5129253"/>
            <a:ext cx="168950" cy="168950"/>
          </a:xfrm>
          <a:prstGeom prst="rect">
            <a:avLst/>
          </a:prstGeom>
        </p:spPr>
      </p:pic>
      <p:pic>
        <p:nvPicPr>
          <p:cNvPr id="1903" name="Graphic 1902">
            <a:extLst>
              <a:ext uri="{FF2B5EF4-FFF2-40B4-BE49-F238E27FC236}">
                <a16:creationId xmlns:a16="http://schemas.microsoft.com/office/drawing/2014/main" id="{66F486EC-A0EB-5FBC-BDD7-4E15F28377B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2"/>
              </a:ext>
            </a:extLst>
          </a:blip>
          <a:srcRect/>
          <a:stretch/>
        </p:blipFill>
        <p:spPr>
          <a:xfrm>
            <a:off x="3238484" y="5559392"/>
            <a:ext cx="168950" cy="168950"/>
          </a:xfrm>
          <a:prstGeom prst="rect">
            <a:avLst/>
          </a:prstGeom>
        </p:spPr>
      </p:pic>
      <p:pic>
        <p:nvPicPr>
          <p:cNvPr id="1904" name="Graphic 1903">
            <a:extLst>
              <a:ext uri="{FF2B5EF4-FFF2-40B4-BE49-F238E27FC236}">
                <a16:creationId xmlns:a16="http://schemas.microsoft.com/office/drawing/2014/main" id="{F045B07E-5844-7B69-79C3-B4BFAA62F19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3"/>
              </a:ext>
            </a:extLst>
          </a:blip>
          <a:srcRect/>
          <a:stretch/>
        </p:blipFill>
        <p:spPr>
          <a:xfrm>
            <a:off x="3618804" y="5559392"/>
            <a:ext cx="168950" cy="168950"/>
          </a:xfrm>
          <a:prstGeom prst="rect">
            <a:avLst/>
          </a:prstGeom>
        </p:spPr>
      </p:pic>
      <p:pic>
        <p:nvPicPr>
          <p:cNvPr id="1905" name="Graphic 1904">
            <a:extLst>
              <a:ext uri="{FF2B5EF4-FFF2-40B4-BE49-F238E27FC236}">
                <a16:creationId xmlns:a16="http://schemas.microsoft.com/office/drawing/2014/main" id="{5E196FC9-CDFB-4F64-C816-9FBC2E841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4"/>
              </a:ext>
            </a:extLst>
          </a:blip>
          <a:srcRect/>
          <a:stretch/>
        </p:blipFill>
        <p:spPr>
          <a:xfrm>
            <a:off x="4761801" y="5559392"/>
            <a:ext cx="168950" cy="168950"/>
          </a:xfrm>
          <a:prstGeom prst="rect">
            <a:avLst/>
          </a:prstGeom>
        </p:spPr>
      </p:pic>
      <p:pic>
        <p:nvPicPr>
          <p:cNvPr id="1906" name="Graphic 1905">
            <a:extLst>
              <a:ext uri="{FF2B5EF4-FFF2-40B4-BE49-F238E27FC236}">
                <a16:creationId xmlns:a16="http://schemas.microsoft.com/office/drawing/2014/main" id="{EFF0B6E2-2609-A62F-329C-CF3408F00C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5"/>
              </a:ext>
            </a:extLst>
          </a:blip>
          <a:srcRect/>
          <a:stretch/>
        </p:blipFill>
        <p:spPr>
          <a:xfrm>
            <a:off x="4380802" y="5559392"/>
            <a:ext cx="168950" cy="168950"/>
          </a:xfrm>
          <a:prstGeom prst="rect">
            <a:avLst/>
          </a:prstGeom>
        </p:spPr>
      </p:pic>
      <p:pic>
        <p:nvPicPr>
          <p:cNvPr id="1907" name="Graphic 1906">
            <a:extLst>
              <a:ext uri="{FF2B5EF4-FFF2-40B4-BE49-F238E27FC236}">
                <a16:creationId xmlns:a16="http://schemas.microsoft.com/office/drawing/2014/main" id="{95D2C3AD-BAF6-731C-9A90-0E4C9B46B2B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6"/>
              </a:ext>
            </a:extLst>
          </a:blip>
          <a:srcRect/>
          <a:stretch/>
        </p:blipFill>
        <p:spPr>
          <a:xfrm>
            <a:off x="3999803" y="5559392"/>
            <a:ext cx="168950" cy="168950"/>
          </a:xfrm>
          <a:prstGeom prst="rect">
            <a:avLst/>
          </a:prstGeom>
        </p:spPr>
      </p:pic>
      <p:pic>
        <p:nvPicPr>
          <p:cNvPr id="1908" name="Graphic 1907">
            <a:extLst>
              <a:ext uri="{FF2B5EF4-FFF2-40B4-BE49-F238E27FC236}">
                <a16:creationId xmlns:a16="http://schemas.microsoft.com/office/drawing/2014/main" id="{EE99EA7A-5715-B08E-BDC3-F84C20D64D1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7"/>
              </a:ext>
            </a:extLst>
          </a:blip>
          <a:srcRect/>
          <a:stretch/>
        </p:blipFill>
        <p:spPr>
          <a:xfrm>
            <a:off x="5142800" y="5559392"/>
            <a:ext cx="168950" cy="168950"/>
          </a:xfrm>
          <a:prstGeom prst="rect">
            <a:avLst/>
          </a:prstGeom>
        </p:spPr>
      </p:pic>
      <p:pic>
        <p:nvPicPr>
          <p:cNvPr id="1909" name="Graphic 1908">
            <a:extLst>
              <a:ext uri="{FF2B5EF4-FFF2-40B4-BE49-F238E27FC236}">
                <a16:creationId xmlns:a16="http://schemas.microsoft.com/office/drawing/2014/main" id="{80086D73-91DD-F583-C268-7A3C84CE03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8"/>
              </a:ext>
            </a:extLst>
          </a:blip>
          <a:srcRect/>
          <a:stretch/>
        </p:blipFill>
        <p:spPr>
          <a:xfrm>
            <a:off x="5523799" y="5559392"/>
            <a:ext cx="168950" cy="168950"/>
          </a:xfrm>
          <a:prstGeom prst="rect">
            <a:avLst/>
          </a:prstGeom>
        </p:spPr>
      </p:pic>
      <p:pic>
        <p:nvPicPr>
          <p:cNvPr id="1910" name="Graphic 1909">
            <a:extLst>
              <a:ext uri="{FF2B5EF4-FFF2-40B4-BE49-F238E27FC236}">
                <a16:creationId xmlns:a16="http://schemas.microsoft.com/office/drawing/2014/main" id="{60F583AE-F666-8C3F-AC5F-6EA16A4ADC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9"/>
              </a:ext>
            </a:extLst>
          </a:blip>
          <a:srcRect/>
          <a:stretch/>
        </p:blipFill>
        <p:spPr>
          <a:xfrm>
            <a:off x="5904798" y="5559392"/>
            <a:ext cx="168950" cy="168950"/>
          </a:xfrm>
          <a:prstGeom prst="rect">
            <a:avLst/>
          </a:prstGeom>
        </p:spPr>
      </p:pic>
      <p:pic>
        <p:nvPicPr>
          <p:cNvPr id="1911" name="Graphic 1910">
            <a:extLst>
              <a:ext uri="{FF2B5EF4-FFF2-40B4-BE49-F238E27FC236}">
                <a16:creationId xmlns:a16="http://schemas.microsoft.com/office/drawing/2014/main" id="{54B4ED30-3EDD-14EE-AAF4-D698393DD1B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0"/>
              </a:ext>
            </a:extLst>
          </a:blip>
          <a:srcRect/>
          <a:stretch/>
        </p:blipFill>
        <p:spPr>
          <a:xfrm>
            <a:off x="6666796" y="5559392"/>
            <a:ext cx="168950" cy="168950"/>
          </a:xfrm>
          <a:prstGeom prst="rect">
            <a:avLst/>
          </a:prstGeom>
        </p:spPr>
      </p:pic>
      <p:pic>
        <p:nvPicPr>
          <p:cNvPr id="1912" name="Graphic 1911">
            <a:extLst>
              <a:ext uri="{FF2B5EF4-FFF2-40B4-BE49-F238E27FC236}">
                <a16:creationId xmlns:a16="http://schemas.microsoft.com/office/drawing/2014/main" id="{FFA7C94A-31F2-2507-B0A0-E87D75755A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1"/>
              </a:ext>
            </a:extLst>
          </a:blip>
          <a:srcRect/>
          <a:stretch/>
        </p:blipFill>
        <p:spPr>
          <a:xfrm>
            <a:off x="7809793" y="5559392"/>
            <a:ext cx="168950" cy="168950"/>
          </a:xfrm>
          <a:prstGeom prst="rect">
            <a:avLst/>
          </a:prstGeom>
        </p:spPr>
      </p:pic>
      <p:pic>
        <p:nvPicPr>
          <p:cNvPr id="1913" name="Graphic 1912">
            <a:extLst>
              <a:ext uri="{FF2B5EF4-FFF2-40B4-BE49-F238E27FC236}">
                <a16:creationId xmlns:a16="http://schemas.microsoft.com/office/drawing/2014/main" id="{CC46C9E5-C969-ECAA-70C8-F76364BB0F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2"/>
              </a:ext>
            </a:extLst>
          </a:blip>
          <a:srcRect/>
          <a:stretch/>
        </p:blipFill>
        <p:spPr>
          <a:xfrm>
            <a:off x="7428794" y="5559392"/>
            <a:ext cx="168950" cy="168950"/>
          </a:xfrm>
          <a:prstGeom prst="rect">
            <a:avLst/>
          </a:prstGeom>
        </p:spPr>
      </p:pic>
      <p:pic>
        <p:nvPicPr>
          <p:cNvPr id="1914" name="Graphic 1913">
            <a:extLst>
              <a:ext uri="{FF2B5EF4-FFF2-40B4-BE49-F238E27FC236}">
                <a16:creationId xmlns:a16="http://schemas.microsoft.com/office/drawing/2014/main" id="{ADA2DD37-0221-5981-9A0B-8212362E0FA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3"/>
              </a:ext>
            </a:extLst>
          </a:blip>
          <a:srcRect/>
          <a:stretch/>
        </p:blipFill>
        <p:spPr>
          <a:xfrm>
            <a:off x="8190792" y="5559392"/>
            <a:ext cx="168950" cy="168950"/>
          </a:xfrm>
          <a:prstGeom prst="rect">
            <a:avLst/>
          </a:prstGeom>
        </p:spPr>
      </p:pic>
      <p:pic>
        <p:nvPicPr>
          <p:cNvPr id="1915" name="Graphic 1914">
            <a:extLst>
              <a:ext uri="{FF2B5EF4-FFF2-40B4-BE49-F238E27FC236}">
                <a16:creationId xmlns:a16="http://schemas.microsoft.com/office/drawing/2014/main" id="{8012046E-B76E-A53E-A014-A414E59E3EC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4"/>
              </a:ext>
            </a:extLst>
          </a:blip>
          <a:srcRect/>
          <a:stretch/>
        </p:blipFill>
        <p:spPr>
          <a:xfrm>
            <a:off x="7047795" y="5559392"/>
            <a:ext cx="168950" cy="168950"/>
          </a:xfrm>
          <a:prstGeom prst="rect">
            <a:avLst/>
          </a:prstGeom>
        </p:spPr>
      </p:pic>
      <p:pic>
        <p:nvPicPr>
          <p:cNvPr id="1916" name="Graphic 1915">
            <a:extLst>
              <a:ext uri="{FF2B5EF4-FFF2-40B4-BE49-F238E27FC236}">
                <a16:creationId xmlns:a16="http://schemas.microsoft.com/office/drawing/2014/main" id="{1727266D-EF76-802B-C2DA-8B7BA233FA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5"/>
              </a:ext>
            </a:extLst>
          </a:blip>
          <a:srcRect/>
          <a:stretch/>
        </p:blipFill>
        <p:spPr>
          <a:xfrm>
            <a:off x="6285797" y="5559392"/>
            <a:ext cx="168950" cy="168950"/>
          </a:xfrm>
          <a:prstGeom prst="rect">
            <a:avLst/>
          </a:prstGeom>
        </p:spPr>
      </p:pic>
      <p:pic>
        <p:nvPicPr>
          <p:cNvPr id="1917" name="Graphic 1916">
            <a:extLst>
              <a:ext uri="{FF2B5EF4-FFF2-40B4-BE49-F238E27FC236}">
                <a16:creationId xmlns:a16="http://schemas.microsoft.com/office/drawing/2014/main" id="{1362306C-EF91-9108-71C3-B0675710CE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6"/>
              </a:ext>
            </a:extLst>
          </a:blip>
          <a:srcRect/>
          <a:stretch/>
        </p:blipFill>
        <p:spPr>
          <a:xfrm>
            <a:off x="8952790" y="5559392"/>
            <a:ext cx="168950" cy="168950"/>
          </a:xfrm>
          <a:prstGeom prst="rect">
            <a:avLst/>
          </a:prstGeom>
        </p:spPr>
      </p:pic>
      <p:pic>
        <p:nvPicPr>
          <p:cNvPr id="1919" name="Graphic 1918">
            <a:extLst>
              <a:ext uri="{FF2B5EF4-FFF2-40B4-BE49-F238E27FC236}">
                <a16:creationId xmlns:a16="http://schemas.microsoft.com/office/drawing/2014/main" id="{A4DEEB14-E0E9-2154-2B32-E5D6A0FA32E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7"/>
              </a:ext>
            </a:extLst>
          </a:blip>
          <a:srcRect/>
          <a:stretch/>
        </p:blipFill>
        <p:spPr>
          <a:xfrm>
            <a:off x="8571791" y="5559392"/>
            <a:ext cx="168950" cy="168950"/>
          </a:xfrm>
          <a:prstGeom prst="rect">
            <a:avLst/>
          </a:prstGeom>
        </p:spPr>
      </p:pic>
      <p:sp>
        <p:nvSpPr>
          <p:cNvPr id="1517" name="TextBox 1516">
            <a:extLst>
              <a:ext uri="{FF2B5EF4-FFF2-40B4-BE49-F238E27FC236}">
                <a16:creationId xmlns:a16="http://schemas.microsoft.com/office/drawing/2014/main" id="{B3A03256-C35C-DAD6-A1B8-2FD4166C07A8}"/>
              </a:ext>
            </a:extLst>
          </p:cNvPr>
          <p:cNvSpPr txBox="1"/>
          <p:nvPr/>
        </p:nvSpPr>
        <p:spPr>
          <a:xfrm>
            <a:off x="3139469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Toilet</a:t>
            </a:r>
          </a:p>
        </p:txBody>
      </p:sp>
      <p:sp>
        <p:nvSpPr>
          <p:cNvPr id="1539" name="TextBox 1538">
            <a:extLst>
              <a:ext uri="{FF2B5EF4-FFF2-40B4-BE49-F238E27FC236}">
                <a16:creationId xmlns:a16="http://schemas.microsoft.com/office/drawing/2014/main" id="{970EA967-F99E-75FC-51B2-8BD5574B0C15}"/>
              </a:ext>
            </a:extLst>
          </p:cNvPr>
          <p:cNvSpPr txBox="1"/>
          <p:nvPr/>
        </p:nvSpPr>
        <p:spPr>
          <a:xfrm>
            <a:off x="352363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</a:p>
        </p:txBody>
      </p:sp>
      <p:sp>
        <p:nvSpPr>
          <p:cNvPr id="1592" name="TextBox 1591">
            <a:extLst>
              <a:ext uri="{FF2B5EF4-FFF2-40B4-BE49-F238E27FC236}">
                <a16:creationId xmlns:a16="http://schemas.microsoft.com/office/drawing/2014/main" id="{9B948934-9089-CC75-9D7F-CAB99C0EA864}"/>
              </a:ext>
            </a:extLst>
          </p:cNvPr>
          <p:cNvSpPr txBox="1"/>
          <p:nvPr/>
        </p:nvSpPr>
        <p:spPr>
          <a:xfrm>
            <a:off x="390191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D3A42E35-6332-CB76-790F-C6731616160C}"/>
              </a:ext>
            </a:extLst>
          </p:cNvPr>
          <p:cNvSpPr txBox="1"/>
          <p:nvPr/>
        </p:nvSpPr>
        <p:spPr>
          <a:xfrm>
            <a:off x="4285751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Traffic Light</a:t>
            </a:r>
          </a:p>
        </p:txBody>
      </p:sp>
      <p:sp>
        <p:nvSpPr>
          <p:cNvPr id="1636" name="TextBox 1635">
            <a:extLst>
              <a:ext uri="{FF2B5EF4-FFF2-40B4-BE49-F238E27FC236}">
                <a16:creationId xmlns:a16="http://schemas.microsoft.com/office/drawing/2014/main" id="{DD3B360B-7615-E104-86EE-E9A89ABB446C}"/>
              </a:ext>
            </a:extLst>
          </p:cNvPr>
          <p:cNvSpPr txBox="1"/>
          <p:nvPr/>
        </p:nvSpPr>
        <p:spPr>
          <a:xfrm>
            <a:off x="4670646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Train</a:t>
            </a:r>
          </a:p>
        </p:txBody>
      </p:sp>
      <p:sp>
        <p:nvSpPr>
          <p:cNvPr id="1658" name="TextBox 1657">
            <a:extLst>
              <a:ext uri="{FF2B5EF4-FFF2-40B4-BE49-F238E27FC236}">
                <a16:creationId xmlns:a16="http://schemas.microsoft.com/office/drawing/2014/main" id="{BF85FFAB-CCD2-F226-FF9D-C8AA0A698003}"/>
              </a:ext>
            </a:extLst>
          </p:cNvPr>
          <p:cNvSpPr txBox="1"/>
          <p:nvPr/>
        </p:nvSpPr>
        <p:spPr>
          <a:xfrm>
            <a:off x="5049325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Tram</a:t>
            </a:r>
          </a:p>
        </p:txBody>
      </p:sp>
      <p:sp>
        <p:nvSpPr>
          <p:cNvPr id="1680" name="TextBox 1679">
            <a:extLst>
              <a:ext uri="{FF2B5EF4-FFF2-40B4-BE49-F238E27FC236}">
                <a16:creationId xmlns:a16="http://schemas.microsoft.com/office/drawing/2014/main" id="{68F668EA-6BB9-059E-E63D-23E86A2E5F64}"/>
              </a:ext>
            </a:extLst>
          </p:cNvPr>
          <p:cNvSpPr txBox="1"/>
          <p:nvPr/>
        </p:nvSpPr>
        <p:spPr>
          <a:xfrm>
            <a:off x="542410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Tree</a:t>
            </a:r>
          </a:p>
        </p:txBody>
      </p:sp>
      <p:sp>
        <p:nvSpPr>
          <p:cNvPr id="1702" name="TextBox 1701">
            <a:extLst>
              <a:ext uri="{FF2B5EF4-FFF2-40B4-BE49-F238E27FC236}">
                <a16:creationId xmlns:a16="http://schemas.microsoft.com/office/drawing/2014/main" id="{24A71D99-D1FB-F8BF-F8C9-89F043146B09}"/>
              </a:ext>
            </a:extLst>
          </p:cNvPr>
          <p:cNvSpPr txBox="1"/>
          <p:nvPr/>
        </p:nvSpPr>
        <p:spPr>
          <a:xfrm>
            <a:off x="5809393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</a:p>
        </p:txBody>
      </p:sp>
      <p:sp>
        <p:nvSpPr>
          <p:cNvPr id="1724" name="TextBox 1723">
            <a:extLst>
              <a:ext uri="{FF2B5EF4-FFF2-40B4-BE49-F238E27FC236}">
                <a16:creationId xmlns:a16="http://schemas.microsoft.com/office/drawing/2014/main" id="{79819F47-F399-1618-0FBA-CEF83446EC39}"/>
              </a:ext>
            </a:extLst>
          </p:cNvPr>
          <p:cNvSpPr txBox="1"/>
          <p:nvPr/>
        </p:nvSpPr>
        <p:spPr>
          <a:xfrm>
            <a:off x="6194418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1A858198-882B-93F7-63EA-0B9B3D16F937}"/>
              </a:ext>
            </a:extLst>
          </p:cNvPr>
          <p:cNvSpPr txBox="1"/>
          <p:nvPr/>
        </p:nvSpPr>
        <p:spPr>
          <a:xfrm>
            <a:off x="6575148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Delivery</a:t>
            </a:r>
          </a:p>
        </p:txBody>
      </p:sp>
      <p:sp>
        <p:nvSpPr>
          <p:cNvPr id="1310" name="TextBox 1309">
            <a:extLst>
              <a:ext uri="{FF2B5EF4-FFF2-40B4-BE49-F238E27FC236}">
                <a16:creationId xmlns:a16="http://schemas.microsoft.com/office/drawing/2014/main" id="{9FDC4985-E45D-F36D-10EC-8B4973764FD9}"/>
              </a:ext>
            </a:extLst>
          </p:cNvPr>
          <p:cNvSpPr txBox="1"/>
          <p:nvPr/>
        </p:nvSpPr>
        <p:spPr>
          <a:xfrm>
            <a:off x="6948140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Tracking</a:t>
            </a:r>
          </a:p>
        </p:txBody>
      </p:sp>
      <p:sp>
        <p:nvSpPr>
          <p:cNvPr id="1332" name="TextBox 1331">
            <a:extLst>
              <a:ext uri="{FF2B5EF4-FFF2-40B4-BE49-F238E27FC236}">
                <a16:creationId xmlns:a16="http://schemas.microsoft.com/office/drawing/2014/main" id="{58EFB2B8-55CB-83EF-AB16-48D4EFF2AE7E}"/>
              </a:ext>
            </a:extLst>
          </p:cNvPr>
          <p:cNvSpPr txBox="1"/>
          <p:nvPr/>
        </p:nvSpPr>
        <p:spPr>
          <a:xfrm>
            <a:off x="7333165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728" name="TextBox 1727">
            <a:extLst>
              <a:ext uri="{FF2B5EF4-FFF2-40B4-BE49-F238E27FC236}">
                <a16:creationId xmlns:a16="http://schemas.microsoft.com/office/drawing/2014/main" id="{A4723455-4E81-79EC-C787-88AF14A0F900}"/>
              </a:ext>
            </a:extLst>
          </p:cNvPr>
          <p:cNvSpPr txBox="1"/>
          <p:nvPr/>
        </p:nvSpPr>
        <p:spPr>
          <a:xfrm>
            <a:off x="7710026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750" name="TextBox 1749">
            <a:extLst>
              <a:ext uri="{FF2B5EF4-FFF2-40B4-BE49-F238E27FC236}">
                <a16:creationId xmlns:a16="http://schemas.microsoft.com/office/drawing/2014/main" id="{C05894E7-1888-6965-1F2E-A19BF984BA76}"/>
              </a:ext>
            </a:extLst>
          </p:cNvPr>
          <p:cNvSpPr txBox="1"/>
          <p:nvPr/>
        </p:nvSpPr>
        <p:spPr>
          <a:xfrm>
            <a:off x="809505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</a:t>
            </a:r>
          </a:p>
        </p:txBody>
      </p:sp>
      <p:sp>
        <p:nvSpPr>
          <p:cNvPr id="1772" name="TextBox 1771">
            <a:extLst>
              <a:ext uri="{FF2B5EF4-FFF2-40B4-BE49-F238E27FC236}">
                <a16:creationId xmlns:a16="http://schemas.microsoft.com/office/drawing/2014/main" id="{DBB84A82-9C59-B7C7-6009-888678B9F712}"/>
              </a:ext>
            </a:extLst>
          </p:cNvPr>
          <p:cNvSpPr txBox="1"/>
          <p:nvPr/>
        </p:nvSpPr>
        <p:spPr>
          <a:xfrm>
            <a:off x="848007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 Port</a:t>
            </a:r>
          </a:p>
        </p:txBody>
      </p:sp>
      <p:sp>
        <p:nvSpPr>
          <p:cNvPr id="1922" name="TextBox 1921">
            <a:extLst>
              <a:ext uri="{FF2B5EF4-FFF2-40B4-BE49-F238E27FC236}">
                <a16:creationId xmlns:a16="http://schemas.microsoft.com/office/drawing/2014/main" id="{CF4C4B93-B57F-F691-49C8-5DEEDD51BC7F}"/>
              </a:ext>
            </a:extLst>
          </p:cNvPr>
          <p:cNvSpPr txBox="1"/>
          <p:nvPr/>
        </p:nvSpPr>
        <p:spPr>
          <a:xfrm>
            <a:off x="886510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 Sign</a:t>
            </a:r>
          </a:p>
        </p:txBody>
      </p:sp>
      <p:sp>
        <p:nvSpPr>
          <p:cNvPr id="1932" name="TextBox 1931">
            <a:extLst>
              <a:ext uri="{FF2B5EF4-FFF2-40B4-BE49-F238E27FC236}">
                <a16:creationId xmlns:a16="http://schemas.microsoft.com/office/drawing/2014/main" id="{CEA43200-6C6C-DFBC-B153-96A77AC940FB}"/>
              </a:ext>
            </a:extLst>
          </p:cNvPr>
          <p:cNvSpPr txBox="1"/>
          <p:nvPr/>
        </p:nvSpPr>
        <p:spPr>
          <a:xfrm>
            <a:off x="925012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Vertical Lines</a:t>
            </a:r>
          </a:p>
        </p:txBody>
      </p:sp>
      <p:sp>
        <p:nvSpPr>
          <p:cNvPr id="1942" name="TextBox 1941">
            <a:extLst>
              <a:ext uri="{FF2B5EF4-FFF2-40B4-BE49-F238E27FC236}">
                <a16:creationId xmlns:a16="http://schemas.microsoft.com/office/drawing/2014/main" id="{5C7DC9DC-EB77-20B1-57FF-A183E80B1328}"/>
              </a:ext>
            </a:extLst>
          </p:cNvPr>
          <p:cNvSpPr txBox="1"/>
          <p:nvPr/>
        </p:nvSpPr>
        <p:spPr>
          <a:xfrm>
            <a:off x="961882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Video</a:t>
            </a:r>
          </a:p>
        </p:txBody>
      </p:sp>
      <p:sp>
        <p:nvSpPr>
          <p:cNvPr id="1810" name="TextBox 1809">
            <a:extLst>
              <a:ext uri="{FF2B5EF4-FFF2-40B4-BE49-F238E27FC236}">
                <a16:creationId xmlns:a16="http://schemas.microsoft.com/office/drawing/2014/main" id="{AC3B0B76-221E-7DE5-A63D-66BF0EAE8200}"/>
              </a:ext>
            </a:extLst>
          </p:cNvPr>
          <p:cNvSpPr txBox="1"/>
          <p:nvPr/>
        </p:nvSpPr>
        <p:spPr>
          <a:xfrm>
            <a:off x="3203596" y="144287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Invoice</a:t>
            </a:r>
          </a:p>
        </p:txBody>
      </p:sp>
      <p:sp>
        <p:nvSpPr>
          <p:cNvPr id="1497" name="TextBox 1496">
            <a:extLst>
              <a:ext uri="{FF2B5EF4-FFF2-40B4-BE49-F238E27FC236}">
                <a16:creationId xmlns:a16="http://schemas.microsoft.com/office/drawing/2014/main" id="{F316D4C6-10AA-A8D9-2619-3E773F9D9CC0}"/>
              </a:ext>
            </a:extLst>
          </p:cNvPr>
          <p:cNvSpPr txBox="1"/>
          <p:nvPr/>
        </p:nvSpPr>
        <p:spPr>
          <a:xfrm>
            <a:off x="3514632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Key</a:t>
            </a:r>
          </a:p>
        </p:txBody>
      </p:sp>
      <p:sp>
        <p:nvSpPr>
          <p:cNvPr id="1519" name="TextBox 1518">
            <a:extLst>
              <a:ext uri="{FF2B5EF4-FFF2-40B4-BE49-F238E27FC236}">
                <a16:creationId xmlns:a16="http://schemas.microsoft.com/office/drawing/2014/main" id="{6A316B11-EFEA-A3B3-23A9-C2DB1EFE6553}"/>
              </a:ext>
            </a:extLst>
          </p:cNvPr>
          <p:cNvSpPr txBox="1"/>
          <p:nvPr/>
        </p:nvSpPr>
        <p:spPr>
          <a:xfrm>
            <a:off x="389879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</a:t>
            </a:r>
          </a:p>
        </p:txBody>
      </p:sp>
      <p:sp>
        <p:nvSpPr>
          <p:cNvPr id="1572" name="TextBox 1571">
            <a:extLst>
              <a:ext uri="{FF2B5EF4-FFF2-40B4-BE49-F238E27FC236}">
                <a16:creationId xmlns:a16="http://schemas.microsoft.com/office/drawing/2014/main" id="{40BD79AA-3828-A265-FB43-516F9CC5F56F}"/>
              </a:ext>
            </a:extLst>
          </p:cNvPr>
          <p:cNvSpPr txBox="1"/>
          <p:nvPr/>
        </p:nvSpPr>
        <p:spPr>
          <a:xfrm>
            <a:off x="427708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 Video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594" name="TextBox 1593">
            <a:extLst>
              <a:ext uri="{FF2B5EF4-FFF2-40B4-BE49-F238E27FC236}">
                <a16:creationId xmlns:a16="http://schemas.microsoft.com/office/drawing/2014/main" id="{58302423-AF70-60F1-1FD9-09D279B89615}"/>
              </a:ext>
            </a:extLst>
          </p:cNvPr>
          <p:cNvSpPr txBox="1"/>
          <p:nvPr/>
        </p:nvSpPr>
        <p:spPr>
          <a:xfrm>
            <a:off x="4660914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Leaf</a:t>
            </a:r>
          </a:p>
        </p:txBody>
      </p:sp>
      <p:sp>
        <p:nvSpPr>
          <p:cNvPr id="1616" name="TextBox 1615">
            <a:extLst>
              <a:ext uri="{FF2B5EF4-FFF2-40B4-BE49-F238E27FC236}">
                <a16:creationId xmlns:a16="http://schemas.microsoft.com/office/drawing/2014/main" id="{A705DD82-4C5E-E121-9678-4FF76D754B7F}"/>
              </a:ext>
            </a:extLst>
          </p:cNvPr>
          <p:cNvSpPr txBox="1"/>
          <p:nvPr/>
        </p:nvSpPr>
        <p:spPr>
          <a:xfrm>
            <a:off x="5045809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Library</a:t>
            </a:r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C809E3E3-9EB5-B2FE-F1DD-F38934702781}"/>
              </a:ext>
            </a:extLst>
          </p:cNvPr>
          <p:cNvSpPr txBox="1"/>
          <p:nvPr/>
        </p:nvSpPr>
        <p:spPr>
          <a:xfrm>
            <a:off x="5424488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Lightbulb</a:t>
            </a:r>
          </a:p>
        </p:txBody>
      </p:sp>
      <p:sp>
        <p:nvSpPr>
          <p:cNvPr id="1660" name="TextBox 1659">
            <a:extLst>
              <a:ext uri="{FF2B5EF4-FFF2-40B4-BE49-F238E27FC236}">
                <a16:creationId xmlns:a16="http://schemas.microsoft.com/office/drawing/2014/main" id="{0F20CDEB-CA3F-446C-8BDE-95980FAABEFD}"/>
              </a:ext>
            </a:extLst>
          </p:cNvPr>
          <p:cNvSpPr txBox="1"/>
          <p:nvPr/>
        </p:nvSpPr>
        <p:spPr>
          <a:xfrm>
            <a:off x="579926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</a:t>
            </a:r>
          </a:p>
        </p:txBody>
      </p:sp>
      <p:sp>
        <p:nvSpPr>
          <p:cNvPr id="1682" name="TextBox 1681">
            <a:extLst>
              <a:ext uri="{FF2B5EF4-FFF2-40B4-BE49-F238E27FC236}">
                <a16:creationId xmlns:a16="http://schemas.microsoft.com/office/drawing/2014/main" id="{948D9540-46D5-941D-B8EF-66CD0AEB1FAB}"/>
              </a:ext>
            </a:extLst>
          </p:cNvPr>
          <p:cNvSpPr txBox="1"/>
          <p:nvPr/>
        </p:nvSpPr>
        <p:spPr>
          <a:xfrm>
            <a:off x="6184556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 Filled</a:t>
            </a:r>
          </a:p>
        </p:txBody>
      </p:sp>
      <p:sp>
        <p:nvSpPr>
          <p:cNvPr id="1704" name="TextBox 1703">
            <a:extLst>
              <a:ext uri="{FF2B5EF4-FFF2-40B4-BE49-F238E27FC236}">
                <a16:creationId xmlns:a16="http://schemas.microsoft.com/office/drawing/2014/main" id="{EB780DFC-1FE9-F3FD-0ACF-BA191883C687}"/>
              </a:ext>
            </a:extLst>
          </p:cNvPr>
          <p:cNvSpPr txBox="1"/>
          <p:nvPr/>
        </p:nvSpPr>
        <p:spPr>
          <a:xfrm>
            <a:off x="6569581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726" name="TextBox 1725">
            <a:extLst>
              <a:ext uri="{FF2B5EF4-FFF2-40B4-BE49-F238E27FC236}">
                <a16:creationId xmlns:a16="http://schemas.microsoft.com/office/drawing/2014/main" id="{CB06D554-5C01-32A4-B7C9-617DF3084C32}"/>
              </a:ext>
            </a:extLst>
          </p:cNvPr>
          <p:cNvSpPr txBox="1"/>
          <p:nvPr/>
        </p:nvSpPr>
        <p:spPr>
          <a:xfrm>
            <a:off x="6950311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290" name="TextBox 1289">
            <a:extLst>
              <a:ext uri="{FF2B5EF4-FFF2-40B4-BE49-F238E27FC236}">
                <a16:creationId xmlns:a16="http://schemas.microsoft.com/office/drawing/2014/main" id="{469ECB3A-84C6-DC5E-AF76-8746095FF0A3}"/>
              </a:ext>
            </a:extLst>
          </p:cNvPr>
          <p:cNvSpPr txBox="1"/>
          <p:nvPr/>
        </p:nvSpPr>
        <p:spPr>
          <a:xfrm>
            <a:off x="7323303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</a:t>
            </a:r>
          </a:p>
        </p:txBody>
      </p:sp>
      <p:sp>
        <p:nvSpPr>
          <p:cNvPr id="1312" name="TextBox 1311">
            <a:extLst>
              <a:ext uri="{FF2B5EF4-FFF2-40B4-BE49-F238E27FC236}">
                <a16:creationId xmlns:a16="http://schemas.microsoft.com/office/drawing/2014/main" id="{002D43A8-9A0D-76CF-780E-87061AEED36D}"/>
              </a:ext>
            </a:extLst>
          </p:cNvPr>
          <p:cNvSpPr txBox="1"/>
          <p:nvPr/>
        </p:nvSpPr>
        <p:spPr>
          <a:xfrm>
            <a:off x="7708328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</a:t>
            </a:r>
          </a:p>
        </p:txBody>
      </p:sp>
      <p:sp>
        <p:nvSpPr>
          <p:cNvPr id="1334" name="TextBox 1333">
            <a:extLst>
              <a:ext uri="{FF2B5EF4-FFF2-40B4-BE49-F238E27FC236}">
                <a16:creationId xmlns:a16="http://schemas.microsoft.com/office/drawing/2014/main" id="{0E3D14CD-4064-3A0F-B3EB-4E767D0FCF4F}"/>
              </a:ext>
            </a:extLst>
          </p:cNvPr>
          <p:cNvSpPr txBox="1"/>
          <p:nvPr/>
        </p:nvSpPr>
        <p:spPr>
          <a:xfrm>
            <a:off x="8085189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730" name="TextBox 1729">
            <a:extLst>
              <a:ext uri="{FF2B5EF4-FFF2-40B4-BE49-F238E27FC236}">
                <a16:creationId xmlns:a16="http://schemas.microsoft.com/office/drawing/2014/main" id="{DD49C9E1-E3DC-772F-DB80-F6FB9672316B}"/>
              </a:ext>
            </a:extLst>
          </p:cNvPr>
          <p:cNvSpPr txBox="1"/>
          <p:nvPr/>
        </p:nvSpPr>
        <p:spPr>
          <a:xfrm>
            <a:off x="847021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Loading</a:t>
            </a:r>
          </a:p>
        </p:txBody>
      </p:sp>
      <p:sp>
        <p:nvSpPr>
          <p:cNvPr id="1752" name="TextBox 1751">
            <a:extLst>
              <a:ext uri="{FF2B5EF4-FFF2-40B4-BE49-F238E27FC236}">
                <a16:creationId xmlns:a16="http://schemas.microsoft.com/office/drawing/2014/main" id="{9F944CBC-F6F4-E925-CEF6-ACE59C731AFB}"/>
              </a:ext>
            </a:extLst>
          </p:cNvPr>
          <p:cNvSpPr txBox="1"/>
          <p:nvPr/>
        </p:nvSpPr>
        <p:spPr>
          <a:xfrm>
            <a:off x="885524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Location Pin</a:t>
            </a:r>
          </a:p>
        </p:txBody>
      </p:sp>
      <p:sp>
        <p:nvSpPr>
          <p:cNvPr id="1774" name="TextBox 1773">
            <a:extLst>
              <a:ext uri="{FF2B5EF4-FFF2-40B4-BE49-F238E27FC236}">
                <a16:creationId xmlns:a16="http://schemas.microsoft.com/office/drawing/2014/main" id="{66035018-A877-999B-EE86-DD3C0A7DE1CA}"/>
              </a:ext>
            </a:extLst>
          </p:cNvPr>
          <p:cNvSpPr txBox="1"/>
          <p:nvPr/>
        </p:nvSpPr>
        <p:spPr>
          <a:xfrm>
            <a:off x="924026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</a:t>
            </a:r>
          </a:p>
        </p:txBody>
      </p:sp>
      <p:sp>
        <p:nvSpPr>
          <p:cNvPr id="1923" name="TextBox 1922">
            <a:extLst>
              <a:ext uri="{FF2B5EF4-FFF2-40B4-BE49-F238E27FC236}">
                <a16:creationId xmlns:a16="http://schemas.microsoft.com/office/drawing/2014/main" id="{57F74633-B079-8167-8EB1-445079D2D509}"/>
              </a:ext>
            </a:extLst>
          </p:cNvPr>
          <p:cNvSpPr txBox="1"/>
          <p:nvPr/>
        </p:nvSpPr>
        <p:spPr>
          <a:xfrm>
            <a:off x="962529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 Filled</a:t>
            </a:r>
          </a:p>
        </p:txBody>
      </p:sp>
      <p:sp>
        <p:nvSpPr>
          <p:cNvPr id="1933" name="TextBox 1932">
            <a:extLst>
              <a:ext uri="{FF2B5EF4-FFF2-40B4-BE49-F238E27FC236}">
                <a16:creationId xmlns:a16="http://schemas.microsoft.com/office/drawing/2014/main" id="{EB0838E7-6525-F383-5784-93DD757CD422}"/>
              </a:ext>
            </a:extLst>
          </p:cNvPr>
          <p:cNvSpPr txBox="1"/>
          <p:nvPr/>
        </p:nvSpPr>
        <p:spPr>
          <a:xfrm>
            <a:off x="999398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Mask</a:t>
            </a:r>
          </a:p>
        </p:txBody>
      </p:sp>
      <p:sp>
        <p:nvSpPr>
          <p:cNvPr id="1943" name="TextBox 1942">
            <a:extLst>
              <a:ext uri="{FF2B5EF4-FFF2-40B4-BE49-F238E27FC236}">
                <a16:creationId xmlns:a16="http://schemas.microsoft.com/office/drawing/2014/main" id="{03E847EF-B5C2-766D-9B33-5970DF2E7837}"/>
              </a:ext>
            </a:extLst>
          </p:cNvPr>
          <p:cNvSpPr txBox="1"/>
          <p:nvPr/>
        </p:nvSpPr>
        <p:spPr>
          <a:xfrm>
            <a:off x="10379012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Mastercard</a:t>
            </a:r>
          </a:p>
        </p:txBody>
      </p:sp>
      <p:sp>
        <p:nvSpPr>
          <p:cNvPr id="1951" name="TextBox 1950">
            <a:extLst>
              <a:ext uri="{FF2B5EF4-FFF2-40B4-BE49-F238E27FC236}">
                <a16:creationId xmlns:a16="http://schemas.microsoft.com/office/drawing/2014/main" id="{33CE8515-D34F-C11E-4148-E37FC07252D8}"/>
              </a:ext>
            </a:extLst>
          </p:cNvPr>
          <p:cNvSpPr txBox="1"/>
          <p:nvPr/>
        </p:nvSpPr>
        <p:spPr>
          <a:xfrm>
            <a:off x="1076403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Megaphone</a:t>
            </a:r>
          </a:p>
        </p:txBody>
      </p:sp>
      <p:sp>
        <p:nvSpPr>
          <p:cNvPr id="1959" name="TextBox 1958">
            <a:extLst>
              <a:ext uri="{FF2B5EF4-FFF2-40B4-BE49-F238E27FC236}">
                <a16:creationId xmlns:a16="http://schemas.microsoft.com/office/drawing/2014/main" id="{44179A61-FA9D-74FD-F7AE-E85825833CF2}"/>
              </a:ext>
            </a:extLst>
          </p:cNvPr>
          <p:cNvSpPr txBox="1"/>
          <p:nvPr/>
        </p:nvSpPr>
        <p:spPr>
          <a:xfrm>
            <a:off x="11142503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Menu</a:t>
            </a:r>
          </a:p>
        </p:txBody>
      </p:sp>
      <p:sp>
        <p:nvSpPr>
          <p:cNvPr id="1812" name="TextBox 1811">
            <a:extLst>
              <a:ext uri="{FF2B5EF4-FFF2-40B4-BE49-F238E27FC236}">
                <a16:creationId xmlns:a16="http://schemas.microsoft.com/office/drawing/2014/main" id="{D5227045-79C9-10B6-5BF0-48D9B8119BCD}"/>
              </a:ext>
            </a:extLst>
          </p:cNvPr>
          <p:cNvSpPr txBox="1"/>
          <p:nvPr/>
        </p:nvSpPr>
        <p:spPr>
          <a:xfrm>
            <a:off x="3203596" y="1873240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Microphone</a:t>
            </a:r>
          </a:p>
        </p:txBody>
      </p:sp>
      <p:sp>
        <p:nvSpPr>
          <p:cNvPr id="1498" name="TextBox 1497">
            <a:extLst>
              <a:ext uri="{FF2B5EF4-FFF2-40B4-BE49-F238E27FC236}">
                <a16:creationId xmlns:a16="http://schemas.microsoft.com/office/drawing/2014/main" id="{97815CBB-7209-884F-5439-AF6A68BF54A2}"/>
              </a:ext>
            </a:extLst>
          </p:cNvPr>
          <p:cNvSpPr txBox="1"/>
          <p:nvPr/>
        </p:nvSpPr>
        <p:spPr>
          <a:xfrm>
            <a:off x="3514632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</a:t>
            </a:r>
          </a:p>
        </p:txBody>
      </p:sp>
      <p:sp>
        <p:nvSpPr>
          <p:cNvPr id="1520" name="TextBox 1519">
            <a:extLst>
              <a:ext uri="{FF2B5EF4-FFF2-40B4-BE49-F238E27FC236}">
                <a16:creationId xmlns:a16="http://schemas.microsoft.com/office/drawing/2014/main" id="{41A2A900-615A-5A71-647F-2C04030640E5}"/>
              </a:ext>
            </a:extLst>
          </p:cNvPr>
          <p:cNvSpPr txBox="1"/>
          <p:nvPr/>
        </p:nvSpPr>
        <p:spPr>
          <a:xfrm>
            <a:off x="389879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 Filled</a:t>
            </a:r>
          </a:p>
        </p:txBody>
      </p:sp>
      <p:sp>
        <p:nvSpPr>
          <p:cNvPr id="1584" name="TextBox 1583">
            <a:extLst>
              <a:ext uri="{FF2B5EF4-FFF2-40B4-BE49-F238E27FC236}">
                <a16:creationId xmlns:a16="http://schemas.microsoft.com/office/drawing/2014/main" id="{47A0C670-8EB7-9186-C9F3-16F5A5229B91}"/>
              </a:ext>
            </a:extLst>
          </p:cNvPr>
          <p:cNvSpPr txBox="1"/>
          <p:nvPr/>
        </p:nvSpPr>
        <p:spPr>
          <a:xfrm>
            <a:off x="427708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Award</a:t>
            </a:r>
          </a:p>
        </p:txBody>
      </p:sp>
      <p:sp>
        <p:nvSpPr>
          <p:cNvPr id="1595" name="TextBox 1594">
            <a:extLst>
              <a:ext uri="{FF2B5EF4-FFF2-40B4-BE49-F238E27FC236}">
                <a16:creationId xmlns:a16="http://schemas.microsoft.com/office/drawing/2014/main" id="{A66218FC-D7DE-AFC2-0A9A-BE3F5603FA1F}"/>
              </a:ext>
            </a:extLst>
          </p:cNvPr>
          <p:cNvSpPr txBox="1"/>
          <p:nvPr/>
        </p:nvSpPr>
        <p:spPr>
          <a:xfrm>
            <a:off x="4660914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Calendar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Postpaid</a:t>
            </a:r>
          </a:p>
        </p:txBody>
      </p:sp>
      <p:sp>
        <p:nvSpPr>
          <p:cNvPr id="1617" name="TextBox 1616">
            <a:extLst>
              <a:ext uri="{FF2B5EF4-FFF2-40B4-BE49-F238E27FC236}">
                <a16:creationId xmlns:a16="http://schemas.microsoft.com/office/drawing/2014/main" id="{14419141-6D2A-64A8-47FD-303DE1EB6F17}"/>
              </a:ext>
            </a:extLst>
          </p:cNvPr>
          <p:cNvSpPr txBox="1"/>
          <p:nvPr/>
        </p:nvSpPr>
        <p:spPr>
          <a:xfrm>
            <a:off x="5045809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Cog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3B3DDC7D-7144-A269-F91B-C8594412ED06}"/>
              </a:ext>
            </a:extLst>
          </p:cNvPr>
          <p:cNvSpPr txBox="1"/>
          <p:nvPr/>
        </p:nvSpPr>
        <p:spPr>
          <a:xfrm>
            <a:off x="5424488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Prepaid</a:t>
            </a:r>
          </a:p>
        </p:txBody>
      </p:sp>
      <p:sp>
        <p:nvSpPr>
          <p:cNvPr id="1661" name="TextBox 1660">
            <a:extLst>
              <a:ext uri="{FF2B5EF4-FFF2-40B4-BE49-F238E27FC236}">
                <a16:creationId xmlns:a16="http://schemas.microsoft.com/office/drawing/2014/main" id="{2B762E56-B186-B68D-6252-A4F310918B26}"/>
              </a:ext>
            </a:extLst>
          </p:cNvPr>
          <p:cNvSpPr txBox="1"/>
          <p:nvPr/>
        </p:nvSpPr>
        <p:spPr>
          <a:xfrm>
            <a:off x="579926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683" name="TextBox 1682">
            <a:extLst>
              <a:ext uri="{FF2B5EF4-FFF2-40B4-BE49-F238E27FC236}">
                <a16:creationId xmlns:a16="http://schemas.microsoft.com/office/drawing/2014/main" id="{976ADABE-BD3D-0CBD-1558-D0546E5A1AC3}"/>
              </a:ext>
            </a:extLst>
          </p:cNvPr>
          <p:cNvSpPr txBox="1"/>
          <p:nvPr/>
        </p:nvSpPr>
        <p:spPr>
          <a:xfrm>
            <a:off x="6184556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Phone</a:t>
            </a:r>
          </a:p>
        </p:txBody>
      </p:sp>
      <p:sp>
        <p:nvSpPr>
          <p:cNvPr id="1705" name="TextBox 1704">
            <a:extLst>
              <a:ext uri="{FF2B5EF4-FFF2-40B4-BE49-F238E27FC236}">
                <a16:creationId xmlns:a16="http://schemas.microsoft.com/office/drawing/2014/main" id="{1F86EF27-37C2-525F-EDA7-5D20385D0262}"/>
              </a:ext>
            </a:extLst>
          </p:cNvPr>
          <p:cNvSpPr txBox="1"/>
          <p:nvPr/>
        </p:nvSpPr>
        <p:spPr>
          <a:xfrm>
            <a:off x="6569581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FB2D88A6-FBE0-E6C8-4C7B-9025E12FC47B}"/>
              </a:ext>
            </a:extLst>
          </p:cNvPr>
          <p:cNvSpPr txBox="1"/>
          <p:nvPr/>
        </p:nvSpPr>
        <p:spPr>
          <a:xfrm>
            <a:off x="6950311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SMS Text</a:t>
            </a:r>
          </a:p>
        </p:txBody>
      </p:sp>
      <p:sp>
        <p:nvSpPr>
          <p:cNvPr id="1291" name="TextBox 1290">
            <a:extLst>
              <a:ext uri="{FF2B5EF4-FFF2-40B4-BE49-F238E27FC236}">
                <a16:creationId xmlns:a16="http://schemas.microsoft.com/office/drawing/2014/main" id="{F4C897EF-E856-724D-97EE-0767429A4EB8}"/>
              </a:ext>
            </a:extLst>
          </p:cNvPr>
          <p:cNvSpPr txBox="1"/>
          <p:nvPr/>
        </p:nvSpPr>
        <p:spPr>
          <a:xfrm>
            <a:off x="7323303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Swap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Change Plan</a:t>
            </a:r>
          </a:p>
        </p:txBody>
      </p:sp>
      <p:sp>
        <p:nvSpPr>
          <p:cNvPr id="1313" name="TextBox 1312">
            <a:extLst>
              <a:ext uri="{FF2B5EF4-FFF2-40B4-BE49-F238E27FC236}">
                <a16:creationId xmlns:a16="http://schemas.microsoft.com/office/drawing/2014/main" id="{D7F8CC98-6F21-3D26-06F2-6F0D69B95D65}"/>
              </a:ext>
            </a:extLst>
          </p:cNvPr>
          <p:cNvSpPr txBox="1"/>
          <p:nvPr/>
        </p:nvSpPr>
        <p:spPr>
          <a:xfrm>
            <a:off x="7708328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</a:p>
        </p:txBody>
      </p:sp>
      <p:sp>
        <p:nvSpPr>
          <p:cNvPr id="1335" name="TextBox 1334">
            <a:extLst>
              <a:ext uri="{FF2B5EF4-FFF2-40B4-BE49-F238E27FC236}">
                <a16:creationId xmlns:a16="http://schemas.microsoft.com/office/drawing/2014/main" id="{1343A335-5E2D-F6FB-56B6-081EE078CD95}"/>
              </a:ext>
            </a:extLst>
          </p:cNvPr>
          <p:cNvSpPr txBox="1"/>
          <p:nvPr/>
        </p:nvSpPr>
        <p:spPr>
          <a:xfrm>
            <a:off x="8085189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</a:t>
            </a:r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F5FEE918-9799-70CF-BC04-037D2415D01F}"/>
              </a:ext>
            </a:extLst>
          </p:cNvPr>
          <p:cNvSpPr txBox="1"/>
          <p:nvPr/>
        </p:nvSpPr>
        <p:spPr>
          <a:xfrm>
            <a:off x="847021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4G</a:t>
            </a:r>
          </a:p>
        </p:txBody>
      </p:sp>
      <p:sp>
        <p:nvSpPr>
          <p:cNvPr id="1753" name="TextBox 1752">
            <a:extLst>
              <a:ext uri="{FF2B5EF4-FFF2-40B4-BE49-F238E27FC236}">
                <a16:creationId xmlns:a16="http://schemas.microsoft.com/office/drawing/2014/main" id="{3A28C454-7818-3C67-E5A1-EF1033F527D0}"/>
              </a:ext>
            </a:extLst>
          </p:cNvPr>
          <p:cNvSpPr txBox="1"/>
          <p:nvPr/>
        </p:nvSpPr>
        <p:spPr>
          <a:xfrm>
            <a:off x="885524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5G</a:t>
            </a:r>
          </a:p>
        </p:txBody>
      </p:sp>
      <p:sp>
        <p:nvSpPr>
          <p:cNvPr id="1775" name="TextBox 1774">
            <a:extLst>
              <a:ext uri="{FF2B5EF4-FFF2-40B4-BE49-F238E27FC236}">
                <a16:creationId xmlns:a16="http://schemas.microsoft.com/office/drawing/2014/main" id="{0671F6AB-679F-3DF0-07AB-723CA35C8A3D}"/>
              </a:ext>
            </a:extLst>
          </p:cNvPr>
          <p:cNvSpPr txBox="1"/>
          <p:nvPr/>
        </p:nvSpPr>
        <p:spPr>
          <a:xfrm>
            <a:off x="924026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924" name="TextBox 1923">
            <a:extLst>
              <a:ext uri="{FF2B5EF4-FFF2-40B4-BE49-F238E27FC236}">
                <a16:creationId xmlns:a16="http://schemas.microsoft.com/office/drawing/2014/main" id="{A13D0FBF-6148-410E-46AD-253E9D18D084}"/>
              </a:ext>
            </a:extLst>
          </p:cNvPr>
          <p:cNvSpPr txBox="1"/>
          <p:nvPr/>
        </p:nvSpPr>
        <p:spPr>
          <a:xfrm>
            <a:off x="962529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Moon</a:t>
            </a:r>
          </a:p>
        </p:txBody>
      </p:sp>
      <p:sp>
        <p:nvSpPr>
          <p:cNvPr id="1934" name="TextBox 1933">
            <a:extLst>
              <a:ext uri="{FF2B5EF4-FFF2-40B4-BE49-F238E27FC236}">
                <a16:creationId xmlns:a16="http://schemas.microsoft.com/office/drawing/2014/main" id="{BE32D81F-13FE-A0FD-5CBA-DEE93A5EEA3A}"/>
              </a:ext>
            </a:extLst>
          </p:cNvPr>
          <p:cNvSpPr txBox="1"/>
          <p:nvPr/>
        </p:nvSpPr>
        <p:spPr>
          <a:xfrm>
            <a:off x="999398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Horizontal</a:t>
            </a:r>
          </a:p>
        </p:txBody>
      </p:sp>
      <p:sp>
        <p:nvSpPr>
          <p:cNvPr id="1944" name="TextBox 1943">
            <a:extLst>
              <a:ext uri="{FF2B5EF4-FFF2-40B4-BE49-F238E27FC236}">
                <a16:creationId xmlns:a16="http://schemas.microsoft.com/office/drawing/2014/main" id="{CF83B7D8-2672-0FBF-9CD0-1B4D590C1119}"/>
              </a:ext>
            </a:extLst>
          </p:cNvPr>
          <p:cNvSpPr txBox="1"/>
          <p:nvPr/>
        </p:nvSpPr>
        <p:spPr>
          <a:xfrm>
            <a:off x="10379012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Vertical</a:t>
            </a:r>
          </a:p>
        </p:txBody>
      </p:sp>
      <p:sp>
        <p:nvSpPr>
          <p:cNvPr id="1952" name="TextBox 1951">
            <a:extLst>
              <a:ext uri="{FF2B5EF4-FFF2-40B4-BE49-F238E27FC236}">
                <a16:creationId xmlns:a16="http://schemas.microsoft.com/office/drawing/2014/main" id="{60FC138C-2B15-542B-1F68-376CCA98AE64}"/>
              </a:ext>
            </a:extLst>
          </p:cNvPr>
          <p:cNvSpPr txBox="1"/>
          <p:nvPr/>
        </p:nvSpPr>
        <p:spPr>
          <a:xfrm>
            <a:off x="1076403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Mouse</a:t>
            </a:r>
          </a:p>
        </p:txBody>
      </p:sp>
      <p:sp>
        <p:nvSpPr>
          <p:cNvPr id="1960" name="TextBox 1959">
            <a:extLst>
              <a:ext uri="{FF2B5EF4-FFF2-40B4-BE49-F238E27FC236}">
                <a16:creationId xmlns:a16="http://schemas.microsoft.com/office/drawing/2014/main" id="{FB61B8F5-0F10-128C-9630-1D8F6CDBC50B}"/>
              </a:ext>
            </a:extLst>
          </p:cNvPr>
          <p:cNvSpPr txBox="1"/>
          <p:nvPr/>
        </p:nvSpPr>
        <p:spPr>
          <a:xfrm>
            <a:off x="11142503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Movie</a:t>
            </a:r>
          </a:p>
        </p:txBody>
      </p:sp>
      <p:sp>
        <p:nvSpPr>
          <p:cNvPr id="1477" name="TextBox 1476">
            <a:extLst>
              <a:ext uri="{FF2B5EF4-FFF2-40B4-BE49-F238E27FC236}">
                <a16:creationId xmlns:a16="http://schemas.microsoft.com/office/drawing/2014/main" id="{3B32ADCC-B89D-02C1-D497-54A41117563D}"/>
              </a:ext>
            </a:extLst>
          </p:cNvPr>
          <p:cNvSpPr txBox="1"/>
          <p:nvPr/>
        </p:nvSpPr>
        <p:spPr>
          <a:xfrm>
            <a:off x="3203596" y="2303608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Music</a:t>
            </a:r>
          </a:p>
        </p:txBody>
      </p:sp>
      <p:sp>
        <p:nvSpPr>
          <p:cNvPr id="1499" name="TextBox 1498">
            <a:extLst>
              <a:ext uri="{FF2B5EF4-FFF2-40B4-BE49-F238E27FC236}">
                <a16:creationId xmlns:a16="http://schemas.microsoft.com/office/drawing/2014/main" id="{F90FDB40-AA9F-D6D7-A96E-5F7D771C04E3}"/>
              </a:ext>
            </a:extLst>
          </p:cNvPr>
          <p:cNvSpPr txBox="1"/>
          <p:nvPr/>
        </p:nvSpPr>
        <p:spPr>
          <a:xfrm>
            <a:off x="3514632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Necktie</a:t>
            </a:r>
          </a:p>
        </p:txBody>
      </p:sp>
      <p:sp>
        <p:nvSpPr>
          <p:cNvPr id="1521" name="TextBox 1520">
            <a:extLst>
              <a:ext uri="{FF2B5EF4-FFF2-40B4-BE49-F238E27FC236}">
                <a16:creationId xmlns:a16="http://schemas.microsoft.com/office/drawing/2014/main" id="{FFC702AD-F719-949B-211C-B3655CA4E58A}"/>
              </a:ext>
            </a:extLst>
          </p:cNvPr>
          <p:cNvSpPr txBox="1"/>
          <p:nvPr/>
        </p:nvSpPr>
        <p:spPr>
          <a:xfrm>
            <a:off x="389879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</a:t>
            </a:r>
          </a:p>
        </p:txBody>
      </p:sp>
      <p:sp>
        <p:nvSpPr>
          <p:cNvPr id="1585" name="TextBox 1584">
            <a:extLst>
              <a:ext uri="{FF2B5EF4-FFF2-40B4-BE49-F238E27FC236}">
                <a16:creationId xmlns:a16="http://schemas.microsoft.com/office/drawing/2014/main" id="{7FCF1744-141D-2835-E740-D2202E525E66}"/>
              </a:ext>
            </a:extLst>
          </p:cNvPr>
          <p:cNvSpPr txBox="1"/>
          <p:nvPr/>
        </p:nvSpPr>
        <p:spPr>
          <a:xfrm>
            <a:off x="427708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Campus</a:t>
            </a:r>
          </a:p>
        </p:txBody>
      </p:sp>
      <p:sp>
        <p:nvSpPr>
          <p:cNvPr id="1607" name="TextBox 1606">
            <a:extLst>
              <a:ext uri="{FF2B5EF4-FFF2-40B4-BE49-F238E27FC236}">
                <a16:creationId xmlns:a16="http://schemas.microsoft.com/office/drawing/2014/main" id="{A01BC693-A3B6-7B0E-B8E0-B03550A24129}"/>
              </a:ext>
            </a:extLst>
          </p:cNvPr>
          <p:cNvSpPr txBox="1"/>
          <p:nvPr/>
        </p:nvSpPr>
        <p:spPr>
          <a:xfrm>
            <a:off x="4660914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Cog</a:t>
            </a:r>
          </a:p>
        </p:txBody>
      </p:sp>
      <p:sp>
        <p:nvSpPr>
          <p:cNvPr id="1618" name="TextBox 1617">
            <a:extLst>
              <a:ext uri="{FF2B5EF4-FFF2-40B4-BE49-F238E27FC236}">
                <a16:creationId xmlns:a16="http://schemas.microsoft.com/office/drawing/2014/main" id="{D0E2041B-BE83-5B83-7A2C-601B5269CD6C}"/>
              </a:ext>
            </a:extLst>
          </p:cNvPr>
          <p:cNvSpPr txBox="1"/>
          <p:nvPr/>
        </p:nvSpPr>
        <p:spPr>
          <a:xfrm>
            <a:off x="5045809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Connection</a:t>
            </a:r>
          </a:p>
        </p:txBody>
      </p:sp>
      <p:sp>
        <p:nvSpPr>
          <p:cNvPr id="1640" name="TextBox 1639">
            <a:extLst>
              <a:ext uri="{FF2B5EF4-FFF2-40B4-BE49-F238E27FC236}">
                <a16:creationId xmlns:a16="http://schemas.microsoft.com/office/drawing/2014/main" id="{11F34B2B-1AB5-A620-500C-0ABCC1CCFDDF}"/>
              </a:ext>
            </a:extLst>
          </p:cNvPr>
          <p:cNvSpPr txBox="1"/>
          <p:nvPr/>
        </p:nvSpPr>
        <p:spPr>
          <a:xfrm>
            <a:off x="5424488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Pulse</a:t>
            </a:r>
          </a:p>
        </p:txBody>
      </p:sp>
      <p:sp>
        <p:nvSpPr>
          <p:cNvPr id="1662" name="TextBox 1661">
            <a:extLst>
              <a:ext uri="{FF2B5EF4-FFF2-40B4-BE49-F238E27FC236}">
                <a16:creationId xmlns:a16="http://schemas.microsoft.com/office/drawing/2014/main" id="{83EF41B4-4208-CD01-0B61-AC145F02FEDD}"/>
              </a:ext>
            </a:extLst>
          </p:cNvPr>
          <p:cNvSpPr txBox="1"/>
          <p:nvPr/>
        </p:nvSpPr>
        <p:spPr>
          <a:xfrm>
            <a:off x="579926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Status</a:t>
            </a:r>
          </a:p>
        </p:txBody>
      </p:sp>
      <p:sp>
        <p:nvSpPr>
          <p:cNvPr id="1684" name="TextBox 1683">
            <a:extLst>
              <a:ext uri="{FF2B5EF4-FFF2-40B4-BE49-F238E27FC236}">
                <a16:creationId xmlns:a16="http://schemas.microsoft.com/office/drawing/2014/main" id="{F0815B78-6090-3D5D-7A28-50E66260E017}"/>
              </a:ext>
            </a:extLst>
          </p:cNvPr>
          <p:cNvSpPr txBox="1"/>
          <p:nvPr/>
        </p:nvSpPr>
        <p:spPr>
          <a:xfrm>
            <a:off x="6184556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Newspaper</a:t>
            </a:r>
          </a:p>
        </p:txBody>
      </p:sp>
      <p:sp>
        <p:nvSpPr>
          <p:cNvPr id="1706" name="TextBox 1705">
            <a:extLst>
              <a:ext uri="{FF2B5EF4-FFF2-40B4-BE49-F238E27FC236}">
                <a16:creationId xmlns:a16="http://schemas.microsoft.com/office/drawing/2014/main" id="{66CCC687-41D5-2681-25FE-159FF95CFB87}"/>
              </a:ext>
            </a:extLst>
          </p:cNvPr>
          <p:cNvSpPr txBox="1"/>
          <p:nvPr/>
        </p:nvSpPr>
        <p:spPr>
          <a:xfrm>
            <a:off x="6569581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 Smoking</a:t>
            </a:r>
          </a:p>
        </p:txBody>
      </p:sp>
      <p:sp>
        <p:nvSpPr>
          <p:cNvPr id="1280" name="TextBox 1279">
            <a:extLst>
              <a:ext uri="{FF2B5EF4-FFF2-40B4-BE49-F238E27FC236}">
                <a16:creationId xmlns:a16="http://schemas.microsoft.com/office/drawing/2014/main" id="{22604B9B-144E-EFE8-D20F-35A8E036980F}"/>
              </a:ext>
            </a:extLst>
          </p:cNvPr>
          <p:cNvSpPr txBox="1"/>
          <p:nvPr/>
        </p:nvSpPr>
        <p:spPr>
          <a:xfrm>
            <a:off x="6950311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Notepad</a:t>
            </a:r>
          </a:p>
        </p:txBody>
      </p:sp>
      <p:sp>
        <p:nvSpPr>
          <p:cNvPr id="1292" name="TextBox 1291">
            <a:extLst>
              <a:ext uri="{FF2B5EF4-FFF2-40B4-BE49-F238E27FC236}">
                <a16:creationId xmlns:a16="http://schemas.microsoft.com/office/drawing/2014/main" id="{1EA98775-767E-8ED2-E990-CFD0836CC219}"/>
              </a:ext>
            </a:extLst>
          </p:cNvPr>
          <p:cNvSpPr txBox="1"/>
          <p:nvPr/>
        </p:nvSpPr>
        <p:spPr>
          <a:xfrm>
            <a:off x="7323303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28D76917-3B65-340C-D249-A93BD34ACAC0}"/>
              </a:ext>
            </a:extLst>
          </p:cNvPr>
          <p:cNvSpPr txBox="1"/>
          <p:nvPr/>
        </p:nvSpPr>
        <p:spPr>
          <a:xfrm>
            <a:off x="7708328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336" name="TextBox 1335">
            <a:extLst>
              <a:ext uri="{FF2B5EF4-FFF2-40B4-BE49-F238E27FC236}">
                <a16:creationId xmlns:a16="http://schemas.microsoft.com/office/drawing/2014/main" id="{3B0B5069-3CF2-3D4C-4EF8-53BA525B945A}"/>
              </a:ext>
            </a:extLst>
          </p:cNvPr>
          <p:cNvSpPr txBox="1"/>
          <p:nvPr/>
        </p:nvSpPr>
        <p:spPr>
          <a:xfrm>
            <a:off x="8085189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Bell Filled</a:t>
            </a:r>
          </a:p>
        </p:txBody>
      </p:sp>
      <p:sp>
        <p:nvSpPr>
          <p:cNvPr id="1732" name="TextBox 1731">
            <a:extLst>
              <a:ext uri="{FF2B5EF4-FFF2-40B4-BE49-F238E27FC236}">
                <a16:creationId xmlns:a16="http://schemas.microsoft.com/office/drawing/2014/main" id="{B0B2B10A-D27C-2D9C-697C-D1C33E8E5741}"/>
              </a:ext>
            </a:extLst>
          </p:cNvPr>
          <p:cNvSpPr txBox="1"/>
          <p:nvPr/>
        </p:nvSpPr>
        <p:spPr>
          <a:xfrm>
            <a:off x="847021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</a:t>
            </a:r>
          </a:p>
        </p:txBody>
      </p:sp>
      <p:sp>
        <p:nvSpPr>
          <p:cNvPr id="1754" name="TextBox 1753">
            <a:extLst>
              <a:ext uri="{FF2B5EF4-FFF2-40B4-BE49-F238E27FC236}">
                <a16:creationId xmlns:a16="http://schemas.microsoft.com/office/drawing/2014/main" id="{2545BD05-E3D0-0239-F131-08BA49D301FF}"/>
              </a:ext>
            </a:extLst>
          </p:cNvPr>
          <p:cNvSpPr txBox="1"/>
          <p:nvPr/>
        </p:nvSpPr>
        <p:spPr>
          <a:xfrm>
            <a:off x="885524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 Filled</a:t>
            </a:r>
          </a:p>
        </p:txBody>
      </p:sp>
      <p:sp>
        <p:nvSpPr>
          <p:cNvPr id="1776" name="TextBox 1775">
            <a:extLst>
              <a:ext uri="{FF2B5EF4-FFF2-40B4-BE49-F238E27FC236}">
                <a16:creationId xmlns:a16="http://schemas.microsoft.com/office/drawing/2014/main" id="{F013B5F9-CB3F-FC48-9232-8A4DE495BADD}"/>
              </a:ext>
            </a:extLst>
          </p:cNvPr>
          <p:cNvSpPr txBox="1"/>
          <p:nvPr/>
        </p:nvSpPr>
        <p:spPr>
          <a:xfrm>
            <a:off x="924026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Open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New Tab</a:t>
            </a:r>
          </a:p>
        </p:txBody>
      </p:sp>
      <p:sp>
        <p:nvSpPr>
          <p:cNvPr id="1925" name="TextBox 1924">
            <a:extLst>
              <a:ext uri="{FF2B5EF4-FFF2-40B4-BE49-F238E27FC236}">
                <a16:creationId xmlns:a16="http://schemas.microsoft.com/office/drawing/2014/main" id="{28430EC6-D93F-F99D-6C76-0446DEF132C2}"/>
              </a:ext>
            </a:extLst>
          </p:cNvPr>
          <p:cNvSpPr txBox="1"/>
          <p:nvPr/>
        </p:nvSpPr>
        <p:spPr>
          <a:xfrm>
            <a:off x="962529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OS Fitness</a:t>
            </a:r>
          </a:p>
        </p:txBody>
      </p:sp>
      <p:sp>
        <p:nvSpPr>
          <p:cNvPr id="1935" name="TextBox 1934">
            <a:extLst>
              <a:ext uri="{FF2B5EF4-FFF2-40B4-BE49-F238E27FC236}">
                <a16:creationId xmlns:a16="http://schemas.microsoft.com/office/drawing/2014/main" id="{ED46B3DD-353D-612B-8B2F-873AA52B1B57}"/>
              </a:ext>
            </a:extLst>
          </p:cNvPr>
          <p:cNvSpPr txBox="1"/>
          <p:nvPr/>
        </p:nvSpPr>
        <p:spPr>
          <a:xfrm>
            <a:off x="999398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</a:t>
            </a:r>
          </a:p>
        </p:txBody>
      </p:sp>
      <p:sp>
        <p:nvSpPr>
          <p:cNvPr id="1945" name="TextBox 1944">
            <a:extLst>
              <a:ext uri="{FF2B5EF4-FFF2-40B4-BE49-F238E27FC236}">
                <a16:creationId xmlns:a16="http://schemas.microsoft.com/office/drawing/2014/main" id="{5FCF0A46-1FD4-0E8F-4732-8980780082C4}"/>
              </a:ext>
            </a:extLst>
          </p:cNvPr>
          <p:cNvSpPr txBox="1"/>
          <p:nvPr/>
        </p:nvSpPr>
        <p:spPr>
          <a:xfrm>
            <a:off x="10379012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 Filled</a:t>
            </a:r>
          </a:p>
        </p:txBody>
      </p:sp>
      <p:sp>
        <p:nvSpPr>
          <p:cNvPr id="1953" name="TextBox 1952">
            <a:extLst>
              <a:ext uri="{FF2B5EF4-FFF2-40B4-BE49-F238E27FC236}">
                <a16:creationId xmlns:a16="http://schemas.microsoft.com/office/drawing/2014/main" id="{79DB5AB7-6BCC-2F4D-BDDE-EDAADD52D1F4}"/>
              </a:ext>
            </a:extLst>
          </p:cNvPr>
          <p:cNvSpPr txBox="1"/>
          <p:nvPr/>
        </p:nvSpPr>
        <p:spPr>
          <a:xfrm>
            <a:off x="1076403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</a:t>
            </a:r>
          </a:p>
        </p:txBody>
      </p:sp>
      <p:sp>
        <p:nvSpPr>
          <p:cNvPr id="1961" name="TextBox 1960">
            <a:extLst>
              <a:ext uri="{FF2B5EF4-FFF2-40B4-BE49-F238E27FC236}">
                <a16:creationId xmlns:a16="http://schemas.microsoft.com/office/drawing/2014/main" id="{732248A6-B0A7-84E0-0844-F6F02F6188B2}"/>
              </a:ext>
            </a:extLst>
          </p:cNvPr>
          <p:cNvSpPr txBox="1"/>
          <p:nvPr/>
        </p:nvSpPr>
        <p:spPr>
          <a:xfrm>
            <a:off x="11142503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 Filled</a:t>
            </a:r>
          </a:p>
        </p:txBody>
      </p:sp>
      <p:sp>
        <p:nvSpPr>
          <p:cNvPr id="1522" name="TextBox 1521">
            <a:extLst>
              <a:ext uri="{FF2B5EF4-FFF2-40B4-BE49-F238E27FC236}">
                <a16:creationId xmlns:a16="http://schemas.microsoft.com/office/drawing/2014/main" id="{3054A609-493A-DE34-E48E-296FAC2955C7}"/>
              </a:ext>
            </a:extLst>
          </p:cNvPr>
          <p:cNvSpPr txBox="1"/>
          <p:nvPr/>
        </p:nvSpPr>
        <p:spPr>
          <a:xfrm>
            <a:off x="313858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</a:p>
        </p:txBody>
      </p:sp>
      <p:sp>
        <p:nvSpPr>
          <p:cNvPr id="1586" name="TextBox 1585">
            <a:extLst>
              <a:ext uri="{FF2B5EF4-FFF2-40B4-BE49-F238E27FC236}">
                <a16:creationId xmlns:a16="http://schemas.microsoft.com/office/drawing/2014/main" id="{4A669F6B-4105-725B-D1B8-2486FC868F00}"/>
              </a:ext>
            </a:extLst>
          </p:cNvPr>
          <p:cNvSpPr txBox="1"/>
          <p:nvPr/>
        </p:nvSpPr>
        <p:spPr>
          <a:xfrm>
            <a:off x="3512424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 Search</a:t>
            </a:r>
          </a:p>
        </p:txBody>
      </p:sp>
      <p:sp>
        <p:nvSpPr>
          <p:cNvPr id="1608" name="TextBox 1607">
            <a:extLst>
              <a:ext uri="{FF2B5EF4-FFF2-40B4-BE49-F238E27FC236}">
                <a16:creationId xmlns:a16="http://schemas.microsoft.com/office/drawing/2014/main" id="{62113E69-0E09-3BC1-1694-A39C1E94D9E2}"/>
              </a:ext>
            </a:extLst>
          </p:cNvPr>
          <p:cNvSpPr txBox="1"/>
          <p:nvPr/>
        </p:nvSpPr>
        <p:spPr>
          <a:xfrm>
            <a:off x="390069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630" name="TextBox 1629">
            <a:extLst>
              <a:ext uri="{FF2B5EF4-FFF2-40B4-BE49-F238E27FC236}">
                <a16:creationId xmlns:a16="http://schemas.microsoft.com/office/drawing/2014/main" id="{15C32CDB-8960-4122-715C-5FB7FCE51852}"/>
              </a:ext>
            </a:extLst>
          </p:cNvPr>
          <p:cNvSpPr txBox="1"/>
          <p:nvPr/>
        </p:nvSpPr>
        <p:spPr>
          <a:xfrm>
            <a:off x="428559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Parent Baby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8F3A7CCE-C622-539B-9CCF-257AE4708563}"/>
              </a:ext>
            </a:extLst>
          </p:cNvPr>
          <p:cNvSpPr txBox="1"/>
          <p:nvPr/>
        </p:nvSpPr>
        <p:spPr>
          <a:xfrm>
            <a:off x="4664271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Parking</a:t>
            </a:r>
          </a:p>
        </p:txBody>
      </p:sp>
      <p:sp>
        <p:nvSpPr>
          <p:cNvPr id="1663" name="TextBox 1662">
            <a:extLst>
              <a:ext uri="{FF2B5EF4-FFF2-40B4-BE49-F238E27FC236}">
                <a16:creationId xmlns:a16="http://schemas.microsoft.com/office/drawing/2014/main" id="{4B65D0B4-D772-F101-D99F-638F55B1E671}"/>
              </a:ext>
            </a:extLst>
          </p:cNvPr>
          <p:cNvSpPr txBox="1"/>
          <p:nvPr/>
        </p:nvSpPr>
        <p:spPr>
          <a:xfrm>
            <a:off x="5039048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</a:t>
            </a:r>
          </a:p>
        </p:txBody>
      </p:sp>
      <p:sp>
        <p:nvSpPr>
          <p:cNvPr id="1685" name="TextBox 1684">
            <a:extLst>
              <a:ext uri="{FF2B5EF4-FFF2-40B4-BE49-F238E27FC236}">
                <a16:creationId xmlns:a16="http://schemas.microsoft.com/office/drawing/2014/main" id="{BC5E7E80-7E70-3E8D-4850-996CD91D8FD4}"/>
              </a:ext>
            </a:extLst>
          </p:cNvPr>
          <p:cNvSpPr txBox="1"/>
          <p:nvPr/>
        </p:nvSpPr>
        <p:spPr>
          <a:xfrm>
            <a:off x="5424339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 Filled</a:t>
            </a:r>
          </a:p>
        </p:txBody>
      </p:sp>
      <p:sp>
        <p:nvSpPr>
          <p:cNvPr id="1707" name="TextBox 1706">
            <a:extLst>
              <a:ext uri="{FF2B5EF4-FFF2-40B4-BE49-F238E27FC236}">
                <a16:creationId xmlns:a16="http://schemas.microsoft.com/office/drawing/2014/main" id="{D1E8BFB5-A835-2F11-0FB3-23C2E85C19C4}"/>
              </a:ext>
            </a:extLst>
          </p:cNvPr>
          <p:cNvSpPr txBox="1"/>
          <p:nvPr/>
        </p:nvSpPr>
        <p:spPr>
          <a:xfrm>
            <a:off x="580492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Paypal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82" name="TextBox 1281">
            <a:extLst>
              <a:ext uri="{FF2B5EF4-FFF2-40B4-BE49-F238E27FC236}">
                <a16:creationId xmlns:a16="http://schemas.microsoft.com/office/drawing/2014/main" id="{782DEE96-18E0-6F8A-4EBB-B39397634BD9}"/>
              </a:ext>
            </a:extLst>
          </p:cNvPr>
          <p:cNvSpPr txBox="1"/>
          <p:nvPr/>
        </p:nvSpPr>
        <p:spPr>
          <a:xfrm>
            <a:off x="6186384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Payto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93" name="TextBox 1292">
            <a:extLst>
              <a:ext uri="{FF2B5EF4-FFF2-40B4-BE49-F238E27FC236}">
                <a16:creationId xmlns:a16="http://schemas.microsoft.com/office/drawing/2014/main" id="{0180E343-C385-3D63-B1BB-0247516A5CE4}"/>
              </a:ext>
            </a:extLst>
          </p:cNvPr>
          <p:cNvSpPr txBox="1"/>
          <p:nvPr/>
        </p:nvSpPr>
        <p:spPr>
          <a:xfrm>
            <a:off x="7323303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315" name="TextBox 1314">
            <a:extLst>
              <a:ext uri="{FF2B5EF4-FFF2-40B4-BE49-F238E27FC236}">
                <a16:creationId xmlns:a16="http://schemas.microsoft.com/office/drawing/2014/main" id="{908AE3D2-E91D-907E-F058-2123768F9227}"/>
              </a:ext>
            </a:extLst>
          </p:cNvPr>
          <p:cNvSpPr txBox="1"/>
          <p:nvPr/>
        </p:nvSpPr>
        <p:spPr>
          <a:xfrm>
            <a:off x="7708328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 Ruler</a:t>
            </a:r>
          </a:p>
        </p:txBody>
      </p:sp>
      <p:sp>
        <p:nvSpPr>
          <p:cNvPr id="1337" name="TextBox 1336">
            <a:extLst>
              <a:ext uri="{FF2B5EF4-FFF2-40B4-BE49-F238E27FC236}">
                <a16:creationId xmlns:a16="http://schemas.microsoft.com/office/drawing/2014/main" id="{E15EFDD8-1DF6-38A0-6063-E8F5B021BA15}"/>
              </a:ext>
            </a:extLst>
          </p:cNvPr>
          <p:cNvSpPr txBox="1"/>
          <p:nvPr/>
        </p:nvSpPr>
        <p:spPr>
          <a:xfrm>
            <a:off x="8085189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733" name="TextBox 1732">
            <a:extLst>
              <a:ext uri="{FF2B5EF4-FFF2-40B4-BE49-F238E27FC236}">
                <a16:creationId xmlns:a16="http://schemas.microsoft.com/office/drawing/2014/main" id="{969E2C91-78F1-9D8F-C09A-96BA290982F2}"/>
              </a:ext>
            </a:extLst>
          </p:cNvPr>
          <p:cNvSpPr txBox="1"/>
          <p:nvPr/>
        </p:nvSpPr>
        <p:spPr>
          <a:xfrm>
            <a:off x="847021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Chat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Bubble</a:t>
            </a:r>
          </a:p>
        </p:txBody>
      </p:sp>
      <p:sp>
        <p:nvSpPr>
          <p:cNvPr id="1755" name="TextBox 1754">
            <a:extLst>
              <a:ext uri="{FF2B5EF4-FFF2-40B4-BE49-F238E27FC236}">
                <a16:creationId xmlns:a16="http://schemas.microsoft.com/office/drawing/2014/main" id="{0707E37A-7683-7672-5420-51BB258745EF}"/>
              </a:ext>
            </a:extLst>
          </p:cNvPr>
          <p:cNvSpPr txBox="1"/>
          <p:nvPr/>
        </p:nvSpPr>
        <p:spPr>
          <a:xfrm>
            <a:off x="885524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Award</a:t>
            </a:r>
          </a:p>
        </p:txBody>
      </p:sp>
      <p:sp>
        <p:nvSpPr>
          <p:cNvPr id="1777" name="TextBox 1776">
            <a:extLst>
              <a:ext uri="{FF2B5EF4-FFF2-40B4-BE49-F238E27FC236}">
                <a16:creationId xmlns:a16="http://schemas.microsoft.com/office/drawing/2014/main" id="{F15F9107-B3FC-29EA-A079-10EE431F827F}"/>
              </a:ext>
            </a:extLst>
          </p:cNvPr>
          <p:cNvSpPr txBox="1"/>
          <p:nvPr/>
        </p:nvSpPr>
        <p:spPr>
          <a:xfrm>
            <a:off x="924026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926" name="TextBox 1925">
            <a:extLst>
              <a:ext uri="{FF2B5EF4-FFF2-40B4-BE49-F238E27FC236}">
                <a16:creationId xmlns:a16="http://schemas.microsoft.com/office/drawing/2014/main" id="{9A46D7B3-30AF-B62F-69B5-DFAF4A9E2DA7}"/>
              </a:ext>
            </a:extLst>
          </p:cNvPr>
          <p:cNvSpPr txBox="1"/>
          <p:nvPr/>
        </p:nvSpPr>
        <p:spPr>
          <a:xfrm>
            <a:off x="962529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Cog</a:t>
            </a:r>
          </a:p>
        </p:txBody>
      </p:sp>
      <p:sp>
        <p:nvSpPr>
          <p:cNvPr id="1936" name="TextBox 1935">
            <a:extLst>
              <a:ext uri="{FF2B5EF4-FFF2-40B4-BE49-F238E27FC236}">
                <a16:creationId xmlns:a16="http://schemas.microsoft.com/office/drawing/2014/main" id="{7B6135FF-B8DC-EB15-7000-F3F6AF84A8BF}"/>
              </a:ext>
            </a:extLst>
          </p:cNvPr>
          <p:cNvSpPr txBox="1"/>
          <p:nvPr/>
        </p:nvSpPr>
        <p:spPr>
          <a:xfrm>
            <a:off x="999398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sp>
        <p:nvSpPr>
          <p:cNvPr id="1946" name="TextBox 1945">
            <a:extLst>
              <a:ext uri="{FF2B5EF4-FFF2-40B4-BE49-F238E27FC236}">
                <a16:creationId xmlns:a16="http://schemas.microsoft.com/office/drawing/2014/main" id="{27A7E728-4D75-DB2F-E9C6-E39FB696B026}"/>
              </a:ext>
            </a:extLst>
          </p:cNvPr>
          <p:cNvSpPr txBox="1"/>
          <p:nvPr/>
        </p:nvSpPr>
        <p:spPr>
          <a:xfrm>
            <a:off x="1037901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Info Circle</a:t>
            </a:r>
          </a:p>
        </p:txBody>
      </p:sp>
      <p:sp>
        <p:nvSpPr>
          <p:cNvPr id="1954" name="TextBox 1953">
            <a:extLst>
              <a:ext uri="{FF2B5EF4-FFF2-40B4-BE49-F238E27FC236}">
                <a16:creationId xmlns:a16="http://schemas.microsoft.com/office/drawing/2014/main" id="{BA701FF4-377E-6CB6-5330-A69CD4DAD47E}"/>
              </a:ext>
            </a:extLst>
          </p:cNvPr>
          <p:cNvSpPr txBox="1"/>
          <p:nvPr/>
        </p:nvSpPr>
        <p:spPr>
          <a:xfrm>
            <a:off x="1076403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Location</a:t>
            </a:r>
          </a:p>
        </p:txBody>
      </p:sp>
      <p:sp>
        <p:nvSpPr>
          <p:cNvPr id="1962" name="TextBox 1961">
            <a:extLst>
              <a:ext uri="{FF2B5EF4-FFF2-40B4-BE49-F238E27FC236}">
                <a16:creationId xmlns:a16="http://schemas.microsoft.com/office/drawing/2014/main" id="{3C7B6BDE-3C3F-7A06-1274-B38E69A57458}"/>
              </a:ext>
            </a:extLst>
          </p:cNvPr>
          <p:cNvSpPr txBox="1"/>
          <p:nvPr/>
        </p:nvSpPr>
        <p:spPr>
          <a:xfrm>
            <a:off x="11142503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479" name="TextBox 1478">
            <a:extLst>
              <a:ext uri="{FF2B5EF4-FFF2-40B4-BE49-F238E27FC236}">
                <a16:creationId xmlns:a16="http://schemas.microsoft.com/office/drawing/2014/main" id="{F0A5855C-8802-6821-0133-F9F78821C518}"/>
              </a:ext>
            </a:extLst>
          </p:cNvPr>
          <p:cNvSpPr txBox="1"/>
          <p:nvPr/>
        </p:nvSpPr>
        <p:spPr>
          <a:xfrm>
            <a:off x="3203596" y="3164344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Video</a:t>
            </a:r>
          </a:p>
        </p:txBody>
      </p:sp>
      <p:sp>
        <p:nvSpPr>
          <p:cNvPr id="1501" name="TextBox 1500">
            <a:extLst>
              <a:ext uri="{FF2B5EF4-FFF2-40B4-BE49-F238E27FC236}">
                <a16:creationId xmlns:a16="http://schemas.microsoft.com/office/drawing/2014/main" id="{51777B7D-03D9-DF18-D36D-A87FA0D52D65}"/>
              </a:ext>
            </a:extLst>
          </p:cNvPr>
          <p:cNvSpPr txBox="1"/>
          <p:nvPr/>
        </p:nvSpPr>
        <p:spPr>
          <a:xfrm>
            <a:off x="3514632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VR</a:t>
            </a:r>
          </a:p>
        </p:txBody>
      </p:sp>
      <p:sp>
        <p:nvSpPr>
          <p:cNvPr id="1523" name="TextBox 1522">
            <a:extLst>
              <a:ext uri="{FF2B5EF4-FFF2-40B4-BE49-F238E27FC236}">
                <a16:creationId xmlns:a16="http://schemas.microsoft.com/office/drawing/2014/main" id="{48E513D8-9896-EBE8-A134-4FE2ADB36B8C}"/>
              </a:ext>
            </a:extLst>
          </p:cNvPr>
          <p:cNvSpPr txBox="1"/>
          <p:nvPr/>
        </p:nvSpPr>
        <p:spPr>
          <a:xfrm>
            <a:off x="389879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Walking</a:t>
            </a:r>
          </a:p>
        </p:txBody>
      </p:sp>
      <p:sp>
        <p:nvSpPr>
          <p:cNvPr id="1587" name="TextBox 1586">
            <a:extLst>
              <a:ext uri="{FF2B5EF4-FFF2-40B4-BE49-F238E27FC236}">
                <a16:creationId xmlns:a16="http://schemas.microsoft.com/office/drawing/2014/main" id="{29054A0B-754E-3EB6-04AF-6B596F1C0FC0}"/>
              </a:ext>
            </a:extLst>
          </p:cNvPr>
          <p:cNvSpPr txBox="1"/>
          <p:nvPr/>
        </p:nvSpPr>
        <p:spPr>
          <a:xfrm>
            <a:off x="427708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Wheelchair</a:t>
            </a:r>
          </a:p>
        </p:txBody>
      </p:sp>
      <p:sp>
        <p:nvSpPr>
          <p:cNvPr id="1609" name="TextBox 1608">
            <a:extLst>
              <a:ext uri="{FF2B5EF4-FFF2-40B4-BE49-F238E27FC236}">
                <a16:creationId xmlns:a16="http://schemas.microsoft.com/office/drawing/2014/main" id="{0A2A6A83-266E-57E5-448D-305D9145ED84}"/>
              </a:ext>
            </a:extLst>
          </p:cNvPr>
          <p:cNvSpPr txBox="1"/>
          <p:nvPr/>
        </p:nvSpPr>
        <p:spPr>
          <a:xfrm>
            <a:off x="4660914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631" name="TextBox 1630">
            <a:extLst>
              <a:ext uri="{FF2B5EF4-FFF2-40B4-BE49-F238E27FC236}">
                <a16:creationId xmlns:a16="http://schemas.microsoft.com/office/drawing/2014/main" id="{37169490-156F-7DD7-BB21-E6245DF46DE4}"/>
              </a:ext>
            </a:extLst>
          </p:cNvPr>
          <p:cNvSpPr txBox="1"/>
          <p:nvPr/>
        </p:nvSpPr>
        <p:spPr>
          <a:xfrm>
            <a:off x="5045809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Bounce</a:t>
            </a:r>
          </a:p>
        </p:txBody>
      </p:sp>
      <p:sp>
        <p:nvSpPr>
          <p:cNvPr id="1653" name="TextBox 1652">
            <a:extLst>
              <a:ext uri="{FF2B5EF4-FFF2-40B4-BE49-F238E27FC236}">
                <a16:creationId xmlns:a16="http://schemas.microsoft.com/office/drawing/2014/main" id="{8196893A-9006-6203-30AC-54FCA3A9DE63}"/>
              </a:ext>
            </a:extLst>
          </p:cNvPr>
          <p:cNvSpPr txBox="1"/>
          <p:nvPr/>
        </p:nvSpPr>
        <p:spPr>
          <a:xfrm>
            <a:off x="5424488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664" name="TextBox 1663">
            <a:extLst>
              <a:ext uri="{FF2B5EF4-FFF2-40B4-BE49-F238E27FC236}">
                <a16:creationId xmlns:a16="http://schemas.microsoft.com/office/drawing/2014/main" id="{7F5FF873-8345-1DEF-EFCE-58049B03B6B8}"/>
              </a:ext>
            </a:extLst>
          </p:cNvPr>
          <p:cNvSpPr txBox="1"/>
          <p:nvPr/>
        </p:nvSpPr>
        <p:spPr>
          <a:xfrm>
            <a:off x="579926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Inward</a:t>
            </a:r>
          </a:p>
        </p:txBody>
      </p:sp>
      <p:sp>
        <p:nvSpPr>
          <p:cNvPr id="1686" name="TextBox 1685">
            <a:extLst>
              <a:ext uri="{FF2B5EF4-FFF2-40B4-BE49-F238E27FC236}">
                <a16:creationId xmlns:a16="http://schemas.microsoft.com/office/drawing/2014/main" id="{5A61B1B8-0ACE-8BCF-55C6-CF5A2BC07188}"/>
              </a:ext>
            </a:extLst>
          </p:cNvPr>
          <p:cNvSpPr txBox="1"/>
          <p:nvPr/>
        </p:nvSpPr>
        <p:spPr>
          <a:xfrm>
            <a:off x="6184556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Outward</a:t>
            </a:r>
          </a:p>
        </p:txBody>
      </p:sp>
      <p:sp>
        <p:nvSpPr>
          <p:cNvPr id="1708" name="TextBox 1707">
            <a:extLst>
              <a:ext uri="{FF2B5EF4-FFF2-40B4-BE49-F238E27FC236}">
                <a16:creationId xmlns:a16="http://schemas.microsoft.com/office/drawing/2014/main" id="{2750B7AD-805A-4EDF-9A84-4C7DE0C97594}"/>
              </a:ext>
            </a:extLst>
          </p:cNvPr>
          <p:cNvSpPr txBox="1"/>
          <p:nvPr/>
        </p:nvSpPr>
        <p:spPr>
          <a:xfrm>
            <a:off x="6569581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Cross</a:t>
            </a:r>
          </a:p>
        </p:txBody>
      </p:sp>
      <p:sp>
        <p:nvSpPr>
          <p:cNvPr id="1283" name="TextBox 1282">
            <a:extLst>
              <a:ext uri="{FF2B5EF4-FFF2-40B4-BE49-F238E27FC236}">
                <a16:creationId xmlns:a16="http://schemas.microsoft.com/office/drawing/2014/main" id="{076615C4-8B6F-B205-E78B-1FC4E46A08D3}"/>
              </a:ext>
            </a:extLst>
          </p:cNvPr>
          <p:cNvSpPr txBox="1"/>
          <p:nvPr/>
        </p:nvSpPr>
        <p:spPr>
          <a:xfrm>
            <a:off x="6950311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Down</a:t>
            </a:r>
          </a:p>
        </p:txBody>
      </p:sp>
      <p:sp>
        <p:nvSpPr>
          <p:cNvPr id="1294" name="TextBox 1293">
            <a:extLst>
              <a:ext uri="{FF2B5EF4-FFF2-40B4-BE49-F238E27FC236}">
                <a16:creationId xmlns:a16="http://schemas.microsoft.com/office/drawing/2014/main" id="{4368A218-574C-204C-6A04-E05DC53044A2}"/>
              </a:ext>
            </a:extLst>
          </p:cNvPr>
          <p:cNvSpPr txBox="1"/>
          <p:nvPr/>
        </p:nvSpPr>
        <p:spPr>
          <a:xfrm>
            <a:off x="7323303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316" name="TextBox 1315">
            <a:extLst>
              <a:ext uri="{FF2B5EF4-FFF2-40B4-BE49-F238E27FC236}">
                <a16:creationId xmlns:a16="http://schemas.microsoft.com/office/drawing/2014/main" id="{C6105415-B469-7C94-6FEC-C07453EAE06B}"/>
              </a:ext>
            </a:extLst>
          </p:cNvPr>
          <p:cNvSpPr txBox="1"/>
          <p:nvPr/>
        </p:nvSpPr>
        <p:spPr>
          <a:xfrm>
            <a:off x="7708328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Pause</a:t>
            </a:r>
          </a:p>
        </p:txBody>
      </p:sp>
      <p:sp>
        <p:nvSpPr>
          <p:cNvPr id="1338" name="TextBox 1337">
            <a:extLst>
              <a:ext uri="{FF2B5EF4-FFF2-40B4-BE49-F238E27FC236}">
                <a16:creationId xmlns:a16="http://schemas.microsoft.com/office/drawing/2014/main" id="{B1E925DA-D21F-4707-D09B-54FFAA47951F}"/>
              </a:ext>
            </a:extLst>
          </p:cNvPr>
          <p:cNvSpPr txBox="1"/>
          <p:nvPr/>
        </p:nvSpPr>
        <p:spPr>
          <a:xfrm>
            <a:off x="8085189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Plus</a:t>
            </a:r>
          </a:p>
        </p:txBody>
      </p:sp>
      <p:sp>
        <p:nvSpPr>
          <p:cNvPr id="1745" name="TextBox 1744">
            <a:extLst>
              <a:ext uri="{FF2B5EF4-FFF2-40B4-BE49-F238E27FC236}">
                <a16:creationId xmlns:a16="http://schemas.microsoft.com/office/drawing/2014/main" id="{A1C2C7AE-D058-3716-98FC-A4188A8EC409}"/>
              </a:ext>
            </a:extLst>
          </p:cNvPr>
          <p:cNvSpPr txBox="1"/>
          <p:nvPr/>
        </p:nvSpPr>
        <p:spPr>
          <a:xfrm>
            <a:off x="847021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Signal</a:t>
            </a:r>
          </a:p>
        </p:txBody>
      </p:sp>
      <p:sp>
        <p:nvSpPr>
          <p:cNvPr id="1756" name="TextBox 1755">
            <a:extLst>
              <a:ext uri="{FF2B5EF4-FFF2-40B4-BE49-F238E27FC236}">
                <a16:creationId xmlns:a16="http://schemas.microsoft.com/office/drawing/2014/main" id="{58222DC1-8289-CC61-4B91-9D5839353465}"/>
              </a:ext>
            </a:extLst>
          </p:cNvPr>
          <p:cNvSpPr txBox="1"/>
          <p:nvPr/>
        </p:nvSpPr>
        <p:spPr>
          <a:xfrm>
            <a:off x="885524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Tick</a:t>
            </a:r>
          </a:p>
        </p:txBody>
      </p:sp>
      <p:sp>
        <p:nvSpPr>
          <p:cNvPr id="1778" name="TextBox 1777">
            <a:extLst>
              <a:ext uri="{FF2B5EF4-FFF2-40B4-BE49-F238E27FC236}">
                <a16:creationId xmlns:a16="http://schemas.microsoft.com/office/drawing/2014/main" id="{CB650F18-E5FC-CF96-6AB9-8C531CDDE7EB}"/>
              </a:ext>
            </a:extLst>
          </p:cNvPr>
          <p:cNvSpPr txBox="1"/>
          <p:nvPr/>
        </p:nvSpPr>
        <p:spPr>
          <a:xfrm>
            <a:off x="924026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Pie</a:t>
            </a:r>
          </a:p>
        </p:txBody>
      </p:sp>
      <p:sp>
        <p:nvSpPr>
          <p:cNvPr id="1927" name="TextBox 1926">
            <a:extLst>
              <a:ext uri="{FF2B5EF4-FFF2-40B4-BE49-F238E27FC236}">
                <a16:creationId xmlns:a16="http://schemas.microsoft.com/office/drawing/2014/main" id="{37DDFCCD-B1FF-A835-9E5F-F5C297BC20D3}"/>
              </a:ext>
            </a:extLst>
          </p:cNvPr>
          <p:cNvSpPr txBox="1"/>
          <p:nvPr/>
        </p:nvSpPr>
        <p:spPr>
          <a:xfrm>
            <a:off x="962529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Piggy Bank</a:t>
            </a:r>
          </a:p>
        </p:txBody>
      </p:sp>
      <p:sp>
        <p:nvSpPr>
          <p:cNvPr id="1937" name="TextBox 1936">
            <a:extLst>
              <a:ext uri="{FF2B5EF4-FFF2-40B4-BE49-F238E27FC236}">
                <a16:creationId xmlns:a16="http://schemas.microsoft.com/office/drawing/2014/main" id="{9D43F80B-B255-16C6-528A-9FFF0CF9593D}"/>
              </a:ext>
            </a:extLst>
          </p:cNvPr>
          <p:cNvSpPr txBox="1"/>
          <p:nvPr/>
        </p:nvSpPr>
        <p:spPr>
          <a:xfrm>
            <a:off x="999398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Pinterest</a:t>
            </a:r>
          </a:p>
        </p:txBody>
      </p:sp>
      <p:sp>
        <p:nvSpPr>
          <p:cNvPr id="1947" name="TextBox 1946">
            <a:extLst>
              <a:ext uri="{FF2B5EF4-FFF2-40B4-BE49-F238E27FC236}">
                <a16:creationId xmlns:a16="http://schemas.microsoft.com/office/drawing/2014/main" id="{7F1ED0B5-1ECF-2AC6-C703-FFFF205221F7}"/>
              </a:ext>
            </a:extLst>
          </p:cNvPr>
          <p:cNvSpPr txBox="1"/>
          <p:nvPr/>
        </p:nvSpPr>
        <p:spPr>
          <a:xfrm>
            <a:off x="10379012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Plane</a:t>
            </a:r>
          </a:p>
        </p:txBody>
      </p:sp>
      <p:sp>
        <p:nvSpPr>
          <p:cNvPr id="1955" name="TextBox 1954">
            <a:extLst>
              <a:ext uri="{FF2B5EF4-FFF2-40B4-BE49-F238E27FC236}">
                <a16:creationId xmlns:a16="http://schemas.microsoft.com/office/drawing/2014/main" id="{C3CFEF14-1C7A-E9D3-97EB-DE69799677C2}"/>
              </a:ext>
            </a:extLst>
          </p:cNvPr>
          <p:cNvSpPr txBox="1"/>
          <p:nvPr/>
        </p:nvSpPr>
        <p:spPr>
          <a:xfrm>
            <a:off x="1076403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</a:t>
            </a:r>
          </a:p>
        </p:txBody>
      </p:sp>
      <p:sp>
        <p:nvSpPr>
          <p:cNvPr id="1963" name="TextBox 1962">
            <a:extLst>
              <a:ext uri="{FF2B5EF4-FFF2-40B4-BE49-F238E27FC236}">
                <a16:creationId xmlns:a16="http://schemas.microsoft.com/office/drawing/2014/main" id="{C174D048-E1E6-E02E-4853-5FC1452B5B93}"/>
              </a:ext>
            </a:extLst>
          </p:cNvPr>
          <p:cNvSpPr txBox="1"/>
          <p:nvPr/>
        </p:nvSpPr>
        <p:spPr>
          <a:xfrm>
            <a:off x="11142503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 Filled</a:t>
            </a:r>
          </a:p>
        </p:txBody>
      </p:sp>
      <p:sp>
        <p:nvSpPr>
          <p:cNvPr id="1492" name="TextBox 1491">
            <a:extLst>
              <a:ext uri="{FF2B5EF4-FFF2-40B4-BE49-F238E27FC236}">
                <a16:creationId xmlns:a16="http://schemas.microsoft.com/office/drawing/2014/main" id="{8C6246D0-CC14-12B0-DC51-C9ABBF7B88BD}"/>
              </a:ext>
            </a:extLst>
          </p:cNvPr>
          <p:cNvSpPr txBox="1"/>
          <p:nvPr/>
        </p:nvSpPr>
        <p:spPr>
          <a:xfrm>
            <a:off x="3203596" y="4025080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Rugby Ball</a:t>
            </a:r>
          </a:p>
        </p:txBody>
      </p:sp>
      <p:sp>
        <p:nvSpPr>
          <p:cNvPr id="1503" name="TextBox 1502">
            <a:extLst>
              <a:ext uri="{FF2B5EF4-FFF2-40B4-BE49-F238E27FC236}">
                <a16:creationId xmlns:a16="http://schemas.microsoft.com/office/drawing/2014/main" id="{47344A62-44AA-4352-FE06-4B6A92D896F5}"/>
              </a:ext>
            </a:extLst>
          </p:cNvPr>
          <p:cNvSpPr txBox="1"/>
          <p:nvPr/>
        </p:nvSpPr>
        <p:spPr>
          <a:xfrm>
            <a:off x="3514632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Globe</a:t>
            </a:r>
          </a:p>
        </p:txBody>
      </p:sp>
      <p:sp>
        <p:nvSpPr>
          <p:cNvPr id="1525" name="TextBox 1524">
            <a:extLst>
              <a:ext uri="{FF2B5EF4-FFF2-40B4-BE49-F238E27FC236}">
                <a16:creationId xmlns:a16="http://schemas.microsoft.com/office/drawing/2014/main" id="{A80AD8BA-FA0B-8060-CABA-469B60DFDA81}"/>
              </a:ext>
            </a:extLst>
          </p:cNvPr>
          <p:cNvSpPr txBox="1"/>
          <p:nvPr/>
        </p:nvSpPr>
        <p:spPr>
          <a:xfrm>
            <a:off x="3898797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Ground</a:t>
            </a:r>
          </a:p>
        </p:txBody>
      </p:sp>
      <p:sp>
        <p:nvSpPr>
          <p:cNvPr id="1589" name="TextBox 1588">
            <a:extLst>
              <a:ext uri="{FF2B5EF4-FFF2-40B4-BE49-F238E27FC236}">
                <a16:creationId xmlns:a16="http://schemas.microsoft.com/office/drawing/2014/main" id="{0AA28DD8-F0CB-9904-9946-9B9907071100}"/>
              </a:ext>
            </a:extLst>
          </p:cNvPr>
          <p:cNvSpPr txBox="1"/>
          <p:nvPr/>
        </p:nvSpPr>
        <p:spPr>
          <a:xfrm>
            <a:off x="427708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Space</a:t>
            </a:r>
          </a:p>
        </p:txBody>
      </p:sp>
      <p:sp>
        <p:nvSpPr>
          <p:cNvPr id="1611" name="TextBox 1610">
            <a:extLst>
              <a:ext uri="{FF2B5EF4-FFF2-40B4-BE49-F238E27FC236}">
                <a16:creationId xmlns:a16="http://schemas.microsoft.com/office/drawing/2014/main" id="{0581DCF7-9014-3ED8-9E66-87E10F94D84E}"/>
              </a:ext>
            </a:extLst>
          </p:cNvPr>
          <p:cNvSpPr txBox="1"/>
          <p:nvPr/>
        </p:nvSpPr>
        <p:spPr>
          <a:xfrm>
            <a:off x="4660914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Scam Wise</a:t>
            </a:r>
          </a:p>
        </p:txBody>
      </p:sp>
      <p:sp>
        <p:nvSpPr>
          <p:cNvPr id="1633" name="TextBox 1632">
            <a:extLst>
              <a:ext uri="{FF2B5EF4-FFF2-40B4-BE49-F238E27FC236}">
                <a16:creationId xmlns:a16="http://schemas.microsoft.com/office/drawing/2014/main" id="{BC379FB3-6E98-0D78-FABD-5839C6E91C61}"/>
              </a:ext>
            </a:extLst>
          </p:cNvPr>
          <p:cNvSpPr txBox="1"/>
          <p:nvPr/>
        </p:nvSpPr>
        <p:spPr>
          <a:xfrm>
            <a:off x="5045809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Scooter</a:t>
            </a:r>
          </a:p>
        </p:txBody>
      </p:sp>
      <p:sp>
        <p:nvSpPr>
          <p:cNvPr id="1655" name="TextBox 1654">
            <a:extLst>
              <a:ext uri="{FF2B5EF4-FFF2-40B4-BE49-F238E27FC236}">
                <a16:creationId xmlns:a16="http://schemas.microsoft.com/office/drawing/2014/main" id="{25B9715C-880E-5C8C-8EF1-D0CC636E7D02}"/>
              </a:ext>
            </a:extLst>
          </p:cNvPr>
          <p:cNvSpPr txBox="1"/>
          <p:nvPr/>
        </p:nvSpPr>
        <p:spPr>
          <a:xfrm>
            <a:off x="5424488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677" name="TextBox 1676">
            <a:extLst>
              <a:ext uri="{FF2B5EF4-FFF2-40B4-BE49-F238E27FC236}">
                <a16:creationId xmlns:a16="http://schemas.microsoft.com/office/drawing/2014/main" id="{5A410035-A276-7F2B-98F1-2A6301BE5224}"/>
              </a:ext>
            </a:extLst>
          </p:cNvPr>
          <p:cNvSpPr txBox="1"/>
          <p:nvPr/>
        </p:nvSpPr>
        <p:spPr>
          <a:xfrm>
            <a:off x="579926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 Info</a:t>
            </a:r>
          </a:p>
        </p:txBody>
      </p:sp>
      <p:sp>
        <p:nvSpPr>
          <p:cNvPr id="1699" name="TextBox 1698">
            <a:extLst>
              <a:ext uri="{FF2B5EF4-FFF2-40B4-BE49-F238E27FC236}">
                <a16:creationId xmlns:a16="http://schemas.microsoft.com/office/drawing/2014/main" id="{67FAC8F1-CF9B-9E42-00EC-C6EF541DF0AE}"/>
              </a:ext>
            </a:extLst>
          </p:cNvPr>
          <p:cNvSpPr txBox="1"/>
          <p:nvPr/>
        </p:nvSpPr>
        <p:spPr>
          <a:xfrm>
            <a:off x="6184556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Seats</a:t>
            </a:r>
          </a:p>
        </p:txBody>
      </p:sp>
      <p:sp>
        <p:nvSpPr>
          <p:cNvPr id="1710" name="TextBox 1709">
            <a:extLst>
              <a:ext uri="{FF2B5EF4-FFF2-40B4-BE49-F238E27FC236}">
                <a16:creationId xmlns:a16="http://schemas.microsoft.com/office/drawing/2014/main" id="{AADF921E-81F7-46F5-96BD-C163DDCA6447}"/>
              </a:ext>
            </a:extLst>
          </p:cNvPr>
          <p:cNvSpPr txBox="1"/>
          <p:nvPr/>
        </p:nvSpPr>
        <p:spPr>
          <a:xfrm>
            <a:off x="6569581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Security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285" name="TextBox 1284">
            <a:extLst>
              <a:ext uri="{FF2B5EF4-FFF2-40B4-BE49-F238E27FC236}">
                <a16:creationId xmlns:a16="http://schemas.microsoft.com/office/drawing/2014/main" id="{873B431D-4EFE-5BF9-45FE-6A9D8AB21490}"/>
              </a:ext>
            </a:extLst>
          </p:cNvPr>
          <p:cNvSpPr txBox="1"/>
          <p:nvPr/>
        </p:nvSpPr>
        <p:spPr>
          <a:xfrm>
            <a:off x="6950311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Send</a:t>
            </a:r>
          </a:p>
        </p:txBody>
      </p:sp>
      <p:sp>
        <p:nvSpPr>
          <p:cNvPr id="1296" name="TextBox 1295">
            <a:extLst>
              <a:ext uri="{FF2B5EF4-FFF2-40B4-BE49-F238E27FC236}">
                <a16:creationId xmlns:a16="http://schemas.microsoft.com/office/drawing/2014/main" id="{B80D3CF2-BC72-E622-6ECA-132BE8FAF105}"/>
              </a:ext>
            </a:extLst>
          </p:cNvPr>
          <p:cNvSpPr txBox="1"/>
          <p:nvPr/>
        </p:nvSpPr>
        <p:spPr>
          <a:xfrm>
            <a:off x="7323303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Sfl</a:t>
            </a:r>
            <a:r>
              <a:rPr lang="en-US" sz="300" dirty="0">
                <a:latin typeface="Yes Sans Text" panose="020B0504030101010103" pitchFamily="34" charset="77"/>
              </a:rPr>
              <a:t> Ball</a:t>
            </a:r>
          </a:p>
        </p:txBody>
      </p:sp>
      <p:sp>
        <p:nvSpPr>
          <p:cNvPr id="1318" name="TextBox 1317">
            <a:extLst>
              <a:ext uri="{FF2B5EF4-FFF2-40B4-BE49-F238E27FC236}">
                <a16:creationId xmlns:a16="http://schemas.microsoft.com/office/drawing/2014/main" id="{B1086FAA-53C9-28BC-2261-03A31D1B6317}"/>
              </a:ext>
            </a:extLst>
          </p:cNvPr>
          <p:cNvSpPr txBox="1"/>
          <p:nvPr/>
        </p:nvSpPr>
        <p:spPr>
          <a:xfrm>
            <a:off x="7708328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Android</a:t>
            </a:r>
          </a:p>
        </p:txBody>
      </p:sp>
      <p:sp>
        <p:nvSpPr>
          <p:cNvPr id="1340" name="TextBox 1339">
            <a:extLst>
              <a:ext uri="{FF2B5EF4-FFF2-40B4-BE49-F238E27FC236}">
                <a16:creationId xmlns:a16="http://schemas.microsoft.com/office/drawing/2014/main" id="{DEC38452-159F-51A3-796D-1BB1CA5285E0}"/>
              </a:ext>
            </a:extLst>
          </p:cNvPr>
          <p:cNvSpPr txBox="1"/>
          <p:nvPr/>
        </p:nvSpPr>
        <p:spPr>
          <a:xfrm>
            <a:off x="8085189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IOS</a:t>
            </a:r>
          </a:p>
        </p:txBody>
      </p:sp>
      <p:sp>
        <p:nvSpPr>
          <p:cNvPr id="1747" name="TextBox 1746">
            <a:extLst>
              <a:ext uri="{FF2B5EF4-FFF2-40B4-BE49-F238E27FC236}">
                <a16:creationId xmlns:a16="http://schemas.microsoft.com/office/drawing/2014/main" id="{A4AD5A16-80CC-E78D-4A9A-96B89EAEA7D0}"/>
              </a:ext>
            </a:extLst>
          </p:cNvPr>
          <p:cNvSpPr txBox="1"/>
          <p:nvPr/>
        </p:nvSpPr>
        <p:spPr>
          <a:xfrm>
            <a:off x="847021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</a:t>
            </a:r>
          </a:p>
        </p:txBody>
      </p:sp>
      <p:sp>
        <p:nvSpPr>
          <p:cNvPr id="1769" name="TextBox 1768">
            <a:extLst>
              <a:ext uri="{FF2B5EF4-FFF2-40B4-BE49-F238E27FC236}">
                <a16:creationId xmlns:a16="http://schemas.microsoft.com/office/drawing/2014/main" id="{79A8F08C-46FB-BCEB-87E3-55607F8CD267}"/>
              </a:ext>
            </a:extLst>
          </p:cNvPr>
          <p:cNvSpPr txBox="1"/>
          <p:nvPr/>
        </p:nvSpPr>
        <p:spPr>
          <a:xfrm>
            <a:off x="885524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Filled</a:t>
            </a:r>
          </a:p>
        </p:txBody>
      </p:sp>
      <p:sp>
        <p:nvSpPr>
          <p:cNvPr id="1791" name="TextBox 1790">
            <a:extLst>
              <a:ext uri="{FF2B5EF4-FFF2-40B4-BE49-F238E27FC236}">
                <a16:creationId xmlns:a16="http://schemas.microsoft.com/office/drawing/2014/main" id="{441AC850-E482-3A4A-E18F-1C5E09385F39}"/>
              </a:ext>
            </a:extLst>
          </p:cNvPr>
          <p:cNvSpPr txBox="1"/>
          <p:nvPr/>
        </p:nvSpPr>
        <p:spPr>
          <a:xfrm>
            <a:off x="924026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Loading</a:t>
            </a:r>
          </a:p>
        </p:txBody>
      </p:sp>
      <p:sp>
        <p:nvSpPr>
          <p:cNvPr id="1929" name="TextBox 1928">
            <a:extLst>
              <a:ext uri="{FF2B5EF4-FFF2-40B4-BE49-F238E27FC236}">
                <a16:creationId xmlns:a16="http://schemas.microsoft.com/office/drawing/2014/main" id="{011F9E82-2555-29DE-025D-C8F7BD9674B5}"/>
              </a:ext>
            </a:extLst>
          </p:cNvPr>
          <p:cNvSpPr txBox="1"/>
          <p:nvPr/>
        </p:nvSpPr>
        <p:spPr>
          <a:xfrm>
            <a:off x="962529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939" name="TextBox 1938">
            <a:extLst>
              <a:ext uri="{FF2B5EF4-FFF2-40B4-BE49-F238E27FC236}">
                <a16:creationId xmlns:a16="http://schemas.microsoft.com/office/drawing/2014/main" id="{FE086D89-004E-AE21-B957-1970976519D9}"/>
              </a:ext>
            </a:extLst>
          </p:cNvPr>
          <p:cNvSpPr txBox="1"/>
          <p:nvPr/>
        </p:nvSpPr>
        <p:spPr>
          <a:xfrm>
            <a:off x="9993987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</a:t>
            </a:r>
          </a:p>
        </p:txBody>
      </p:sp>
      <p:sp>
        <p:nvSpPr>
          <p:cNvPr id="1948" name="TextBox 1947">
            <a:extLst>
              <a:ext uri="{FF2B5EF4-FFF2-40B4-BE49-F238E27FC236}">
                <a16:creationId xmlns:a16="http://schemas.microsoft.com/office/drawing/2014/main" id="{ED50C088-C1F7-3333-FD6E-C32B20EBC195}"/>
              </a:ext>
            </a:extLst>
          </p:cNvPr>
          <p:cNvSpPr txBox="1"/>
          <p:nvPr/>
        </p:nvSpPr>
        <p:spPr>
          <a:xfrm>
            <a:off x="10379012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Add</a:t>
            </a:r>
          </a:p>
        </p:txBody>
      </p:sp>
      <p:sp>
        <p:nvSpPr>
          <p:cNvPr id="1956" name="TextBox 1955">
            <a:extLst>
              <a:ext uri="{FF2B5EF4-FFF2-40B4-BE49-F238E27FC236}">
                <a16:creationId xmlns:a16="http://schemas.microsoft.com/office/drawing/2014/main" id="{31D09CC9-3879-D502-7D1C-9507B4221006}"/>
              </a:ext>
            </a:extLst>
          </p:cNvPr>
          <p:cNvSpPr txBox="1"/>
          <p:nvPr/>
        </p:nvSpPr>
        <p:spPr>
          <a:xfrm>
            <a:off x="10764037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Signal</a:t>
            </a:r>
          </a:p>
        </p:txBody>
      </p:sp>
      <p:sp>
        <p:nvSpPr>
          <p:cNvPr id="1964" name="TextBox 1963">
            <a:extLst>
              <a:ext uri="{FF2B5EF4-FFF2-40B4-BE49-F238E27FC236}">
                <a16:creationId xmlns:a16="http://schemas.microsoft.com/office/drawing/2014/main" id="{BEE003E1-EFFF-1BC7-9AD5-EDE9CD4314C9}"/>
              </a:ext>
            </a:extLst>
          </p:cNvPr>
          <p:cNvSpPr txBox="1"/>
          <p:nvPr/>
        </p:nvSpPr>
        <p:spPr>
          <a:xfrm>
            <a:off x="11142503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Sleep</a:t>
            </a:r>
          </a:p>
        </p:txBody>
      </p:sp>
      <p:sp>
        <p:nvSpPr>
          <p:cNvPr id="1493" name="TextBox 1492">
            <a:extLst>
              <a:ext uri="{FF2B5EF4-FFF2-40B4-BE49-F238E27FC236}">
                <a16:creationId xmlns:a16="http://schemas.microsoft.com/office/drawing/2014/main" id="{DC548AD9-E08C-4B11-2942-DFF257E1CED1}"/>
              </a:ext>
            </a:extLst>
          </p:cNvPr>
          <p:cNvSpPr txBox="1"/>
          <p:nvPr/>
        </p:nvSpPr>
        <p:spPr>
          <a:xfrm>
            <a:off x="3203596" y="4462074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CCTV</a:t>
            </a:r>
          </a:p>
        </p:txBody>
      </p:sp>
      <p:sp>
        <p:nvSpPr>
          <p:cNvPr id="1515" name="TextBox 1514">
            <a:extLst>
              <a:ext uri="{FF2B5EF4-FFF2-40B4-BE49-F238E27FC236}">
                <a16:creationId xmlns:a16="http://schemas.microsoft.com/office/drawing/2014/main" id="{46042488-F8F7-377B-58F3-A7D6B49F6C10}"/>
              </a:ext>
            </a:extLst>
          </p:cNvPr>
          <p:cNvSpPr txBox="1"/>
          <p:nvPr/>
        </p:nvSpPr>
        <p:spPr>
          <a:xfrm>
            <a:off x="351393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Lock</a:t>
            </a:r>
          </a:p>
        </p:txBody>
      </p:sp>
      <p:sp>
        <p:nvSpPr>
          <p:cNvPr id="1526" name="TextBox 1525">
            <a:extLst>
              <a:ext uri="{FF2B5EF4-FFF2-40B4-BE49-F238E27FC236}">
                <a16:creationId xmlns:a16="http://schemas.microsoft.com/office/drawing/2014/main" id="{0C41E307-3A26-EA82-22EB-0B39B04C0929}"/>
              </a:ext>
            </a:extLst>
          </p:cNvPr>
          <p:cNvSpPr txBox="1"/>
          <p:nvPr/>
        </p:nvSpPr>
        <p:spPr>
          <a:xfrm>
            <a:off x="389739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Speaker</a:t>
            </a:r>
          </a:p>
        </p:txBody>
      </p:sp>
      <p:sp>
        <p:nvSpPr>
          <p:cNvPr id="1590" name="TextBox 1589">
            <a:extLst>
              <a:ext uri="{FF2B5EF4-FFF2-40B4-BE49-F238E27FC236}">
                <a16:creationId xmlns:a16="http://schemas.microsoft.com/office/drawing/2014/main" id="{D79E03E3-315E-0380-AE5E-715B3B53E5EE}"/>
              </a:ext>
            </a:extLst>
          </p:cNvPr>
          <p:cNvSpPr txBox="1"/>
          <p:nvPr/>
        </p:nvSpPr>
        <p:spPr>
          <a:xfrm>
            <a:off x="427497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Watch</a:t>
            </a:r>
          </a:p>
        </p:txBody>
      </p:sp>
      <p:sp>
        <p:nvSpPr>
          <p:cNvPr id="1612" name="TextBox 1611">
            <a:extLst>
              <a:ext uri="{FF2B5EF4-FFF2-40B4-BE49-F238E27FC236}">
                <a16:creationId xmlns:a16="http://schemas.microsoft.com/office/drawing/2014/main" id="{C80AF132-519F-0207-D321-5D04410A1CD7}"/>
              </a:ext>
            </a:extLst>
          </p:cNvPr>
          <p:cNvSpPr txBox="1"/>
          <p:nvPr/>
        </p:nvSpPr>
        <p:spPr>
          <a:xfrm>
            <a:off x="4658110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</a:t>
            </a:r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6099869B-E503-252B-1D27-A97FD0B64AE3}"/>
              </a:ext>
            </a:extLst>
          </p:cNvPr>
          <p:cNvSpPr txBox="1"/>
          <p:nvPr/>
        </p:nvSpPr>
        <p:spPr>
          <a:xfrm>
            <a:off x="5042304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 Dollar Sign</a:t>
            </a:r>
          </a:p>
        </p:txBody>
      </p:sp>
      <p:sp>
        <p:nvSpPr>
          <p:cNvPr id="1656" name="TextBox 1655">
            <a:extLst>
              <a:ext uri="{FF2B5EF4-FFF2-40B4-BE49-F238E27FC236}">
                <a16:creationId xmlns:a16="http://schemas.microsoft.com/office/drawing/2014/main" id="{2E5E74E8-ADD6-8BD5-0374-12AF56C4F1C9}"/>
              </a:ext>
            </a:extLst>
          </p:cNvPr>
          <p:cNvSpPr txBox="1"/>
          <p:nvPr/>
        </p:nvSpPr>
        <p:spPr>
          <a:xfrm>
            <a:off x="5420282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Soccer Ball</a:t>
            </a:r>
          </a:p>
        </p:txBody>
      </p:sp>
      <p:sp>
        <p:nvSpPr>
          <p:cNvPr id="1678" name="TextBox 1677">
            <a:extLst>
              <a:ext uri="{FF2B5EF4-FFF2-40B4-BE49-F238E27FC236}">
                <a16:creationId xmlns:a16="http://schemas.microsoft.com/office/drawing/2014/main" id="{460AAA4F-F3ED-1608-DEDA-84758467D678}"/>
              </a:ext>
            </a:extLst>
          </p:cNvPr>
          <p:cNvSpPr txBox="1"/>
          <p:nvPr/>
        </p:nvSpPr>
        <p:spPr>
          <a:xfrm>
            <a:off x="579435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Social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Distancing</a:t>
            </a:r>
          </a:p>
        </p:txBody>
      </p:sp>
      <p:sp>
        <p:nvSpPr>
          <p:cNvPr id="1700" name="TextBox 1699">
            <a:extLst>
              <a:ext uri="{FF2B5EF4-FFF2-40B4-BE49-F238E27FC236}">
                <a16:creationId xmlns:a16="http://schemas.microsoft.com/office/drawing/2014/main" id="{3302BE11-5447-7EB2-B874-878EFAB1BAF4}"/>
              </a:ext>
            </a:extLst>
          </p:cNvPr>
          <p:cNvSpPr txBox="1"/>
          <p:nvPr/>
        </p:nvSpPr>
        <p:spPr>
          <a:xfrm>
            <a:off x="617894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</a:p>
        </p:txBody>
      </p:sp>
      <p:sp>
        <p:nvSpPr>
          <p:cNvPr id="1722" name="TextBox 1721">
            <a:extLst>
              <a:ext uri="{FF2B5EF4-FFF2-40B4-BE49-F238E27FC236}">
                <a16:creationId xmlns:a16="http://schemas.microsoft.com/office/drawing/2014/main" id="{6A637D3D-A7BD-6646-0652-8A09C2C4BCDB}"/>
              </a:ext>
            </a:extLst>
          </p:cNvPr>
          <p:cNvSpPr txBox="1"/>
          <p:nvPr/>
        </p:nvSpPr>
        <p:spPr>
          <a:xfrm>
            <a:off x="656327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86" name="TextBox 1285">
            <a:extLst>
              <a:ext uri="{FF2B5EF4-FFF2-40B4-BE49-F238E27FC236}">
                <a16:creationId xmlns:a16="http://schemas.microsoft.com/office/drawing/2014/main" id="{17BC31CC-859E-96D1-338A-CF5A57BCCBA0}"/>
              </a:ext>
            </a:extLst>
          </p:cNvPr>
          <p:cNvSpPr txBox="1"/>
          <p:nvPr/>
        </p:nvSpPr>
        <p:spPr>
          <a:xfrm>
            <a:off x="6943300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One</a:t>
            </a:r>
          </a:p>
        </p:txBody>
      </p:sp>
      <p:sp>
        <p:nvSpPr>
          <p:cNvPr id="1308" name="TextBox 1307">
            <a:extLst>
              <a:ext uri="{FF2B5EF4-FFF2-40B4-BE49-F238E27FC236}">
                <a16:creationId xmlns:a16="http://schemas.microsoft.com/office/drawing/2014/main" id="{315544DE-D889-18F3-0231-027BFB8A79A7}"/>
              </a:ext>
            </a:extLst>
          </p:cNvPr>
          <p:cNvSpPr txBox="1"/>
          <p:nvPr/>
        </p:nvSpPr>
        <p:spPr>
          <a:xfrm>
            <a:off x="731559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</a:p>
        </p:txBody>
      </p:sp>
      <p:sp>
        <p:nvSpPr>
          <p:cNvPr id="1319" name="TextBox 1318">
            <a:extLst>
              <a:ext uri="{FF2B5EF4-FFF2-40B4-BE49-F238E27FC236}">
                <a16:creationId xmlns:a16="http://schemas.microsoft.com/office/drawing/2014/main" id="{118D4284-2E12-BDE7-D9CC-13A6A43C9F87}"/>
              </a:ext>
            </a:extLst>
          </p:cNvPr>
          <p:cNvSpPr txBox="1"/>
          <p:nvPr/>
        </p:nvSpPr>
        <p:spPr>
          <a:xfrm>
            <a:off x="769991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341" name="TextBox 1340">
            <a:extLst>
              <a:ext uri="{FF2B5EF4-FFF2-40B4-BE49-F238E27FC236}">
                <a16:creationId xmlns:a16="http://schemas.microsoft.com/office/drawing/2014/main" id="{6088A985-6D8D-B62A-1F3D-0B8B95D25A34}"/>
              </a:ext>
            </a:extLst>
          </p:cNvPr>
          <p:cNvSpPr txBox="1"/>
          <p:nvPr/>
        </p:nvSpPr>
        <p:spPr>
          <a:xfrm>
            <a:off x="807607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Two</a:t>
            </a:r>
          </a:p>
        </p:txBody>
      </p:sp>
      <p:sp>
        <p:nvSpPr>
          <p:cNvPr id="1748" name="TextBox 1747">
            <a:extLst>
              <a:ext uri="{FF2B5EF4-FFF2-40B4-BE49-F238E27FC236}">
                <a16:creationId xmlns:a16="http://schemas.microsoft.com/office/drawing/2014/main" id="{DB044B3E-9A9A-D944-C8E1-0562AD2B5D88}"/>
              </a:ext>
            </a:extLst>
          </p:cNvPr>
          <p:cNvSpPr txBox="1"/>
          <p:nvPr/>
        </p:nvSpPr>
        <p:spPr>
          <a:xfrm>
            <a:off x="8460399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Wave</a:t>
            </a:r>
          </a:p>
        </p:txBody>
      </p:sp>
      <p:sp>
        <p:nvSpPr>
          <p:cNvPr id="1770" name="TextBox 1769">
            <a:extLst>
              <a:ext uri="{FF2B5EF4-FFF2-40B4-BE49-F238E27FC236}">
                <a16:creationId xmlns:a16="http://schemas.microsoft.com/office/drawing/2014/main" id="{416CB4B2-F221-012C-FE1A-5E8D2E3C49F8}"/>
              </a:ext>
            </a:extLst>
          </p:cNvPr>
          <p:cNvSpPr txBox="1"/>
          <p:nvPr/>
        </p:nvSpPr>
        <p:spPr>
          <a:xfrm>
            <a:off x="8844723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Spinner</a:t>
            </a:r>
          </a:p>
        </p:txBody>
      </p:sp>
      <p:sp>
        <p:nvSpPr>
          <p:cNvPr id="1920" name="TextBox 1919">
            <a:extLst>
              <a:ext uri="{FF2B5EF4-FFF2-40B4-BE49-F238E27FC236}">
                <a16:creationId xmlns:a16="http://schemas.microsoft.com/office/drawing/2014/main" id="{AB23F091-43F5-473E-D64D-1AEC7E5BEF6F}"/>
              </a:ext>
            </a:extLst>
          </p:cNvPr>
          <p:cNvSpPr txBox="1"/>
          <p:nvPr/>
        </p:nvSpPr>
        <p:spPr>
          <a:xfrm>
            <a:off x="922904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</a:t>
            </a:r>
          </a:p>
        </p:txBody>
      </p:sp>
      <p:sp>
        <p:nvSpPr>
          <p:cNvPr id="1930" name="TextBox 1929">
            <a:extLst>
              <a:ext uri="{FF2B5EF4-FFF2-40B4-BE49-F238E27FC236}">
                <a16:creationId xmlns:a16="http://schemas.microsoft.com/office/drawing/2014/main" id="{814DEE75-2152-800A-DF87-3AE4852FC598}"/>
              </a:ext>
            </a:extLst>
          </p:cNvPr>
          <p:cNvSpPr txBox="1"/>
          <p:nvPr/>
        </p:nvSpPr>
        <p:spPr>
          <a:xfrm>
            <a:off x="961337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 Tour</a:t>
            </a:r>
          </a:p>
        </p:txBody>
      </p:sp>
      <p:sp>
        <p:nvSpPr>
          <p:cNvPr id="1940" name="TextBox 1939">
            <a:extLst>
              <a:ext uri="{FF2B5EF4-FFF2-40B4-BE49-F238E27FC236}">
                <a16:creationId xmlns:a16="http://schemas.microsoft.com/office/drawing/2014/main" id="{7BBF9127-939E-4E1E-243B-317AB8B5E30B}"/>
              </a:ext>
            </a:extLst>
          </p:cNvPr>
          <p:cNvSpPr txBox="1"/>
          <p:nvPr/>
        </p:nvSpPr>
        <p:spPr>
          <a:xfrm>
            <a:off x="998136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949" name="TextBox 1948">
            <a:extLst>
              <a:ext uri="{FF2B5EF4-FFF2-40B4-BE49-F238E27FC236}">
                <a16:creationId xmlns:a16="http://schemas.microsoft.com/office/drawing/2014/main" id="{6F1B7B9B-4B22-0A90-1681-48646C0C546C}"/>
              </a:ext>
            </a:extLst>
          </p:cNvPr>
          <p:cNvSpPr txBox="1"/>
          <p:nvPr/>
        </p:nvSpPr>
        <p:spPr>
          <a:xfrm>
            <a:off x="10365691" y="446112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957" name="TextBox 1956">
            <a:extLst>
              <a:ext uri="{FF2B5EF4-FFF2-40B4-BE49-F238E27FC236}">
                <a16:creationId xmlns:a16="http://schemas.microsoft.com/office/drawing/2014/main" id="{0981E34E-411F-D64F-B64A-EE4268934A7F}"/>
              </a:ext>
            </a:extLst>
          </p:cNvPr>
          <p:cNvSpPr txBox="1"/>
          <p:nvPr/>
        </p:nvSpPr>
        <p:spPr>
          <a:xfrm>
            <a:off x="10750015" y="446112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965" name="TextBox 1964">
            <a:extLst>
              <a:ext uri="{FF2B5EF4-FFF2-40B4-BE49-F238E27FC236}">
                <a16:creationId xmlns:a16="http://schemas.microsoft.com/office/drawing/2014/main" id="{F74E2B03-7B53-602C-350D-3F19A7B4321B}"/>
              </a:ext>
            </a:extLst>
          </p:cNvPr>
          <p:cNvSpPr txBox="1"/>
          <p:nvPr/>
        </p:nvSpPr>
        <p:spPr>
          <a:xfrm>
            <a:off x="11142503" y="446112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</a:t>
            </a:r>
          </a:p>
        </p:txBody>
      </p:sp>
      <p:sp>
        <p:nvSpPr>
          <p:cNvPr id="1494" name="TextBox 1493">
            <a:extLst>
              <a:ext uri="{FF2B5EF4-FFF2-40B4-BE49-F238E27FC236}">
                <a16:creationId xmlns:a16="http://schemas.microsoft.com/office/drawing/2014/main" id="{63D8108F-F83D-7750-99C5-63E3FBC53F43}"/>
              </a:ext>
            </a:extLst>
          </p:cNvPr>
          <p:cNvSpPr txBox="1"/>
          <p:nvPr/>
        </p:nvSpPr>
        <p:spPr>
          <a:xfrm>
            <a:off x="3203596" y="489244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Circle Tick</a:t>
            </a:r>
          </a:p>
        </p:txBody>
      </p:sp>
      <p:sp>
        <p:nvSpPr>
          <p:cNvPr id="1516" name="TextBox 1515">
            <a:extLst>
              <a:ext uri="{FF2B5EF4-FFF2-40B4-BE49-F238E27FC236}">
                <a16:creationId xmlns:a16="http://schemas.microsoft.com/office/drawing/2014/main" id="{8627C540-7E43-863D-B756-9D2A4BE26B4D}"/>
              </a:ext>
            </a:extLst>
          </p:cNvPr>
          <p:cNvSpPr txBox="1"/>
          <p:nvPr/>
        </p:nvSpPr>
        <p:spPr>
          <a:xfrm>
            <a:off x="3514632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</a:t>
            </a:r>
          </a:p>
        </p:txBody>
      </p:sp>
      <p:sp>
        <p:nvSpPr>
          <p:cNvPr id="1538" name="TextBox 1537">
            <a:extLst>
              <a:ext uri="{FF2B5EF4-FFF2-40B4-BE49-F238E27FC236}">
                <a16:creationId xmlns:a16="http://schemas.microsoft.com/office/drawing/2014/main" id="{0EA169B0-1586-2BCB-405F-0C7006DE7B06}"/>
              </a:ext>
            </a:extLst>
          </p:cNvPr>
          <p:cNvSpPr txBox="1"/>
          <p:nvPr/>
        </p:nvSpPr>
        <p:spPr>
          <a:xfrm>
            <a:off x="3898797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 Half</a:t>
            </a:r>
          </a:p>
        </p:txBody>
      </p:sp>
      <p:sp>
        <p:nvSpPr>
          <p:cNvPr id="1591" name="TextBox 1590">
            <a:extLst>
              <a:ext uri="{FF2B5EF4-FFF2-40B4-BE49-F238E27FC236}">
                <a16:creationId xmlns:a16="http://schemas.microsoft.com/office/drawing/2014/main" id="{6C1D0449-9810-A9F3-35B4-83D7910749B8}"/>
              </a:ext>
            </a:extLst>
          </p:cNvPr>
          <p:cNvSpPr txBox="1"/>
          <p:nvPr/>
        </p:nvSpPr>
        <p:spPr>
          <a:xfrm>
            <a:off x="427708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Stopwatch</a:t>
            </a:r>
          </a:p>
        </p:txBody>
      </p:sp>
      <p:sp>
        <p:nvSpPr>
          <p:cNvPr id="1613" name="TextBox 1612">
            <a:extLst>
              <a:ext uri="{FF2B5EF4-FFF2-40B4-BE49-F238E27FC236}">
                <a16:creationId xmlns:a16="http://schemas.microsoft.com/office/drawing/2014/main" id="{80D90C42-5DD9-EF73-3296-4C4D0324F15D}"/>
              </a:ext>
            </a:extLst>
          </p:cNvPr>
          <p:cNvSpPr txBox="1"/>
          <p:nvPr/>
        </p:nvSpPr>
        <p:spPr>
          <a:xfrm>
            <a:off x="4660914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Subhub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635" name="TextBox 1634">
            <a:extLst>
              <a:ext uri="{FF2B5EF4-FFF2-40B4-BE49-F238E27FC236}">
                <a16:creationId xmlns:a16="http://schemas.microsoft.com/office/drawing/2014/main" id="{C828B40B-5F28-87DA-4CC0-7871E596614D}"/>
              </a:ext>
            </a:extLst>
          </p:cNvPr>
          <p:cNvSpPr txBox="1"/>
          <p:nvPr/>
        </p:nvSpPr>
        <p:spPr>
          <a:xfrm>
            <a:off x="5045809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Suitcase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657" name="TextBox 1656">
            <a:extLst>
              <a:ext uri="{FF2B5EF4-FFF2-40B4-BE49-F238E27FC236}">
                <a16:creationId xmlns:a16="http://schemas.microsoft.com/office/drawing/2014/main" id="{397AAEED-FCC8-9530-797C-184B12724AE1}"/>
              </a:ext>
            </a:extLst>
          </p:cNvPr>
          <p:cNvSpPr txBox="1"/>
          <p:nvPr/>
        </p:nvSpPr>
        <p:spPr>
          <a:xfrm>
            <a:off x="5424488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</a:t>
            </a:r>
          </a:p>
        </p:txBody>
      </p:sp>
      <p:sp>
        <p:nvSpPr>
          <p:cNvPr id="1679" name="TextBox 1678">
            <a:extLst>
              <a:ext uri="{FF2B5EF4-FFF2-40B4-BE49-F238E27FC236}">
                <a16:creationId xmlns:a16="http://schemas.microsoft.com/office/drawing/2014/main" id="{004B2372-4AAC-93EA-30B3-23DDCE34F15E}"/>
              </a:ext>
            </a:extLst>
          </p:cNvPr>
          <p:cNvSpPr txBox="1"/>
          <p:nvPr/>
        </p:nvSpPr>
        <p:spPr>
          <a:xfrm>
            <a:off x="579926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Solar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Panel</a:t>
            </a:r>
          </a:p>
        </p:txBody>
      </p:sp>
      <p:sp>
        <p:nvSpPr>
          <p:cNvPr id="1701" name="TextBox 1700">
            <a:extLst>
              <a:ext uri="{FF2B5EF4-FFF2-40B4-BE49-F238E27FC236}">
                <a16:creationId xmlns:a16="http://schemas.microsoft.com/office/drawing/2014/main" id="{5F789674-2B58-2B4E-67F6-816468356234}"/>
              </a:ext>
            </a:extLst>
          </p:cNvPr>
          <p:cNvSpPr txBox="1"/>
          <p:nvPr/>
        </p:nvSpPr>
        <p:spPr>
          <a:xfrm>
            <a:off x="6184556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Water</a:t>
            </a:r>
          </a:p>
        </p:txBody>
      </p:sp>
      <p:sp>
        <p:nvSpPr>
          <p:cNvPr id="1723" name="TextBox 1722">
            <a:extLst>
              <a:ext uri="{FF2B5EF4-FFF2-40B4-BE49-F238E27FC236}">
                <a16:creationId xmlns:a16="http://schemas.microsoft.com/office/drawing/2014/main" id="{E4038184-5E53-E996-28B4-EFB34F25F316}"/>
              </a:ext>
            </a:extLst>
          </p:cNvPr>
          <p:cNvSpPr txBox="1"/>
          <p:nvPr/>
        </p:nvSpPr>
        <p:spPr>
          <a:xfrm>
            <a:off x="6569581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Swap App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01E1D6B0-77D1-1C6D-8E1A-EA948FC200EE}"/>
              </a:ext>
            </a:extLst>
          </p:cNvPr>
          <p:cNvSpPr txBox="1"/>
          <p:nvPr/>
        </p:nvSpPr>
        <p:spPr>
          <a:xfrm>
            <a:off x="6950311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Sweets</a:t>
            </a:r>
          </a:p>
        </p:txBody>
      </p:sp>
      <p:sp>
        <p:nvSpPr>
          <p:cNvPr id="1309" name="TextBox 1308">
            <a:extLst>
              <a:ext uri="{FF2B5EF4-FFF2-40B4-BE49-F238E27FC236}">
                <a16:creationId xmlns:a16="http://schemas.microsoft.com/office/drawing/2014/main" id="{19F2121A-B7AC-B2B5-DFB8-A48C0428CF04}"/>
              </a:ext>
            </a:extLst>
          </p:cNvPr>
          <p:cNvSpPr txBox="1"/>
          <p:nvPr/>
        </p:nvSpPr>
        <p:spPr>
          <a:xfrm>
            <a:off x="7323303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</a:t>
            </a:r>
          </a:p>
        </p:txBody>
      </p:sp>
      <p:sp>
        <p:nvSpPr>
          <p:cNvPr id="1331" name="TextBox 1330">
            <a:extLst>
              <a:ext uri="{FF2B5EF4-FFF2-40B4-BE49-F238E27FC236}">
                <a16:creationId xmlns:a16="http://schemas.microsoft.com/office/drawing/2014/main" id="{5DAA8AFB-B77B-28EF-130A-07DF0A317854}"/>
              </a:ext>
            </a:extLst>
          </p:cNvPr>
          <p:cNvSpPr txBox="1"/>
          <p:nvPr/>
        </p:nvSpPr>
        <p:spPr>
          <a:xfrm>
            <a:off x="7708328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 Mobile</a:t>
            </a:r>
          </a:p>
        </p:txBody>
      </p:sp>
      <p:sp>
        <p:nvSpPr>
          <p:cNvPr id="1342" name="TextBox 1341">
            <a:extLst>
              <a:ext uri="{FF2B5EF4-FFF2-40B4-BE49-F238E27FC236}">
                <a16:creationId xmlns:a16="http://schemas.microsoft.com/office/drawing/2014/main" id="{CC590DD1-23C4-260F-48F3-48212805DE93}"/>
              </a:ext>
            </a:extLst>
          </p:cNvPr>
          <p:cNvSpPr txBox="1"/>
          <p:nvPr/>
        </p:nvSpPr>
        <p:spPr>
          <a:xfrm>
            <a:off x="8085189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Television</a:t>
            </a:r>
          </a:p>
        </p:txBody>
      </p:sp>
      <p:sp>
        <p:nvSpPr>
          <p:cNvPr id="1749" name="TextBox 1748">
            <a:extLst>
              <a:ext uri="{FF2B5EF4-FFF2-40B4-BE49-F238E27FC236}">
                <a16:creationId xmlns:a16="http://schemas.microsoft.com/office/drawing/2014/main" id="{8C119711-84DE-2AD5-0237-81F140530F26}"/>
              </a:ext>
            </a:extLst>
          </p:cNvPr>
          <p:cNvSpPr txBox="1"/>
          <p:nvPr/>
        </p:nvSpPr>
        <p:spPr>
          <a:xfrm>
            <a:off x="847021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771" name="TextBox 1770">
            <a:extLst>
              <a:ext uri="{FF2B5EF4-FFF2-40B4-BE49-F238E27FC236}">
                <a16:creationId xmlns:a16="http://schemas.microsoft.com/office/drawing/2014/main" id="{C75F811B-FAF2-EBD5-CD1F-7DA737B30A9E}"/>
              </a:ext>
            </a:extLst>
          </p:cNvPr>
          <p:cNvSpPr txBox="1"/>
          <p:nvPr/>
        </p:nvSpPr>
        <p:spPr>
          <a:xfrm>
            <a:off x="885524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Thread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Needle</a:t>
            </a:r>
          </a:p>
        </p:txBody>
      </p:sp>
      <p:sp>
        <p:nvSpPr>
          <p:cNvPr id="1921" name="TextBox 1920">
            <a:extLst>
              <a:ext uri="{FF2B5EF4-FFF2-40B4-BE49-F238E27FC236}">
                <a16:creationId xmlns:a16="http://schemas.microsoft.com/office/drawing/2014/main" id="{1CF9B6ED-BF2C-9FE7-8C3B-92B943CF921E}"/>
              </a:ext>
            </a:extLst>
          </p:cNvPr>
          <p:cNvSpPr txBox="1"/>
          <p:nvPr/>
        </p:nvSpPr>
        <p:spPr>
          <a:xfrm>
            <a:off x="924026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Thumbs Up</a:t>
            </a:r>
          </a:p>
        </p:txBody>
      </p:sp>
      <p:sp>
        <p:nvSpPr>
          <p:cNvPr id="1931" name="TextBox 1930">
            <a:extLst>
              <a:ext uri="{FF2B5EF4-FFF2-40B4-BE49-F238E27FC236}">
                <a16:creationId xmlns:a16="http://schemas.microsoft.com/office/drawing/2014/main" id="{79AA3BF6-B355-465B-D299-80CEE063AC7F}"/>
              </a:ext>
            </a:extLst>
          </p:cNvPr>
          <p:cNvSpPr txBox="1"/>
          <p:nvPr/>
        </p:nvSpPr>
        <p:spPr>
          <a:xfrm>
            <a:off x="962529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941" name="TextBox 1940">
            <a:extLst>
              <a:ext uri="{FF2B5EF4-FFF2-40B4-BE49-F238E27FC236}">
                <a16:creationId xmlns:a16="http://schemas.microsoft.com/office/drawing/2014/main" id="{3C1B98D6-FAC4-3A95-2758-3C305DEC98E9}"/>
              </a:ext>
            </a:extLst>
          </p:cNvPr>
          <p:cNvSpPr txBox="1"/>
          <p:nvPr/>
        </p:nvSpPr>
        <p:spPr>
          <a:xfrm>
            <a:off x="9993987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Ticket</a:t>
            </a:r>
          </a:p>
        </p:txBody>
      </p:sp>
      <p:sp>
        <p:nvSpPr>
          <p:cNvPr id="1950" name="TextBox 1949">
            <a:extLst>
              <a:ext uri="{FF2B5EF4-FFF2-40B4-BE49-F238E27FC236}">
                <a16:creationId xmlns:a16="http://schemas.microsoft.com/office/drawing/2014/main" id="{626F899A-83E2-93AD-E1BD-BF9322AC59AB}"/>
              </a:ext>
            </a:extLst>
          </p:cNvPr>
          <p:cNvSpPr txBox="1"/>
          <p:nvPr/>
        </p:nvSpPr>
        <p:spPr>
          <a:xfrm>
            <a:off x="10379012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 Filled</a:t>
            </a:r>
          </a:p>
        </p:txBody>
      </p:sp>
      <p:sp>
        <p:nvSpPr>
          <p:cNvPr id="1958" name="TextBox 1957">
            <a:extLst>
              <a:ext uri="{FF2B5EF4-FFF2-40B4-BE49-F238E27FC236}">
                <a16:creationId xmlns:a16="http://schemas.microsoft.com/office/drawing/2014/main" id="{CBD88B01-CDC2-B4A6-BC95-0E8E3E7A208B}"/>
              </a:ext>
            </a:extLst>
          </p:cNvPr>
          <p:cNvSpPr txBox="1"/>
          <p:nvPr/>
        </p:nvSpPr>
        <p:spPr>
          <a:xfrm>
            <a:off x="10764037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66" name="TextBox 1965">
            <a:extLst>
              <a:ext uri="{FF2B5EF4-FFF2-40B4-BE49-F238E27FC236}">
                <a16:creationId xmlns:a16="http://schemas.microsoft.com/office/drawing/2014/main" id="{4B7007D5-D45D-1C3D-0E38-DEE3B15CEF79}"/>
              </a:ext>
            </a:extLst>
          </p:cNvPr>
          <p:cNvSpPr txBox="1"/>
          <p:nvPr/>
        </p:nvSpPr>
        <p:spPr>
          <a:xfrm>
            <a:off x="11142503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1480" name="TextBox 1479">
            <a:extLst>
              <a:ext uri="{FF2B5EF4-FFF2-40B4-BE49-F238E27FC236}">
                <a16:creationId xmlns:a16="http://schemas.microsoft.com/office/drawing/2014/main" id="{57661887-C9DE-82A1-D7D5-56C598D240FF}"/>
              </a:ext>
            </a:extLst>
          </p:cNvPr>
          <p:cNvSpPr txBox="1"/>
          <p:nvPr/>
        </p:nvSpPr>
        <p:spPr>
          <a:xfrm>
            <a:off x="3203596" y="359471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Plug</a:t>
            </a:r>
          </a:p>
        </p:txBody>
      </p:sp>
      <p:sp>
        <p:nvSpPr>
          <p:cNvPr id="1502" name="TextBox 1501">
            <a:extLst>
              <a:ext uri="{FF2B5EF4-FFF2-40B4-BE49-F238E27FC236}">
                <a16:creationId xmlns:a16="http://schemas.microsoft.com/office/drawing/2014/main" id="{C5E36B00-91D4-29F7-92D9-7F0706989CAD}"/>
              </a:ext>
            </a:extLst>
          </p:cNvPr>
          <p:cNvSpPr txBox="1"/>
          <p:nvPr/>
        </p:nvSpPr>
        <p:spPr>
          <a:xfrm>
            <a:off x="3514632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</a:t>
            </a:r>
          </a:p>
        </p:txBody>
      </p:sp>
      <p:sp>
        <p:nvSpPr>
          <p:cNvPr id="1524" name="TextBox 1523">
            <a:extLst>
              <a:ext uri="{FF2B5EF4-FFF2-40B4-BE49-F238E27FC236}">
                <a16:creationId xmlns:a16="http://schemas.microsoft.com/office/drawing/2014/main" id="{35DB0821-1ECE-3545-90EF-F333F271006D}"/>
              </a:ext>
            </a:extLst>
          </p:cNvPr>
          <p:cNvSpPr txBox="1"/>
          <p:nvPr/>
        </p:nvSpPr>
        <p:spPr>
          <a:xfrm>
            <a:off x="3898797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Filled</a:t>
            </a:r>
          </a:p>
        </p:txBody>
      </p:sp>
      <p:sp>
        <p:nvSpPr>
          <p:cNvPr id="1588" name="TextBox 1587">
            <a:extLst>
              <a:ext uri="{FF2B5EF4-FFF2-40B4-BE49-F238E27FC236}">
                <a16:creationId xmlns:a16="http://schemas.microsoft.com/office/drawing/2014/main" id="{4CF91FC2-AE8A-68D9-9491-E0C5E28372F0}"/>
              </a:ext>
            </a:extLst>
          </p:cNvPr>
          <p:cNvSpPr txBox="1"/>
          <p:nvPr/>
        </p:nvSpPr>
        <p:spPr>
          <a:xfrm>
            <a:off x="427708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Health</a:t>
            </a:r>
          </a:p>
        </p:txBody>
      </p:sp>
      <p:sp>
        <p:nvSpPr>
          <p:cNvPr id="1610" name="TextBox 1609">
            <a:extLst>
              <a:ext uri="{FF2B5EF4-FFF2-40B4-BE49-F238E27FC236}">
                <a16:creationId xmlns:a16="http://schemas.microsoft.com/office/drawing/2014/main" id="{6AE180D4-5EA7-B333-7F06-BCF16CA2FD20}"/>
              </a:ext>
            </a:extLst>
          </p:cNvPr>
          <p:cNvSpPr txBox="1"/>
          <p:nvPr/>
        </p:nvSpPr>
        <p:spPr>
          <a:xfrm>
            <a:off x="4660914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Podcast</a:t>
            </a:r>
          </a:p>
        </p:txBody>
      </p:sp>
      <p:sp>
        <p:nvSpPr>
          <p:cNvPr id="1632" name="TextBox 1631">
            <a:extLst>
              <a:ext uri="{FF2B5EF4-FFF2-40B4-BE49-F238E27FC236}">
                <a16:creationId xmlns:a16="http://schemas.microsoft.com/office/drawing/2014/main" id="{921D43EE-FB4E-92A9-B959-13F50419A672}"/>
              </a:ext>
            </a:extLst>
          </p:cNvPr>
          <p:cNvSpPr txBox="1"/>
          <p:nvPr/>
        </p:nvSpPr>
        <p:spPr>
          <a:xfrm>
            <a:off x="5045809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</a:t>
            </a:r>
          </a:p>
        </p:txBody>
      </p:sp>
      <p:sp>
        <p:nvSpPr>
          <p:cNvPr id="1654" name="TextBox 1653">
            <a:extLst>
              <a:ext uri="{FF2B5EF4-FFF2-40B4-BE49-F238E27FC236}">
                <a16:creationId xmlns:a16="http://schemas.microsoft.com/office/drawing/2014/main" id="{D5B90D68-4283-6BD4-1B92-F05D23645924}"/>
              </a:ext>
            </a:extLst>
          </p:cNvPr>
          <p:cNvSpPr txBox="1"/>
          <p:nvPr/>
        </p:nvSpPr>
        <p:spPr>
          <a:xfrm>
            <a:off x="5424488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 Filled</a:t>
            </a:r>
          </a:p>
        </p:txBody>
      </p:sp>
      <p:sp>
        <p:nvSpPr>
          <p:cNvPr id="1676" name="TextBox 1675">
            <a:extLst>
              <a:ext uri="{FF2B5EF4-FFF2-40B4-BE49-F238E27FC236}">
                <a16:creationId xmlns:a16="http://schemas.microsoft.com/office/drawing/2014/main" id="{61E939BE-E593-E538-3E95-A371C0195F60}"/>
              </a:ext>
            </a:extLst>
          </p:cNvPr>
          <p:cNvSpPr txBox="1"/>
          <p:nvPr/>
        </p:nvSpPr>
        <p:spPr>
          <a:xfrm>
            <a:off x="579926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Prayer Hands</a:t>
            </a:r>
          </a:p>
        </p:txBody>
      </p:sp>
      <p:sp>
        <p:nvSpPr>
          <p:cNvPr id="1687" name="TextBox 1686">
            <a:extLst>
              <a:ext uri="{FF2B5EF4-FFF2-40B4-BE49-F238E27FC236}">
                <a16:creationId xmlns:a16="http://schemas.microsoft.com/office/drawing/2014/main" id="{4E75730D-F00F-5890-64EC-19E9617C8A9D}"/>
              </a:ext>
            </a:extLst>
          </p:cNvPr>
          <p:cNvSpPr txBox="1"/>
          <p:nvPr/>
        </p:nvSpPr>
        <p:spPr>
          <a:xfrm>
            <a:off x="6184556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Presentation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Screen</a:t>
            </a:r>
          </a:p>
        </p:txBody>
      </p:sp>
      <p:sp>
        <p:nvSpPr>
          <p:cNvPr id="1709" name="TextBox 1708">
            <a:extLst>
              <a:ext uri="{FF2B5EF4-FFF2-40B4-BE49-F238E27FC236}">
                <a16:creationId xmlns:a16="http://schemas.microsoft.com/office/drawing/2014/main" id="{1A58B3EF-F2EB-A92B-42C2-EA2C18CE2977}"/>
              </a:ext>
            </a:extLst>
          </p:cNvPr>
          <p:cNvSpPr txBox="1"/>
          <p:nvPr/>
        </p:nvSpPr>
        <p:spPr>
          <a:xfrm>
            <a:off x="6569581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Printer</a:t>
            </a:r>
          </a:p>
        </p:txBody>
      </p:sp>
      <p:sp>
        <p:nvSpPr>
          <p:cNvPr id="1284" name="TextBox 1283">
            <a:extLst>
              <a:ext uri="{FF2B5EF4-FFF2-40B4-BE49-F238E27FC236}">
                <a16:creationId xmlns:a16="http://schemas.microsoft.com/office/drawing/2014/main" id="{2C0E6F5B-D9BE-047A-32B2-D1BF1E7A9B84}"/>
              </a:ext>
            </a:extLst>
          </p:cNvPr>
          <p:cNvSpPr txBox="1"/>
          <p:nvPr/>
        </p:nvSpPr>
        <p:spPr>
          <a:xfrm>
            <a:off x="6950311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Private Barrier</a:t>
            </a:r>
          </a:p>
        </p:txBody>
      </p:sp>
      <p:sp>
        <p:nvSpPr>
          <p:cNvPr id="1295" name="TextBox 1294">
            <a:extLst>
              <a:ext uri="{FF2B5EF4-FFF2-40B4-BE49-F238E27FC236}">
                <a16:creationId xmlns:a16="http://schemas.microsoft.com/office/drawing/2014/main" id="{A23D6D3D-A478-C04E-0A14-FA49F0B1DA6F}"/>
              </a:ext>
            </a:extLst>
          </p:cNvPr>
          <p:cNvSpPr txBox="1"/>
          <p:nvPr/>
        </p:nvSpPr>
        <p:spPr>
          <a:xfrm>
            <a:off x="7323303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</a:t>
            </a:r>
          </a:p>
        </p:txBody>
      </p:sp>
      <p:sp>
        <p:nvSpPr>
          <p:cNvPr id="1317" name="TextBox 1316">
            <a:extLst>
              <a:ext uri="{FF2B5EF4-FFF2-40B4-BE49-F238E27FC236}">
                <a16:creationId xmlns:a16="http://schemas.microsoft.com/office/drawing/2014/main" id="{59C26746-DF03-846F-2A6A-BC7A8FFDCF6D}"/>
              </a:ext>
            </a:extLst>
          </p:cNvPr>
          <p:cNvSpPr txBox="1"/>
          <p:nvPr/>
        </p:nvSpPr>
        <p:spPr>
          <a:xfrm>
            <a:off x="7708328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 Filled</a:t>
            </a:r>
          </a:p>
        </p:txBody>
      </p:sp>
      <p:sp>
        <p:nvSpPr>
          <p:cNvPr id="1339" name="TextBox 1338">
            <a:extLst>
              <a:ext uri="{FF2B5EF4-FFF2-40B4-BE49-F238E27FC236}">
                <a16:creationId xmlns:a16="http://schemas.microsoft.com/office/drawing/2014/main" id="{B6B475E7-E5C6-6C39-FDCC-903B8982B46A}"/>
              </a:ext>
            </a:extLst>
          </p:cNvPr>
          <p:cNvSpPr txBox="1"/>
          <p:nvPr/>
        </p:nvSpPr>
        <p:spPr>
          <a:xfrm>
            <a:off x="8085189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Rectangle Cog</a:t>
            </a:r>
          </a:p>
        </p:txBody>
      </p:sp>
      <p:sp>
        <p:nvSpPr>
          <p:cNvPr id="1746" name="TextBox 1745">
            <a:extLst>
              <a:ext uri="{FF2B5EF4-FFF2-40B4-BE49-F238E27FC236}">
                <a16:creationId xmlns:a16="http://schemas.microsoft.com/office/drawing/2014/main" id="{8A0B49A8-5853-C71C-884B-D09E87A0C251}"/>
              </a:ext>
            </a:extLst>
          </p:cNvPr>
          <p:cNvSpPr txBox="1"/>
          <p:nvPr/>
        </p:nvSpPr>
        <p:spPr>
          <a:xfrm>
            <a:off x="847021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Rectangle  Cross</a:t>
            </a:r>
          </a:p>
        </p:txBody>
      </p:sp>
      <p:sp>
        <p:nvSpPr>
          <p:cNvPr id="1768" name="TextBox 1767">
            <a:extLst>
              <a:ext uri="{FF2B5EF4-FFF2-40B4-BE49-F238E27FC236}">
                <a16:creationId xmlns:a16="http://schemas.microsoft.com/office/drawing/2014/main" id="{DCD11A1F-4D5E-6F9B-FFF4-5A71F1213D76}"/>
              </a:ext>
            </a:extLst>
          </p:cNvPr>
          <p:cNvSpPr txBox="1"/>
          <p:nvPr/>
        </p:nvSpPr>
        <p:spPr>
          <a:xfrm>
            <a:off x="885524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Arrows</a:t>
            </a:r>
          </a:p>
        </p:txBody>
      </p:sp>
      <p:sp>
        <p:nvSpPr>
          <p:cNvPr id="1779" name="TextBox 1778">
            <a:extLst>
              <a:ext uri="{FF2B5EF4-FFF2-40B4-BE49-F238E27FC236}">
                <a16:creationId xmlns:a16="http://schemas.microsoft.com/office/drawing/2014/main" id="{FFAED7EA-833A-508D-0B32-85B6E0CB7239}"/>
              </a:ext>
            </a:extLst>
          </p:cNvPr>
          <p:cNvSpPr txBox="1"/>
          <p:nvPr/>
        </p:nvSpPr>
        <p:spPr>
          <a:xfrm>
            <a:off x="924026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</a:t>
            </a:r>
          </a:p>
        </p:txBody>
      </p:sp>
      <p:sp>
        <p:nvSpPr>
          <p:cNvPr id="1928" name="TextBox 1927">
            <a:extLst>
              <a:ext uri="{FF2B5EF4-FFF2-40B4-BE49-F238E27FC236}">
                <a16:creationId xmlns:a16="http://schemas.microsoft.com/office/drawing/2014/main" id="{A0A38AB4-693E-C6BF-B1B8-6DCCCE5B8871}"/>
              </a:ext>
            </a:extLst>
          </p:cNvPr>
          <p:cNvSpPr txBox="1"/>
          <p:nvPr/>
        </p:nvSpPr>
        <p:spPr>
          <a:xfrm>
            <a:off x="962529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 Cog</a:t>
            </a:r>
          </a:p>
        </p:txBody>
      </p:sp>
      <p:sp>
        <p:nvSpPr>
          <p:cNvPr id="1938" name="TextBox 1937">
            <a:extLst>
              <a:ext uri="{FF2B5EF4-FFF2-40B4-BE49-F238E27FC236}">
                <a16:creationId xmlns:a16="http://schemas.microsoft.com/office/drawing/2014/main" id="{52E425C7-4EB1-B06F-1DF0-9D2B25ED3138}"/>
              </a:ext>
            </a:extLst>
          </p:cNvPr>
          <p:cNvSpPr txBox="1"/>
          <p:nvPr/>
        </p:nvSpPr>
        <p:spPr>
          <a:xfrm>
            <a:off x="9993987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Robot Arm</a:t>
            </a:r>
          </a:p>
        </p:txBody>
      </p:sp>
      <p:sp>
        <p:nvSpPr>
          <p:cNvPr id="1968" name="TextBox 1967">
            <a:extLst>
              <a:ext uri="{FF2B5EF4-FFF2-40B4-BE49-F238E27FC236}">
                <a16:creationId xmlns:a16="http://schemas.microsoft.com/office/drawing/2014/main" id="{7755FC99-B5F5-9ECA-423F-CA5F2A59B001}"/>
              </a:ext>
            </a:extLst>
          </p:cNvPr>
          <p:cNvSpPr txBox="1"/>
          <p:nvPr/>
        </p:nvSpPr>
        <p:spPr>
          <a:xfrm>
            <a:off x="10355844" y="3594712"/>
            <a:ext cx="405868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Rocket</a:t>
            </a:r>
          </a:p>
        </p:txBody>
      </p:sp>
      <p:sp>
        <p:nvSpPr>
          <p:cNvPr id="1969" name="TextBox 1968">
            <a:extLst>
              <a:ext uri="{FF2B5EF4-FFF2-40B4-BE49-F238E27FC236}">
                <a16:creationId xmlns:a16="http://schemas.microsoft.com/office/drawing/2014/main" id="{FA89639A-98A9-4EFD-96B0-7C556266B102}"/>
              </a:ext>
            </a:extLst>
          </p:cNvPr>
          <p:cNvSpPr txBox="1"/>
          <p:nvPr/>
        </p:nvSpPr>
        <p:spPr>
          <a:xfrm>
            <a:off x="10740869" y="3594712"/>
            <a:ext cx="405868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Rss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70" name="TextBox 1969">
            <a:extLst>
              <a:ext uri="{FF2B5EF4-FFF2-40B4-BE49-F238E27FC236}">
                <a16:creationId xmlns:a16="http://schemas.microsoft.com/office/drawing/2014/main" id="{3F8518BB-546E-53A0-41EC-BEF053C9F2D6}"/>
              </a:ext>
            </a:extLst>
          </p:cNvPr>
          <p:cNvSpPr txBox="1"/>
          <p:nvPr/>
        </p:nvSpPr>
        <p:spPr>
          <a:xfrm>
            <a:off x="1114018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Rsvp</a:t>
            </a:r>
          </a:p>
        </p:txBody>
      </p:sp>
      <p:sp>
        <p:nvSpPr>
          <p:cNvPr id="1994" name="TextBox 1993">
            <a:extLst>
              <a:ext uri="{FF2B5EF4-FFF2-40B4-BE49-F238E27FC236}">
                <a16:creationId xmlns:a16="http://schemas.microsoft.com/office/drawing/2014/main" id="{6A7026DF-DE2F-4C22-A36B-CC41374B0FE8}"/>
              </a:ext>
            </a:extLst>
          </p:cNvPr>
          <p:cNvSpPr txBox="1"/>
          <p:nvPr/>
        </p:nvSpPr>
        <p:spPr>
          <a:xfrm>
            <a:off x="3203596" y="5758331"/>
            <a:ext cx="23872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Waterdrop</a:t>
            </a:r>
          </a:p>
        </p:txBody>
      </p:sp>
      <p:sp>
        <p:nvSpPr>
          <p:cNvPr id="1995" name="TextBox 1994">
            <a:extLst>
              <a:ext uri="{FF2B5EF4-FFF2-40B4-BE49-F238E27FC236}">
                <a16:creationId xmlns:a16="http://schemas.microsoft.com/office/drawing/2014/main" id="{88499115-84F1-4E8F-BF46-A0AA7B38A195}"/>
              </a:ext>
            </a:extLst>
          </p:cNvPr>
          <p:cNvSpPr txBox="1"/>
          <p:nvPr/>
        </p:nvSpPr>
        <p:spPr>
          <a:xfrm>
            <a:off x="3514632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 Tap</a:t>
            </a:r>
          </a:p>
        </p:txBody>
      </p:sp>
      <p:sp>
        <p:nvSpPr>
          <p:cNvPr id="1996" name="TextBox 1995">
            <a:extLst>
              <a:ext uri="{FF2B5EF4-FFF2-40B4-BE49-F238E27FC236}">
                <a16:creationId xmlns:a16="http://schemas.microsoft.com/office/drawing/2014/main" id="{7CD909B2-7094-DBDE-055D-78C65CA3214D}"/>
              </a:ext>
            </a:extLst>
          </p:cNvPr>
          <p:cNvSpPr txBox="1"/>
          <p:nvPr/>
        </p:nvSpPr>
        <p:spPr>
          <a:xfrm>
            <a:off x="3898797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Waves</a:t>
            </a:r>
          </a:p>
        </p:txBody>
      </p:sp>
      <p:sp>
        <p:nvSpPr>
          <p:cNvPr id="1997" name="TextBox 1996">
            <a:extLst>
              <a:ext uri="{FF2B5EF4-FFF2-40B4-BE49-F238E27FC236}">
                <a16:creationId xmlns:a16="http://schemas.microsoft.com/office/drawing/2014/main" id="{FF7D77BD-D6F2-771D-8397-6599B29E0B49}"/>
              </a:ext>
            </a:extLst>
          </p:cNvPr>
          <p:cNvSpPr txBox="1"/>
          <p:nvPr/>
        </p:nvSpPr>
        <p:spPr>
          <a:xfrm>
            <a:off x="4277080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98" name="TextBox 1997">
            <a:extLst>
              <a:ext uri="{FF2B5EF4-FFF2-40B4-BE49-F238E27FC236}">
                <a16:creationId xmlns:a16="http://schemas.microsoft.com/office/drawing/2014/main" id="{232F1D5A-D66A-6E3B-0CFC-408CF9D5EAD1}"/>
              </a:ext>
            </a:extLst>
          </p:cNvPr>
          <p:cNvSpPr txBox="1"/>
          <p:nvPr/>
        </p:nvSpPr>
        <p:spPr>
          <a:xfrm>
            <a:off x="4660914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6 Signal</a:t>
            </a:r>
          </a:p>
        </p:txBody>
      </p:sp>
      <p:sp>
        <p:nvSpPr>
          <p:cNvPr id="1999" name="TextBox 1998">
            <a:extLst>
              <a:ext uri="{FF2B5EF4-FFF2-40B4-BE49-F238E27FC236}">
                <a16:creationId xmlns:a16="http://schemas.microsoft.com/office/drawing/2014/main" id="{32FF296A-2BB9-89DF-80BA-51E2F6FC2C17}"/>
              </a:ext>
            </a:extLst>
          </p:cNvPr>
          <p:cNvSpPr txBox="1"/>
          <p:nvPr/>
        </p:nvSpPr>
        <p:spPr>
          <a:xfrm>
            <a:off x="5045809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11ax</a:t>
            </a:r>
          </a:p>
        </p:txBody>
      </p:sp>
      <p:sp>
        <p:nvSpPr>
          <p:cNvPr id="2000" name="TextBox 1999">
            <a:extLst>
              <a:ext uri="{FF2B5EF4-FFF2-40B4-BE49-F238E27FC236}">
                <a16:creationId xmlns:a16="http://schemas.microsoft.com/office/drawing/2014/main" id="{3A79934E-F07E-65AD-E00A-5406C83B4E3E}"/>
              </a:ext>
            </a:extLst>
          </p:cNvPr>
          <p:cNvSpPr txBox="1"/>
          <p:nvPr/>
        </p:nvSpPr>
        <p:spPr>
          <a:xfrm>
            <a:off x="5424488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11n</a:t>
            </a:r>
          </a:p>
        </p:txBody>
      </p:sp>
      <p:sp>
        <p:nvSpPr>
          <p:cNvPr id="2001" name="TextBox 2000">
            <a:extLst>
              <a:ext uri="{FF2B5EF4-FFF2-40B4-BE49-F238E27FC236}">
                <a16:creationId xmlns:a16="http://schemas.microsoft.com/office/drawing/2014/main" id="{87D6174E-6B48-E381-FD40-E08BF913AD21}"/>
              </a:ext>
            </a:extLst>
          </p:cNvPr>
          <p:cNvSpPr txBox="1"/>
          <p:nvPr/>
        </p:nvSpPr>
        <p:spPr>
          <a:xfrm>
            <a:off x="5799265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2002" name="TextBox 2001">
            <a:extLst>
              <a:ext uri="{FF2B5EF4-FFF2-40B4-BE49-F238E27FC236}">
                <a16:creationId xmlns:a16="http://schemas.microsoft.com/office/drawing/2014/main" id="{4F6C6DDA-507A-EDB0-DA86-D7FB083E8D02}"/>
              </a:ext>
            </a:extLst>
          </p:cNvPr>
          <p:cNvSpPr txBox="1"/>
          <p:nvPr/>
        </p:nvSpPr>
        <p:spPr>
          <a:xfrm>
            <a:off x="6184556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Mesh</a:t>
            </a:r>
          </a:p>
        </p:txBody>
      </p:sp>
      <p:sp>
        <p:nvSpPr>
          <p:cNvPr id="2003" name="TextBox 2002">
            <a:extLst>
              <a:ext uri="{FF2B5EF4-FFF2-40B4-BE49-F238E27FC236}">
                <a16:creationId xmlns:a16="http://schemas.microsoft.com/office/drawing/2014/main" id="{A27B07A1-26B8-11A7-8554-CA63EA309ECD}"/>
              </a:ext>
            </a:extLst>
          </p:cNvPr>
          <p:cNvSpPr txBox="1"/>
          <p:nvPr/>
        </p:nvSpPr>
        <p:spPr>
          <a:xfrm>
            <a:off x="6569581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Secure</a:t>
            </a:r>
          </a:p>
        </p:txBody>
      </p:sp>
      <p:sp>
        <p:nvSpPr>
          <p:cNvPr id="2004" name="TextBox 2003">
            <a:extLst>
              <a:ext uri="{FF2B5EF4-FFF2-40B4-BE49-F238E27FC236}">
                <a16:creationId xmlns:a16="http://schemas.microsoft.com/office/drawing/2014/main" id="{9692EE85-2437-BC23-91F0-32B32B6E7CA5}"/>
              </a:ext>
            </a:extLst>
          </p:cNvPr>
          <p:cNvSpPr txBox="1"/>
          <p:nvPr/>
        </p:nvSpPr>
        <p:spPr>
          <a:xfrm>
            <a:off x="6950311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</a:t>
            </a:r>
          </a:p>
        </p:txBody>
      </p:sp>
      <p:sp>
        <p:nvSpPr>
          <p:cNvPr id="2005" name="TextBox 2004">
            <a:extLst>
              <a:ext uri="{FF2B5EF4-FFF2-40B4-BE49-F238E27FC236}">
                <a16:creationId xmlns:a16="http://schemas.microsoft.com/office/drawing/2014/main" id="{25B5281D-0256-288D-A93E-FCFBEED5A561}"/>
              </a:ext>
            </a:extLst>
          </p:cNvPr>
          <p:cNvSpPr txBox="1"/>
          <p:nvPr/>
        </p:nvSpPr>
        <p:spPr>
          <a:xfrm>
            <a:off x="7323303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 Turbine</a:t>
            </a:r>
          </a:p>
        </p:txBody>
      </p:sp>
      <p:sp>
        <p:nvSpPr>
          <p:cNvPr id="2006" name="TextBox 2005">
            <a:extLst>
              <a:ext uri="{FF2B5EF4-FFF2-40B4-BE49-F238E27FC236}">
                <a16:creationId xmlns:a16="http://schemas.microsoft.com/office/drawing/2014/main" id="{B3BF81B8-7472-C30F-7819-AD653BFB99B1}"/>
              </a:ext>
            </a:extLst>
          </p:cNvPr>
          <p:cNvSpPr txBox="1"/>
          <p:nvPr/>
        </p:nvSpPr>
        <p:spPr>
          <a:xfrm>
            <a:off x="7708328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Wine Glass</a:t>
            </a:r>
          </a:p>
        </p:txBody>
      </p:sp>
      <p:sp>
        <p:nvSpPr>
          <p:cNvPr id="2007" name="TextBox 2006">
            <a:extLst>
              <a:ext uri="{FF2B5EF4-FFF2-40B4-BE49-F238E27FC236}">
                <a16:creationId xmlns:a16="http://schemas.microsoft.com/office/drawing/2014/main" id="{1AA63E92-122C-296A-9F55-CA06EC2C9720}"/>
              </a:ext>
            </a:extLst>
          </p:cNvPr>
          <p:cNvSpPr txBox="1"/>
          <p:nvPr/>
        </p:nvSpPr>
        <p:spPr>
          <a:xfrm>
            <a:off x="8085189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X</a:t>
            </a:r>
          </a:p>
        </p:txBody>
      </p:sp>
      <p:sp>
        <p:nvSpPr>
          <p:cNvPr id="2008" name="TextBox 2007">
            <a:extLst>
              <a:ext uri="{FF2B5EF4-FFF2-40B4-BE49-F238E27FC236}">
                <a16:creationId xmlns:a16="http://schemas.microsoft.com/office/drawing/2014/main" id="{C9E34F19-3D69-4835-15DE-D18B12E98DE3}"/>
              </a:ext>
            </a:extLst>
          </p:cNvPr>
          <p:cNvSpPr txBox="1"/>
          <p:nvPr/>
        </p:nvSpPr>
        <p:spPr>
          <a:xfrm>
            <a:off x="8470215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</a:t>
            </a:r>
          </a:p>
        </p:txBody>
      </p:sp>
      <p:sp>
        <p:nvSpPr>
          <p:cNvPr id="2009" name="TextBox 2008">
            <a:extLst>
              <a:ext uri="{FF2B5EF4-FFF2-40B4-BE49-F238E27FC236}">
                <a16:creationId xmlns:a16="http://schemas.microsoft.com/office/drawing/2014/main" id="{341FDEFE-78D8-921C-65FA-460D98757E1B}"/>
              </a:ext>
            </a:extLst>
          </p:cNvPr>
          <p:cNvSpPr txBox="1"/>
          <p:nvPr/>
        </p:nvSpPr>
        <p:spPr>
          <a:xfrm>
            <a:off x="8855240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 Filled</a:t>
            </a:r>
          </a:p>
        </p:txBody>
      </p:sp>
      <p:sp>
        <p:nvSpPr>
          <p:cNvPr id="2044" name="TextBox 2043">
            <a:extLst>
              <a:ext uri="{FF2B5EF4-FFF2-40B4-BE49-F238E27FC236}">
                <a16:creationId xmlns:a16="http://schemas.microsoft.com/office/drawing/2014/main" id="{9F4D3B08-0D9F-26B5-3E0F-892E4D5A2B9C}"/>
              </a:ext>
            </a:extLst>
          </p:cNvPr>
          <p:cNvSpPr txBox="1"/>
          <p:nvPr/>
        </p:nvSpPr>
        <p:spPr>
          <a:xfrm>
            <a:off x="10003849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Visa</a:t>
            </a:r>
          </a:p>
        </p:txBody>
      </p:sp>
      <p:sp>
        <p:nvSpPr>
          <p:cNvPr id="2045" name="TextBox 2044">
            <a:extLst>
              <a:ext uri="{FF2B5EF4-FFF2-40B4-BE49-F238E27FC236}">
                <a16:creationId xmlns:a16="http://schemas.microsoft.com/office/drawing/2014/main" id="{E6C7E35C-8C5D-44EC-2D28-065F65609988}"/>
              </a:ext>
            </a:extLst>
          </p:cNvPr>
          <p:cNvSpPr txBox="1"/>
          <p:nvPr/>
        </p:nvSpPr>
        <p:spPr>
          <a:xfrm>
            <a:off x="1038887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Timer</a:t>
            </a:r>
          </a:p>
        </p:txBody>
      </p:sp>
      <p:sp>
        <p:nvSpPr>
          <p:cNvPr id="2046" name="TextBox 2045">
            <a:extLst>
              <a:ext uri="{FF2B5EF4-FFF2-40B4-BE49-F238E27FC236}">
                <a16:creationId xmlns:a16="http://schemas.microsoft.com/office/drawing/2014/main" id="{FF87B05D-210F-FEFE-EB28-8833DF448931}"/>
              </a:ext>
            </a:extLst>
          </p:cNvPr>
          <p:cNvSpPr txBox="1"/>
          <p:nvPr/>
        </p:nvSpPr>
        <p:spPr>
          <a:xfrm>
            <a:off x="1076502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Voicemail</a:t>
            </a:r>
          </a:p>
        </p:txBody>
      </p:sp>
      <p:pic>
        <p:nvPicPr>
          <p:cNvPr id="1971" name="Graphic 1970">
            <a:extLst>
              <a:ext uri="{FF2B5EF4-FFF2-40B4-BE49-F238E27FC236}">
                <a16:creationId xmlns:a16="http://schemas.microsoft.com/office/drawing/2014/main" id="{BF0B6BA8-56EA-3256-E47E-CCD17DFC77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8"/>
              </a:ext>
            </a:extLst>
          </a:blip>
          <a:srcRect/>
          <a:stretch/>
        </p:blipFill>
        <p:spPr>
          <a:xfrm>
            <a:off x="11237841" y="5129253"/>
            <a:ext cx="168950" cy="168950"/>
          </a:xfrm>
          <a:prstGeom prst="rect">
            <a:avLst/>
          </a:prstGeom>
        </p:spPr>
      </p:pic>
      <p:sp>
        <p:nvSpPr>
          <p:cNvPr id="1972" name="TextBox 1971">
            <a:extLst>
              <a:ext uri="{FF2B5EF4-FFF2-40B4-BE49-F238E27FC236}">
                <a16:creationId xmlns:a16="http://schemas.microsoft.com/office/drawing/2014/main" id="{13A305CD-1DB4-07F2-7884-D3533B8D3605}"/>
              </a:ext>
            </a:extLst>
          </p:cNvPr>
          <p:cNvSpPr txBox="1"/>
          <p:nvPr/>
        </p:nvSpPr>
        <p:spPr>
          <a:xfrm>
            <a:off x="1113439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Wall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pic>
        <p:nvPicPr>
          <p:cNvPr id="1973" name="Graphic 1972">
            <a:extLst>
              <a:ext uri="{FF2B5EF4-FFF2-40B4-BE49-F238E27FC236}">
                <a16:creationId xmlns:a16="http://schemas.microsoft.com/office/drawing/2014/main" id="{2690DB83-7919-CC4C-1D73-BFFB79B468E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9"/>
              </a:ext>
            </a:extLst>
          </a:blip>
          <a:srcRect/>
          <a:stretch/>
        </p:blipFill>
        <p:spPr>
          <a:xfrm>
            <a:off x="6665910" y="2540349"/>
            <a:ext cx="168950" cy="168950"/>
          </a:xfrm>
          <a:prstGeom prst="rect">
            <a:avLst/>
          </a:prstGeom>
        </p:spPr>
      </p:pic>
      <p:pic>
        <p:nvPicPr>
          <p:cNvPr id="1974" name="Graphic 1973">
            <a:extLst>
              <a:ext uri="{FF2B5EF4-FFF2-40B4-BE49-F238E27FC236}">
                <a16:creationId xmlns:a16="http://schemas.microsoft.com/office/drawing/2014/main" id="{EFB247C8-79C3-BA0C-3B12-BF5BA11C77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0"/>
              </a:ext>
            </a:extLst>
          </a:blip>
          <a:srcRect/>
          <a:stretch/>
        </p:blipFill>
        <p:spPr>
          <a:xfrm>
            <a:off x="7041584" y="2540349"/>
            <a:ext cx="168950" cy="168950"/>
          </a:xfrm>
          <a:prstGeom prst="rect">
            <a:avLst/>
          </a:prstGeom>
        </p:spPr>
      </p:pic>
      <p:sp>
        <p:nvSpPr>
          <p:cNvPr id="1975" name="TextBox 1974">
            <a:extLst>
              <a:ext uri="{FF2B5EF4-FFF2-40B4-BE49-F238E27FC236}">
                <a16:creationId xmlns:a16="http://schemas.microsoft.com/office/drawing/2014/main" id="{97103F17-1542-1DDC-BB74-803B97F9A2FD}"/>
              </a:ext>
            </a:extLst>
          </p:cNvPr>
          <p:cNvSpPr txBox="1"/>
          <p:nvPr/>
        </p:nvSpPr>
        <p:spPr>
          <a:xfrm>
            <a:off x="6629362" y="2733976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Next</a:t>
            </a:r>
          </a:p>
        </p:txBody>
      </p:sp>
      <p:sp>
        <p:nvSpPr>
          <p:cNvPr id="1976" name="TextBox 1975">
            <a:extLst>
              <a:ext uri="{FF2B5EF4-FFF2-40B4-BE49-F238E27FC236}">
                <a16:creationId xmlns:a16="http://schemas.microsoft.com/office/drawing/2014/main" id="{7EFECF46-3BC6-E42F-133F-6512AAEAAD95}"/>
              </a:ext>
            </a:extLst>
          </p:cNvPr>
          <p:cNvSpPr txBox="1"/>
          <p:nvPr/>
        </p:nvSpPr>
        <p:spPr>
          <a:xfrm>
            <a:off x="695313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Previous</a:t>
            </a:r>
          </a:p>
        </p:txBody>
      </p:sp>
    </p:spTree>
    <p:extLst>
      <p:ext uri="{BB962C8B-B14F-4D97-AF65-F5344CB8AC3E}">
        <p14:creationId xmlns:p14="http://schemas.microsoft.com/office/powerpoint/2010/main" val="242622025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Pag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Yes Sans">
      <a:majorFont>
        <a:latin typeface="Yes Sans Display Medium"/>
        <a:ea typeface=""/>
        <a:cs typeface=""/>
      </a:majorFont>
      <a:minorFont>
        <a:latin typeface="Yes Sans Text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E3760E06-A08F-4063-9CF9-C928D42BF731}"/>
    </a:ext>
  </a:extLst>
</a:theme>
</file>

<file path=ppt/theme/theme2.xml><?xml version="1.0" encoding="utf-8"?>
<a:theme xmlns:a="http://schemas.openxmlformats.org/drawingml/2006/main" name="1_Cover Pag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Yes Sans">
      <a:majorFont>
        <a:latin typeface="Yes Sans Display Medium"/>
        <a:ea typeface=""/>
        <a:cs typeface=""/>
      </a:majorFont>
      <a:minorFont>
        <a:latin typeface="Yes Sans Text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E3760E06-A08F-4063-9CF9-C928D42BF731}"/>
    </a:ext>
  </a:extLst>
</a:theme>
</file>

<file path=ppt/theme/theme3.xml><?xml version="1.0" encoding="utf-8"?>
<a:theme xmlns:a="http://schemas.openxmlformats.org/drawingml/2006/main" name="Divider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Optus_20260803.potx" id="{1AAA3467-EC13-4D5F-AF17-6D175A52551F}" vid="{5CB1D4E9-2167-42EC-830E-1A12645CADEC}"/>
    </a:ext>
  </a:extLst>
</a:theme>
</file>

<file path=ppt/theme/theme4.xml><?xml version="1.0" encoding="utf-8"?>
<a:theme xmlns:a="http://schemas.openxmlformats.org/drawingml/2006/main" name="Content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66E3E9"/>
      </a:accent2>
      <a:accent3>
        <a:srgbClr val="FFCB08"/>
      </a:accent3>
      <a:accent4>
        <a:srgbClr val="FFA100"/>
      </a:accent4>
      <a:accent5>
        <a:srgbClr val="006180"/>
      </a:accent5>
      <a:accent6>
        <a:srgbClr val="00828E"/>
      </a:accent6>
      <a:hlink>
        <a:srgbClr val="00323A"/>
      </a:hlink>
      <a:folHlink>
        <a:srgbClr val="00323A"/>
      </a:folHlink>
    </a:clrScheme>
    <a:fontScheme name="Yes Sans">
      <a:majorFont>
        <a:latin typeface="Yes Sans Display Medium"/>
        <a:ea typeface=""/>
        <a:cs typeface=""/>
      </a:majorFont>
      <a:minorFont>
        <a:latin typeface="Yes Sans Text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D9CA34D1-E0B0-47C1-AF13-F82671B7CD39}"/>
    </a:ext>
  </a:extLst>
</a:theme>
</file>

<file path=ppt/theme/theme5.xml><?xml version="1.0" encoding="utf-8"?>
<a:theme xmlns:a="http://schemas.openxmlformats.org/drawingml/2006/main" name="Image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E7CB25C9-CAC3-4EC9-A784-A5C2BA541B29}"/>
    </a:ext>
  </a:extLst>
</a:theme>
</file>

<file path=ppt/theme/theme6.xml><?xml version="1.0" encoding="utf-8"?>
<a:theme xmlns:a="http://schemas.openxmlformats.org/drawingml/2006/main" name="Branded Slide Background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66E3E9"/>
      </a:accent2>
      <a:accent3>
        <a:srgbClr val="FFCB08"/>
      </a:accent3>
      <a:accent4>
        <a:srgbClr val="FFA100"/>
      </a:accent4>
      <a:accent5>
        <a:srgbClr val="006180"/>
      </a:accent5>
      <a:accent6>
        <a:srgbClr val="00828E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445521DB-15D6-453F-9AEC-8AAC1C8652D0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7e1654f-f3b0-4303-8d05-5ae19f9d6ab1}" enabled="1" method="Standard" siteId="{17928398-834f-4756-9d9b-525628a13a4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47</TotalTime>
  <Words>3256</Words>
  <Application>Microsoft Macintosh PowerPoint</Application>
  <PresentationFormat>Widescreen</PresentationFormat>
  <Paragraphs>1102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Yes Sans Display Medium</vt:lpstr>
      <vt:lpstr>Yes Sans Text Medium</vt:lpstr>
      <vt:lpstr>Yes Sans Text Light</vt:lpstr>
      <vt:lpstr>Yes Sans Display</vt:lpstr>
      <vt:lpstr>Yes Sans Text</vt:lpstr>
      <vt:lpstr>Calibri</vt:lpstr>
      <vt:lpstr>Cover Pages</vt:lpstr>
      <vt:lpstr>1_Cover Pages</vt:lpstr>
      <vt:lpstr>Divider Slides</vt:lpstr>
      <vt:lpstr>Content Slides</vt:lpstr>
      <vt:lpstr>Image Slides</vt:lpstr>
      <vt:lpstr>Branded Slide Backgrounds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Optus Icons</vt:lpstr>
      <vt:lpstr>Optus Icons</vt:lpstr>
      <vt:lpstr>Optus Icons Treatment</vt:lpstr>
      <vt:lpstr>Optus Icons Treatment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Eadon</dc:creator>
  <cp:lastModifiedBy>Simon Buzolich</cp:lastModifiedBy>
  <cp:revision>7</cp:revision>
  <dcterms:created xsi:type="dcterms:W3CDTF">2026-08-25T22:57:22Z</dcterms:created>
  <dcterms:modified xsi:type="dcterms:W3CDTF">2026-09-02T23:52:49Z</dcterms:modified>
</cp:coreProperties>
</file>
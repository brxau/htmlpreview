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751" r:id="rId2"/>
    <p:sldMasterId id="2147483648" r:id="rId3"/>
    <p:sldMasterId id="2147483683" r:id="rId4"/>
    <p:sldMasterId id="2147483688" r:id="rId5"/>
  </p:sldMasterIdLst>
  <p:notesMasterIdLst>
    <p:notesMasterId r:id="rId18"/>
  </p:notesMasterIdLst>
  <p:handoutMasterIdLst>
    <p:handoutMasterId r:id="rId19"/>
  </p:handoutMasterIdLst>
  <p:sldIdLst>
    <p:sldId id="280" r:id="rId6"/>
    <p:sldId id="331" r:id="rId7"/>
    <p:sldId id="297" r:id="rId8"/>
    <p:sldId id="307" r:id="rId9"/>
    <p:sldId id="353" r:id="rId10"/>
    <p:sldId id="351" r:id="rId11"/>
    <p:sldId id="371" r:id="rId12"/>
    <p:sldId id="375" r:id="rId13"/>
    <p:sldId id="359" r:id="rId14"/>
    <p:sldId id="360" r:id="rId15"/>
    <p:sldId id="356" r:id="rId16"/>
    <p:sldId id="361" r:id="rId17"/>
  </p:sldIdLst>
  <p:sldSz cx="12192000" cy="6858000"/>
  <p:notesSz cx="6858000" cy="9144000"/>
  <p:embeddedFontLst>
    <p:embeddedFont>
      <p:font typeface="Yes Sans Display" panose="020B0504030101010103" pitchFamily="34" charset="77"/>
      <p:regular r:id="rId20"/>
      <p:bold r:id="rId21"/>
      <p:italic r:id="rId22"/>
      <p:boldItalic r:id="rId23"/>
    </p:embeddedFont>
    <p:embeddedFont>
      <p:font typeface="Yes Sans Display Medium" panose="020B0604030101010103" pitchFamily="34" charset="77"/>
      <p:regular r:id="rId24"/>
      <p:italic r:id="rId25"/>
    </p:embeddedFont>
    <p:embeddedFont>
      <p:font typeface="Yes Sans Text" panose="020B0504030101010103"/>
      <p:regular r:id="rId26"/>
      <p:bold r:id="rId27"/>
      <p:italic r:id="rId28"/>
      <p:boldItalic r:id="rId29"/>
    </p:embeddedFont>
    <p:embeddedFont>
      <p:font typeface="Yes Sans Text Light" panose="020B0304030101010103" pitchFamily="34" charset="77"/>
      <p:regular r:id="rId30"/>
      <p:italic r:id="rId31"/>
    </p:embeddedFont>
    <p:embeddedFont>
      <p:font typeface="Yes Sans Text Medium" panose="020B0604030101010103" pitchFamily="34" charset="77"/>
      <p:regular r:id="rId32"/>
      <p:italic r:id="rId33"/>
    </p:embeddedFont>
  </p:embeddedFontLst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15" autoAdjust="0"/>
    <p:restoredTop sz="96327"/>
  </p:normalViewPr>
  <p:slideViewPr>
    <p:cSldViewPr snapToGrid="0">
      <p:cViewPr varScale="1">
        <p:scale>
          <a:sx n="200" d="100"/>
          <a:sy n="200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22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DCEF1-4CAA-78E7-A534-FE53FED3D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24FED-6DDC-9E89-7214-5E93FFDA8D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6C2-FD7B-AC4A-92CD-05B90123FFB7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40255-61FF-C4F0-775C-0D0C0A4D6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60D48-3B7C-CDD1-DAD2-BB236DF100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1275-8353-824A-9856-AACEFB489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0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C515-7256-F740-9B8B-68DF7AA2C9FF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053F-07A3-E04F-9E92-4519CEC3C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86736D-AB65-D083-239A-D8ABF730F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B5C8AC-BEE3-EC60-C2E4-656DFC578C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988BE4-5428-70D2-FF40-C0A66DC59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B639A-0FC7-AE03-7A19-8367095B0D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85569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484C896-9BD0-95E3-5FFB-9F1D0E73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28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3767C71-0327-DF5A-4503-03D2EA5E5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869C538-A96E-66AE-6DB6-3B41B2737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D75690A-899B-B10F-63AE-5F8F88F4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F24290-5750-8EDD-BCA1-ED41943D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74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4316CB5-6586-B16D-4CDE-F9855252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144EB29-4ACC-0C7E-4B6B-29D62C3E0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65ADF69-7BCF-78EF-CE85-D4207C9236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8F9BA2-C438-C718-E119-3619A95DFD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389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B373668-BFB5-AAE7-780F-6908B4DE5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6971217-75D3-861C-5C32-4529396B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43A9D8A-BBB6-AA12-BD30-DF988B6C5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10A6AB6-A66B-D5AD-428D-4FE1C2FB1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45222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DF9E46-3AA1-718D-1C4A-18AC1E8126B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9465DD8-A30E-E726-9279-03EB67D9A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DC5EA05-8734-73C4-70E3-E0FC1AEBD6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D93771-2B08-EC19-4730-32E5AF08582B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01B95E-41D4-AAF4-1276-A511940244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40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C3A665F-FCC1-D504-987E-31DB16CC75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F64F04B-6849-C51F-FFF5-2F0177C62A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A128FC-B833-4BEF-4468-65A63798CD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4091E-3C87-6BE4-7A78-1933C7D40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C70E6C7F-D1B4-3EFF-7E4D-8F9C52748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7ECC8B-893B-868C-38F7-19465B005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42BD00A-2815-B61A-E734-EF08A070F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D3A1-5F36-62B5-F7B9-B45EB290E89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56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A4722FA-DD3C-5580-E1D3-C079D53CC3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73715C-F69F-DDFB-FCAB-4B4C79D767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BE2E8F4-67F4-AE87-CE9B-191E10C647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4A8A1-87FC-C08E-95CB-1528E5780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94F314-01AC-E3E0-6639-7C158156C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A3BD92A-04B9-2CEC-6D00-CC36B285DC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DB5654-0611-6B4F-2AF0-FF3CD9A820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8379-9516-5EA3-0132-4BD8F107EC6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DE77D669-6451-6A38-D645-8C694A46DA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DEDB5F-ADF0-4A37-A12C-2F691B6AE9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6C62F5A-A8C1-5E6C-A7ED-D1A3A3E827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BD451-E046-B471-0BD4-F7C1B2439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9565A98-10A0-EAA5-89FD-FA4639C23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D8BFE1-7A32-3210-C558-44C660CEAA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17CD5A-BE3A-2B8F-C284-BB7CA0B701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C59-F338-5515-1101-72BB19A92E9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9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25061745-767B-58D1-1B95-E5CC6AE7829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E9F82E-318C-AF8F-02BF-655DC8DB3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8301" y="5829301"/>
            <a:ext cx="11463142" cy="654050"/>
          </a:xfrm>
          <a:prstGeom prst="roundRect">
            <a:avLst>
              <a:gd name="adj" fmla="val 16446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E880682-4BE1-0769-0DF9-362003C21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03BDAC-2D80-A3D5-2FD3-E8EA8D7343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6228" b="1396"/>
          <a:stretch/>
        </p:blipFill>
        <p:spPr>
          <a:xfrm>
            <a:off x="596686" y="5896544"/>
            <a:ext cx="618799" cy="4598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12476F4-1230-11BF-F5FE-5C16BA499EA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205" b="1396"/>
          <a:stretch/>
        </p:blipFill>
        <p:spPr>
          <a:xfrm>
            <a:off x="10437541" y="5896544"/>
            <a:ext cx="1168926" cy="459806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2DA0285-3394-7237-4372-26D40BBD0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7B14E98-5996-38F5-F365-A3E67FD29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EDF3259-02FE-ABA0-4A90-3989C2686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F251C6-016B-5851-2CFA-AA58B1E70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FFE199A-F6CD-8C7B-DED4-3319AEF6605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13C3F76-6361-A49C-6395-0F1C4EB8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0EE5442-7815-5B13-28B1-B3544EB80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B8E634F-0887-482D-367D-0C83EF939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92944F-E440-5577-9DD7-ED1CBB5566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37953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F8FC14F-9652-5E69-0C29-E672CE0F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F354E82-0927-1DDF-10B8-F98450D7A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88FC69E-EB31-7826-F761-D41070B2E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8265EF0-14BE-9721-1C0B-3CD4F4FEC1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798655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EF3BD-58B4-B683-22E4-B481E129C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2F1FA80-CFA0-F9E4-FE39-A955D7888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342DB15-A355-9CB9-1BC4-C322DC409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9FDB473-1A4A-FC5D-5E18-EDD3447AA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72330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44D06-9488-8D10-ED81-A196E6FA4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06C97E1-5FB6-6E60-68DB-8FAE19FD16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C672A0B-2FD0-2683-BD57-13FBA880C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B147B6-0B40-324D-CE68-B95330ED1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05307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C1E7-E083-8232-462F-D94A49886C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935CF2B-5069-6FA4-E3FE-6A8A7F31E4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6238FBC-88A6-3898-9AE8-877B5ED6F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0FF580B-93D6-522C-99BE-7410E29D9E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0591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9AE6006-1F4A-E7EF-C163-3C6017869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49160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87AE645-F499-DA93-1881-CAF413B48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43332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FF5FD65-2054-A921-0572-CE5C6D377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38954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22A9B69-DE2D-D769-8312-859BF85CAD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959161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3C7D646-8D00-20C5-C666-8F5CC6BBBC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44691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4BD30A1-160D-79D9-28CD-21B006678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606257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B91E71-C28C-DF12-CE68-851FE545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09" r="5136"/>
          <a:stretch/>
        </p:blipFill>
        <p:spPr>
          <a:xfrm rot="16200000">
            <a:off x="2667237" y="-2666763"/>
            <a:ext cx="6858000" cy="1219152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FB28A2-5800-FAE8-C9A4-0BFE0530055D}"/>
              </a:ext>
            </a:extLst>
          </p:cNvPr>
          <p:cNvSpPr/>
          <p:nvPr userDrawn="1"/>
        </p:nvSpPr>
        <p:spPr>
          <a:xfrm>
            <a:off x="390295" y="384424"/>
            <a:ext cx="5027095" cy="6084862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6FA9-1DAA-7659-465F-30006B79983D}"/>
              </a:ext>
            </a:extLst>
          </p:cNvPr>
          <p:cNvSpPr txBox="1"/>
          <p:nvPr userDrawn="1"/>
        </p:nvSpPr>
        <p:spPr>
          <a:xfrm>
            <a:off x="667199" y="1587831"/>
            <a:ext cx="4612725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Optus acknowledges the Traditional Custodians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of the lands, waters and skies across Australia.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pay our respects to Elders past and present and honour the strength and continuity of the world’s oldest living cultures.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recognise that connection and communication have always been central to First Nations communities.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are committed to learning from this legacy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and to supporting a future where connection is accessible, safe and inclusive for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0D700-5D4E-7F69-1D15-840B381F4823}"/>
              </a:ext>
            </a:extLst>
          </p:cNvPr>
          <p:cNvSpPr txBox="1"/>
          <p:nvPr userDrawn="1"/>
        </p:nvSpPr>
        <p:spPr>
          <a:xfrm>
            <a:off x="667199" y="5616837"/>
            <a:ext cx="4473290" cy="553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lvl="0">
              <a:lnSpc>
                <a:spcPts val="1200"/>
              </a:lnSpc>
            </a:pPr>
            <a:r>
              <a:rPr lang="en-GB" sz="1100" b="0" i="0" dirty="0">
                <a:latin typeface="Yes Sans Text Medium" panose="020B0504030101010103" pitchFamily="34" charset="77"/>
              </a:rPr>
              <a:t>Artwork: </a:t>
            </a:r>
            <a:r>
              <a:rPr lang="en-GB" sz="1100" b="0" i="0" dirty="0">
                <a:latin typeface="Yes Sans Text" panose="020B0504030101010103" pitchFamily="34" charset="77"/>
              </a:rPr>
              <a:t>‘Community and the Ocean’. This collaborative work is by five proud </a:t>
            </a:r>
            <a:r>
              <a:rPr lang="en-GB" sz="1100" b="0" i="0" dirty="0" err="1">
                <a:latin typeface="Yes Sans Text" panose="020B0504030101010103" pitchFamily="34" charset="77"/>
              </a:rPr>
              <a:t>Gunggandji</a:t>
            </a:r>
            <a:r>
              <a:rPr lang="en-GB" sz="1100" b="0" i="0" dirty="0">
                <a:latin typeface="Yes Sans Text" panose="020B0504030101010103" pitchFamily="34" charset="77"/>
              </a:rPr>
              <a:t> artists and reflects the intertwined nature of people and place in </a:t>
            </a:r>
            <a:r>
              <a:rPr lang="en-GB" sz="1100" b="0" i="0" dirty="0" err="1">
                <a:latin typeface="Yes Sans Text" panose="020B0504030101010103" pitchFamily="34" charset="77"/>
              </a:rPr>
              <a:t>Yarrabah</a:t>
            </a:r>
            <a:r>
              <a:rPr lang="en-GB" sz="1100" b="0" i="0" dirty="0">
                <a:latin typeface="Yes Sans Text" panose="020B0504030101010103" pitchFamily="34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702D-BDF1-7A1C-8439-0FEF6FCF293A}"/>
              </a:ext>
            </a:extLst>
          </p:cNvPr>
          <p:cNvSpPr txBox="1"/>
          <p:nvPr userDrawn="1"/>
        </p:nvSpPr>
        <p:spPr>
          <a:xfrm>
            <a:off x="681946" y="658665"/>
            <a:ext cx="44732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6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0" i="0" dirty="0">
                <a:latin typeface="Yes Sans Display Medium" panose="020B0504030101010103" pitchFamily="34" charset="77"/>
              </a:rPr>
              <a:t>Acknowledgement </a:t>
            </a:r>
            <a:br>
              <a:rPr lang="en-GB" sz="2800" b="0" i="0" dirty="0">
                <a:latin typeface="Yes Sans Display Medium" panose="020B0504030101010103" pitchFamily="34" charset="77"/>
              </a:rPr>
            </a:br>
            <a:r>
              <a:rPr lang="en-GB" sz="2800" b="0" i="0" dirty="0">
                <a:latin typeface="Yes Sans Display Medium" panose="020B0504030101010103" pitchFamily="34" charset="77"/>
              </a:rPr>
              <a:t>of Country</a:t>
            </a:r>
            <a:endParaRPr lang="en-US" sz="2800" b="0" i="0" dirty="0">
              <a:latin typeface="Yes Sans Display Medium" panose="020B05040301010101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09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C7C8CB-FD04-BF9C-EA54-1F49A45FB2C8}"/>
              </a:ext>
            </a:extLst>
          </p:cNvPr>
          <p:cNvSpPr/>
          <p:nvPr userDrawn="1"/>
        </p:nvSpPr>
        <p:spPr>
          <a:xfrm>
            <a:off x="5709922" y="379140"/>
            <a:ext cx="6101945" cy="6110870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3CA54-531E-4D93-5DAD-6B439F751859}"/>
              </a:ext>
            </a:extLst>
          </p:cNvPr>
          <p:cNvSpPr/>
          <p:nvPr userDrawn="1"/>
        </p:nvSpPr>
        <p:spPr>
          <a:xfrm>
            <a:off x="390295" y="379140"/>
            <a:ext cx="5118407" cy="6110870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F362-A70A-4C0A-5DDB-DE1C702E0A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5" y="903923"/>
            <a:ext cx="4596161" cy="5122804"/>
          </a:xfrm>
        </p:spPr>
        <p:txBody>
          <a:bodyPr anchor="ctr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Agenda 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C80964-49FB-344F-BD25-EAC1AFD9B5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1274" y="864283"/>
            <a:ext cx="5465762" cy="5313362"/>
          </a:xfrm>
        </p:spPr>
        <p:txBody>
          <a:bodyPr>
            <a:normAutofit/>
          </a:bodyPr>
          <a:lstStyle>
            <a:lvl1pPr marL="401638" indent="-401638">
              <a:lnSpc>
                <a:spcPct val="100000"/>
              </a:lnSpc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tabLst/>
              <a:defRPr sz="2100" b="0" i="0">
                <a:latin typeface="Yes Sans Text Medium" panose="020B0504030101010103" pitchFamily="34" charset="77"/>
              </a:defRPr>
            </a:lvl1pPr>
            <a:lvl2pPr marL="395985" indent="-431984">
              <a:buClr>
                <a:schemeClr val="accent1"/>
              </a:buClr>
              <a:buFont typeface="+mj-lt"/>
              <a:buAutoNum type="arabicPeriod"/>
              <a:defRPr/>
            </a:lvl2pPr>
            <a:lvl3pPr marL="395985" indent="-431984">
              <a:buClr>
                <a:schemeClr val="accent1"/>
              </a:buClr>
              <a:buFont typeface="+mj-lt"/>
              <a:buAutoNum type="arabicPeriod"/>
              <a:defRPr/>
            </a:lvl3pPr>
            <a:lvl4pPr marL="395985" indent="-431984">
              <a:buClr>
                <a:schemeClr val="accent1"/>
              </a:buClr>
              <a:buFont typeface="+mj-lt"/>
              <a:buAutoNum type="arabicPeriod"/>
              <a:defRPr/>
            </a:lvl4pPr>
            <a:lvl5pPr marL="395985" indent="-431984">
              <a:buClr>
                <a:schemeClr val="accent1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​Lorem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DED1-C05F-CD64-392A-230F56A0B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374650"/>
            <a:ext cx="5608638" cy="5257800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ctr" anchorCtr="0"/>
          <a:lstStyle>
            <a:lvl1pPr>
              <a:lnSpc>
                <a:spcPts val="4900"/>
              </a:lnSpc>
              <a:spcAft>
                <a:spcPts val="0"/>
              </a:spcAft>
              <a:defRPr sz="49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Welcome,</a:t>
            </a:r>
            <a:br>
              <a:rPr lang="en-GB" dirty="0"/>
            </a:br>
            <a:r>
              <a:rPr lang="en-GB" dirty="0"/>
              <a:t>Speaker Name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4B3E45-4F5C-2357-243D-58CAE8A5A5BB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BE3A1B3-D5B5-6205-8E8D-77792F2DF9B4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28B8FB2-2BD9-ABD4-E2CC-5A2FEF44768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071EFD8-92FE-C4D1-B184-3056DC38DB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9E2A78B-75B4-0C43-A33E-5273386918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2984" y="374649"/>
            <a:ext cx="5608723" cy="5258335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B931703-5E00-00EA-733B-E27B40E3B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438" y="3703463"/>
            <a:ext cx="5054636" cy="61100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Subheading or Position/Company Name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075B7AAB-1F57-A342-3F44-399E519F8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360" y="1825067"/>
            <a:ext cx="5054636" cy="2830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5"/>
              </a:lnSpc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078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B30-F378-5CF2-E54D-CB34AF943E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54" y="1100543"/>
            <a:ext cx="10843227" cy="246888"/>
          </a:xfrm>
        </p:spPr>
        <p:txBody>
          <a:bodyPr>
            <a:noAutofit/>
          </a:bodyPr>
          <a:lstStyle>
            <a:lvl1pPr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224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6A1902AB-B3AB-82FF-3513-B1E9D698F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86293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DDE0324A-B185-82E5-F1E4-B0F2036A84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0346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02FA5ABB-2AB7-CE80-E62D-62A7C0A3E0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3440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017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017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D547C0F-3D15-EE0A-6EFC-6C11227F3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32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CA56D12-9334-A55D-A586-260B45B29B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8732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3189DA2-58AC-8C80-54F0-D705BF0482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346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5EA7525-4913-3081-4C68-4C0C38985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0346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C48732-6849-23B9-4E15-322D774F2C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3367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710613F-7B1D-C10D-7667-C37FF21CF4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33367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9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337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337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338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559863F3-8130-4740-BEB2-0161AD89F23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A559734-3D65-FF5E-D1F2-D08BFB9418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8653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2AEF31F4-7568-E76D-13E3-8DE60E83F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8653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7BF9DF3-A0E4-351E-1F13-DB1780D528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654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3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7016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27016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60ACE-8103-35FC-4517-5F189D843A34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3D36DB2-270D-4D6D-C5D0-DCA3C1D0BA3F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89B33C-3150-A6ED-4980-1A59D3E19D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28708B-39BC-75F2-9489-5E953CB35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27017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1DD4B7-FC07-9BAF-384F-342EB8BAE37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C96BE7-1C5E-2E51-73BD-43ABD5E5FA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7332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2A5C80B-304C-A52F-2EDD-73052ED09A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7332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BEA8EF52-F119-8416-14F4-7269E00FD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7333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6A108222-EB2E-C9A7-994A-5FE104209FC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68338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B7FE2B-DCB9-655B-6743-0F9F91C472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7016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8C55D8-1B90-B179-D715-F7A1DCA20C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7016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6A2338C9-E894-F6F0-A9DF-7B7DC75F6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27017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563F81AF-80F6-A88E-06DD-1FF5FD673C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8654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586FB84-E27C-97B1-5340-D613E16A7E5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7332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19A232B-7328-CDFF-6074-2FF59FE044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47332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6A8C5820-8B06-3369-B5CE-5FDA7DF018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47333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3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6A91CEF-1EE6-FB43-E1BB-7DC676480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4135811-35A7-C167-7772-E308281D6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D0828-2F7B-03D2-5F6B-53B56F129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47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25C95-DBCE-181A-ACA2-3DC83D4AE4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4E7659D-4347-634D-33D2-39376D07D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53E7C-C013-6057-7EBE-1CA8B0A12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AC1B56-0DBB-B5C4-382E-2DC620649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2"/>
            <a:ext cx="6096000" cy="685799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AE0C4D-8512-4B28-B6C9-469435575E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7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B003B4-FB7C-0AC9-D52F-0FAE5F526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8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289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159EEB7-DF93-BFF6-1698-DE2377E1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48B4A6-2D16-A947-E33E-C1D759A9C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B85668-4601-FE3B-35D8-FEAA9489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6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5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E3DE-23B3-30E8-D3CC-A87A28A725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74AD072-526C-F589-7592-876C6D7E6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5308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25965CA-BC08-D8F9-8491-42C0AF04C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755D14-AB3A-0405-C62F-FC6174A89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8D34A-C0F5-5F7F-8282-2EDBC28DC52F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43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97FCEC-AE26-0B9F-83C9-ACC9F0AFB2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000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E5EC97-C25B-46D1-AD70-1AD9F941C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52234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03C83-A255-4B4C-F283-9C73DCC7E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777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4B36E1-2C3A-9A1B-62F6-C09B82095D69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68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C330E8-9D5A-CA10-6FD8-5D723AC2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9CC5D2-A144-9395-46F5-6694EF1DB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E0149DC-0731-CDE7-F364-44A0CE9CB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AEE1E8D-3F56-2722-8EE6-1DE9A0F6D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B871735-E27F-DBB1-A46B-A1E482F032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931974D-58CD-D325-EE5E-6C56C03678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7276AD3-8A65-CFC8-BC01-71C3AF93B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37C1CFE-D903-4EC8-DF37-5926B440B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B48DE-1F3C-F2E5-8C1A-E92E0CD45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FD9F04A-7A6B-076D-292E-94B0BD1914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4004F-1C5C-87B2-BCC9-EB119115B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A66CC2C-2A65-75A3-DDFF-7F640A4E2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6B296E9-B1C2-1F95-4A4E-FA1E18C25F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691486-2CA4-34DF-7040-D8759E9A9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661B2B-1575-694D-718E-A3C9EEF5E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2AB550B-036E-9055-2FB9-B849D6130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9821B01-C00F-172E-CB7B-5D23C6595C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DA8057-C523-FDC7-71B4-2B2E3C5E8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93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D29856-03FA-3EBD-9867-1F19219AA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8F82C6F-0615-76AA-EBF6-8FCB0288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88BB74B-22B6-1BF1-0BA2-F0F41082B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63FABC4-E580-39BB-A7D7-C40FC84D1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38BFA00-C200-0702-2561-14EEE74AB4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B5BE75-6579-2899-4916-D50D8DA131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5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A873F0-D9D3-82A0-9E90-CDF44D3C0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7F8E651-4044-D3B8-9FC0-022FAB3F2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35C0543-1459-EF24-64E8-54D9A8689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6A37A635-6680-2C8B-9614-9FD8E9C879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06C23E-FF9C-D860-4AE3-05494DA999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8455B53D-E9CD-BC01-02E8-24F35CC44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solidFill>
                  <a:schemeClr val="accent2"/>
                </a:solidFill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225F28-4E95-765B-0237-6F76CD89EA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6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10912064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B58CF3B-8411-DF7B-607B-14E92E52EB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20539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EF31B06-211A-EBA7-E2E6-804BE74149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70883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250D-E234-E280-13EA-68AB7D012C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21227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509DBF7-4647-DEBB-BD6D-FF6817F6D8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866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18A967-C800-697C-EF6F-F86187A11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74D2875-22B0-689B-3E90-142D080E9D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25641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94E1E-137D-10CF-E94A-D917885BCC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25642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2BE20642-6FD6-108D-429F-60D9CFC9C2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4554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967C227-2349-AE79-A8C3-041DC71FB7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4555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9A536B-44A8-B6D9-FD9C-6476CD783D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897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B24241E-3865-95FC-1451-4E129809234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4898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628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4F949F4-A527-92FB-E1F2-D3020003E9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3001" y="2465903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6B5284-3D25-B7BB-70BC-DF10F7D74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053" y="4324348"/>
            <a:ext cx="5406582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AFE1CB0-BDC7-8D19-9C60-0E37718274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638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9DF5BD-17C9-1D10-78B8-32206F11EC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866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3EFB542-9065-47CA-1BE8-270B3D12B5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1354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F55C5A6-546D-5BAE-79F8-4BA202136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5C275F34-2446-CA18-D349-8CC56CCF42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4211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45168949-9A85-705A-E63E-93FA3D829FE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3865" y="4519334"/>
            <a:ext cx="5035257" cy="30269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4E06F25-837B-DA5B-6D0D-E7851AE83E0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866" y="4908825"/>
            <a:ext cx="5035257" cy="106335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A745A43-00E6-688D-4246-43A1A2DB17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129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6" name="Text Placeholder 30">
            <a:extLst>
              <a:ext uri="{FF2B5EF4-FFF2-40B4-BE49-F238E27FC236}">
                <a16:creationId xmlns:a16="http://schemas.microsoft.com/office/drawing/2014/main" id="{568EF123-7ED5-3E8B-C9F1-90370A8B13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831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BFF0D4F-F8EF-F152-35F7-D773C06CD8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831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C6024AD0-4BA1-F5B9-E41A-ED8DFCA1AC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1417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1" name="Text Placeholder 30">
            <a:extLst>
              <a:ext uri="{FF2B5EF4-FFF2-40B4-BE49-F238E27FC236}">
                <a16:creationId xmlns:a16="http://schemas.microsoft.com/office/drawing/2014/main" id="{85E88BEC-7F26-64C6-9187-1A5B832282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19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0C2AADA2-E6E4-0988-81E6-1DF36436D4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19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63C331C-3DE6-5D66-75BE-209FEB6C1D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9705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C49F2D6F-EC14-2EC6-2CE0-B106D10B522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407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A7C40F0F-1AA8-BBC9-FC4C-BB47252B90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1407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73ED0F8-E2E6-D253-2F07-20455350F48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3129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E1FA8C86-2A5C-1189-A209-1B4A7A6AFD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831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C92D00CD-4D5D-FEC9-59B5-04F5B54F54A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831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C2755A8F-0B06-BE02-73AB-D4538F0E41B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17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7DCBF96F-5EF4-7F6A-4D99-C2B07C1E0F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19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EB6EA04B-9EF8-970E-FBF5-C35DF3FB4E0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119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472FD2F-BBA3-18B8-E53B-C10E83DAE16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705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5F23CFD-CF84-E203-8FC8-9AA20925DBA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407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4CED91C-1BFE-0AA2-931D-61599828614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1407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436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15722C-C4CA-D046-EF97-D86E815E5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38" y="1520824"/>
            <a:ext cx="10842625" cy="48799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248948-439B-55A7-DFBA-5B249770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36B5F-D517-45F6-C44F-06A86A2BE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480822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C0B5-975A-688B-EF57-FCD773464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515B25-15E9-8C73-DBC1-DF620E04BD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654457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57F9CD-7EA9-E74A-A1C6-DFB3BC79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5"/>
            <a:ext cx="10843227" cy="723015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here: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60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with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CB50CA8-D630-EFFD-0E72-2890223EAAF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56920" y="1758950"/>
            <a:ext cx="10678160" cy="446563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E18F70-3B30-061F-55A6-9B0B28AB0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6E3F7B-52CC-C5DD-EF39-A78848638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93479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035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61F151-217E-F53A-D3C8-546E747225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036BB09-5FC3-84B7-252A-7BE7C60EE1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858" y="4944234"/>
            <a:ext cx="11426284" cy="1544860"/>
          </a:xfrm>
          <a:prstGeom prst="roundRect">
            <a:avLst>
              <a:gd name="adj" fmla="val 11630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372167-38BF-8568-AD2E-E94D471D8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395" y="5230798"/>
            <a:ext cx="10850846" cy="370881"/>
          </a:xfrm>
        </p:spPr>
        <p:txBody>
          <a:bodyPr anchor="t" anchorCtr="0">
            <a:noAutofit/>
          </a:bodyPr>
          <a:lstStyle>
            <a:lvl1pPr>
              <a:lnSpc>
                <a:spcPts val="2500"/>
              </a:lnSpc>
              <a:defRPr sz="2800" b="0" i="0" spc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7545BD-573C-B2F4-D38A-A9FC32060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395" y="5641363"/>
            <a:ext cx="10850846" cy="297804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nunc</a:t>
            </a:r>
            <a:r>
              <a:rPr lang="en-GB" dirty="0"/>
              <a:t> </a:t>
            </a:r>
            <a:r>
              <a:rPr lang="en-GB" dirty="0" err="1"/>
              <a:t>vulputate</a:t>
            </a:r>
            <a:r>
              <a:rPr lang="en-GB" dirty="0"/>
              <a:t> libero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6179BB-C940-8517-34BD-E3F95C626C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395" y="5985883"/>
            <a:ext cx="10850846" cy="2978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goes here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C01090-F8F6-AD3D-9A9A-CE4109F63421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54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A382-092C-D804-FED7-6C4E6DDAA7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FDD97A-DB4F-ED43-180A-25BACA6800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9" y="803275"/>
            <a:ext cx="4527550" cy="5073650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CC201E5-8943-905F-595C-5F825A17E3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832" y="4147995"/>
            <a:ext cx="4011185" cy="11824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</a:t>
            </a:r>
            <a:r>
              <a:rPr lang="en-AU" dirty="0" err="1"/>
              <a:t>yorem</a:t>
            </a:r>
            <a:r>
              <a:rPr lang="en-AU" dirty="0"/>
              <a:t>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Nunc </a:t>
            </a:r>
            <a:r>
              <a:rPr lang="en-AU" dirty="0" err="1"/>
              <a:t>vulputate</a:t>
            </a:r>
            <a:r>
              <a:rPr lang="en-AU" dirty="0"/>
              <a:t> libero et </a:t>
            </a:r>
            <a:r>
              <a:rPr lang="en-AU" dirty="0" err="1"/>
              <a:t>velit</a:t>
            </a:r>
            <a:r>
              <a:rPr lang="en-AU" dirty="0"/>
              <a:t> </a:t>
            </a:r>
            <a:r>
              <a:rPr lang="en-AU" dirty="0" err="1"/>
              <a:t>interdum</a:t>
            </a:r>
            <a:r>
              <a:rPr lang="en-AU" dirty="0"/>
              <a:t>, ac </a:t>
            </a:r>
            <a:r>
              <a:rPr lang="en-AU" dirty="0" err="1"/>
              <a:t>aliquet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</a:t>
            </a:r>
            <a:r>
              <a:rPr lang="en-AU" dirty="0" err="1"/>
              <a:t>mattis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360AC0-EC06-8B3E-4B57-61537C5368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6" y="2180295"/>
            <a:ext cx="4010802" cy="1182444"/>
          </a:xfrm>
        </p:spPr>
        <p:txBody>
          <a:bodyPr anchor="t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lorum ipsum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8D8480C-150F-56D9-24A8-65B548549C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402528"/>
            <a:ext cx="401080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929A3F-DC19-9375-E4E3-2ECF624AC76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77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DF20555-9D00-C8F1-A757-96C01E4FC1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A284A-27DD-9F6D-A40E-B21E15245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8" y="364142"/>
            <a:ext cx="5692811" cy="6124952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5955CBD-AF2C-5DEC-6297-C99DFEC38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BF81A8A-5B7A-A56A-445C-8B1EBC68E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EDFF802-1A6A-961B-9A2E-2A6D0E25C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7343D7-D829-D647-47AA-80450F827514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5415-BFB3-4DB1-7BAC-23716F47FA72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80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8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3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3268" y="95751"/>
            <a:ext cx="8369421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37B4FFD-79BB-6F89-FD01-84271A99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92495" y="95751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7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6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E6EF44-19E2-06E8-08CF-4C143A8D0AE3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DD313-3711-6773-BE9A-034A1DF78C7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0F956DC-323A-B284-F8E7-E6A008652E97}"/>
              </a:ext>
            </a:extLst>
          </p:cNvPr>
          <p:cNvGrpSpPr/>
          <p:nvPr userDrawn="1"/>
        </p:nvGrpSpPr>
        <p:grpSpPr>
          <a:xfrm>
            <a:off x="374650" y="5829300"/>
            <a:ext cx="11456794" cy="654050"/>
            <a:chOff x="374650" y="5829300"/>
            <a:chExt cx="11456794" cy="65405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16444D-7E8F-D6E4-489C-C121837EF8B3}"/>
                </a:ext>
              </a:extLst>
            </p:cNvPr>
            <p:cNvSpPr/>
            <p:nvPr userDrawn="1"/>
          </p:nvSpPr>
          <p:spPr>
            <a:xfrm>
              <a:off x="374650" y="5829300"/>
              <a:ext cx="11456794" cy="65405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B0E1A9E-6A1A-4B3D-A864-ABE05872B4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r="66228" b="1396"/>
            <a:stretch/>
          </p:blipFill>
          <p:spPr>
            <a:xfrm>
              <a:off x="596684" y="5896544"/>
              <a:ext cx="618799" cy="45980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5551E8C-BF67-1934-9020-79658F532FF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36205" b="1396"/>
            <a:stretch/>
          </p:blipFill>
          <p:spPr>
            <a:xfrm>
              <a:off x="10437541" y="5896544"/>
              <a:ext cx="1168926" cy="459806"/>
            </a:xfrm>
            <a:prstGeom prst="rect">
              <a:avLst/>
            </a:prstGeom>
          </p:spPr>
        </p:pic>
      </p:grp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706" r:id="rId7"/>
    <p:sldLayoutId id="2147483707" r:id="rId8"/>
    <p:sldLayoutId id="2147483708" r:id="rId9"/>
    <p:sldLayoutId id="2147483709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AD86C0-09B7-85C6-21F9-839F2AB3772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603065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C81A46-B50B-A616-31AA-4E43E23494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8" r:id="rId3"/>
    <p:sldLayoutId id="2147483650" r:id="rId4"/>
    <p:sldLayoutId id="2147483737" r:id="rId5"/>
    <p:sldLayoutId id="2147483738" r:id="rId6"/>
    <p:sldLayoutId id="2147483682" r:id="rId7"/>
    <p:sldLayoutId id="2147483734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35" r:id="rId16"/>
    <p:sldLayoutId id="2147483759" r:id="rId17"/>
    <p:sldLayoutId id="2147483758" r:id="rId18"/>
    <p:sldLayoutId id="2147483739" r:id="rId19"/>
    <p:sldLayoutId id="2147483687" r:id="rId20"/>
    <p:sldLayoutId id="2147483727" r:id="rId21"/>
    <p:sldLayoutId id="2147483736" r:id="rId22"/>
    <p:sldLayoutId id="2147483655" r:id="rId23"/>
  </p:sldLayoutIdLst>
  <p:hf sldNum="0" hdr="0" ftr="0" dt="0"/>
  <p:txStyles>
    <p:titleStyle>
      <a:lvl1pPr algn="l" defTabSz="914366" rtl="0" eaLnBrk="1" latinLnBrk="0" hangingPunct="1">
        <a:lnSpc>
          <a:spcPts val="28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8F22-85F3-6280-7EA5-81784DD86FA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B1C-BA02-64A6-BFFA-0E4471FC99DC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  <p:sldLayoutId id="2147483693" r:id="rId3"/>
    <p:sldLayoutId id="2147483694" r:id="rId4"/>
    <p:sldLayoutId id="2147483695" r:id="rId5"/>
    <p:sldLayoutId id="2147483744" r:id="rId6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svg"/><Relationship Id="rId21" Type="http://schemas.openxmlformats.org/officeDocument/2006/relationships/image" Target="../media/image28.svg"/><Relationship Id="rId42" Type="http://schemas.openxmlformats.org/officeDocument/2006/relationships/image" Target="../media/image49.svg"/><Relationship Id="rId63" Type="http://schemas.openxmlformats.org/officeDocument/2006/relationships/image" Target="../media/image70.svg"/><Relationship Id="rId84" Type="http://schemas.openxmlformats.org/officeDocument/2006/relationships/image" Target="../media/image91.svg"/><Relationship Id="rId138" Type="http://schemas.openxmlformats.org/officeDocument/2006/relationships/image" Target="../media/image145.svg"/><Relationship Id="rId159" Type="http://schemas.openxmlformats.org/officeDocument/2006/relationships/image" Target="../media/image166.svg"/><Relationship Id="rId170" Type="http://schemas.openxmlformats.org/officeDocument/2006/relationships/image" Target="../media/image177.svg"/><Relationship Id="rId191" Type="http://schemas.openxmlformats.org/officeDocument/2006/relationships/image" Target="../media/image198.svg"/><Relationship Id="rId205" Type="http://schemas.openxmlformats.org/officeDocument/2006/relationships/image" Target="../media/image212.svg"/><Relationship Id="rId226" Type="http://schemas.openxmlformats.org/officeDocument/2006/relationships/image" Target="../media/image233.svg"/><Relationship Id="rId107" Type="http://schemas.openxmlformats.org/officeDocument/2006/relationships/image" Target="../media/image114.svg"/><Relationship Id="rId11" Type="http://schemas.openxmlformats.org/officeDocument/2006/relationships/image" Target="../media/image18.svg"/><Relationship Id="rId32" Type="http://schemas.openxmlformats.org/officeDocument/2006/relationships/image" Target="../media/image39.svg"/><Relationship Id="rId53" Type="http://schemas.openxmlformats.org/officeDocument/2006/relationships/image" Target="../media/image60.svg"/><Relationship Id="rId74" Type="http://schemas.openxmlformats.org/officeDocument/2006/relationships/image" Target="../media/image81.svg"/><Relationship Id="rId128" Type="http://schemas.openxmlformats.org/officeDocument/2006/relationships/image" Target="../media/image135.svg"/><Relationship Id="rId149" Type="http://schemas.openxmlformats.org/officeDocument/2006/relationships/image" Target="../media/image156.svg"/><Relationship Id="rId5" Type="http://schemas.openxmlformats.org/officeDocument/2006/relationships/image" Target="../media/image12.svg"/><Relationship Id="rId95" Type="http://schemas.openxmlformats.org/officeDocument/2006/relationships/image" Target="../media/image102.svg"/><Relationship Id="rId160" Type="http://schemas.openxmlformats.org/officeDocument/2006/relationships/image" Target="../media/image167.svg"/><Relationship Id="rId181" Type="http://schemas.openxmlformats.org/officeDocument/2006/relationships/image" Target="../media/image188.svg"/><Relationship Id="rId216" Type="http://schemas.openxmlformats.org/officeDocument/2006/relationships/image" Target="../media/image223.svg"/><Relationship Id="rId237" Type="http://schemas.openxmlformats.org/officeDocument/2006/relationships/image" Target="../media/image244.svg"/><Relationship Id="rId22" Type="http://schemas.openxmlformats.org/officeDocument/2006/relationships/image" Target="../media/image29.svg"/><Relationship Id="rId43" Type="http://schemas.openxmlformats.org/officeDocument/2006/relationships/image" Target="../media/image50.svg"/><Relationship Id="rId64" Type="http://schemas.openxmlformats.org/officeDocument/2006/relationships/image" Target="../media/image71.svg"/><Relationship Id="rId118" Type="http://schemas.openxmlformats.org/officeDocument/2006/relationships/image" Target="../media/image125.svg"/><Relationship Id="rId139" Type="http://schemas.openxmlformats.org/officeDocument/2006/relationships/image" Target="../media/image146.svg"/><Relationship Id="rId85" Type="http://schemas.openxmlformats.org/officeDocument/2006/relationships/image" Target="../media/image92.svg"/><Relationship Id="rId150" Type="http://schemas.openxmlformats.org/officeDocument/2006/relationships/image" Target="../media/image157.svg"/><Relationship Id="rId171" Type="http://schemas.openxmlformats.org/officeDocument/2006/relationships/image" Target="../media/image178.svg"/><Relationship Id="rId192" Type="http://schemas.openxmlformats.org/officeDocument/2006/relationships/image" Target="../media/image199.svg"/><Relationship Id="rId206" Type="http://schemas.openxmlformats.org/officeDocument/2006/relationships/image" Target="../media/image213.svg"/><Relationship Id="rId227" Type="http://schemas.openxmlformats.org/officeDocument/2006/relationships/image" Target="../media/image234.svg"/><Relationship Id="rId12" Type="http://schemas.openxmlformats.org/officeDocument/2006/relationships/image" Target="../media/image19.svg"/><Relationship Id="rId33" Type="http://schemas.openxmlformats.org/officeDocument/2006/relationships/image" Target="../media/image40.svg"/><Relationship Id="rId108" Type="http://schemas.openxmlformats.org/officeDocument/2006/relationships/image" Target="../media/image115.svg"/><Relationship Id="rId129" Type="http://schemas.openxmlformats.org/officeDocument/2006/relationships/image" Target="../media/image136.svg"/><Relationship Id="rId54" Type="http://schemas.openxmlformats.org/officeDocument/2006/relationships/image" Target="../media/image61.svg"/><Relationship Id="rId75" Type="http://schemas.openxmlformats.org/officeDocument/2006/relationships/image" Target="../media/image82.svg"/><Relationship Id="rId96" Type="http://schemas.openxmlformats.org/officeDocument/2006/relationships/image" Target="../media/image103.svg"/><Relationship Id="rId140" Type="http://schemas.openxmlformats.org/officeDocument/2006/relationships/image" Target="../media/image147.svg"/><Relationship Id="rId161" Type="http://schemas.openxmlformats.org/officeDocument/2006/relationships/image" Target="../media/image168.svg"/><Relationship Id="rId182" Type="http://schemas.openxmlformats.org/officeDocument/2006/relationships/image" Target="../media/image189.svg"/><Relationship Id="rId217" Type="http://schemas.openxmlformats.org/officeDocument/2006/relationships/image" Target="../media/image224.svg"/><Relationship Id="rId6" Type="http://schemas.openxmlformats.org/officeDocument/2006/relationships/image" Target="../media/image13.svg"/><Relationship Id="rId238" Type="http://schemas.openxmlformats.org/officeDocument/2006/relationships/image" Target="../media/image245.svg"/><Relationship Id="rId23" Type="http://schemas.openxmlformats.org/officeDocument/2006/relationships/image" Target="../media/image30.svg"/><Relationship Id="rId119" Type="http://schemas.openxmlformats.org/officeDocument/2006/relationships/image" Target="../media/image126.svg"/><Relationship Id="rId44" Type="http://schemas.openxmlformats.org/officeDocument/2006/relationships/image" Target="../media/image51.svg"/><Relationship Id="rId65" Type="http://schemas.openxmlformats.org/officeDocument/2006/relationships/image" Target="../media/image72.svg"/><Relationship Id="rId86" Type="http://schemas.openxmlformats.org/officeDocument/2006/relationships/image" Target="../media/image93.svg"/><Relationship Id="rId130" Type="http://schemas.openxmlformats.org/officeDocument/2006/relationships/image" Target="../media/image137.svg"/><Relationship Id="rId151" Type="http://schemas.openxmlformats.org/officeDocument/2006/relationships/image" Target="../media/image158.svg"/><Relationship Id="rId172" Type="http://schemas.openxmlformats.org/officeDocument/2006/relationships/image" Target="../media/image179.svg"/><Relationship Id="rId193" Type="http://schemas.openxmlformats.org/officeDocument/2006/relationships/image" Target="../media/image200.svg"/><Relationship Id="rId207" Type="http://schemas.openxmlformats.org/officeDocument/2006/relationships/image" Target="../media/image214.svg"/><Relationship Id="rId228" Type="http://schemas.openxmlformats.org/officeDocument/2006/relationships/image" Target="../media/image235.svg"/><Relationship Id="rId13" Type="http://schemas.openxmlformats.org/officeDocument/2006/relationships/image" Target="../media/image20.svg"/><Relationship Id="rId109" Type="http://schemas.openxmlformats.org/officeDocument/2006/relationships/image" Target="../media/image116.svg"/><Relationship Id="rId34" Type="http://schemas.openxmlformats.org/officeDocument/2006/relationships/image" Target="../media/image41.svg"/><Relationship Id="rId55" Type="http://schemas.openxmlformats.org/officeDocument/2006/relationships/image" Target="../media/image62.svg"/><Relationship Id="rId76" Type="http://schemas.openxmlformats.org/officeDocument/2006/relationships/image" Target="../media/image83.svg"/><Relationship Id="rId97" Type="http://schemas.openxmlformats.org/officeDocument/2006/relationships/image" Target="../media/image104.svg"/><Relationship Id="rId120" Type="http://schemas.openxmlformats.org/officeDocument/2006/relationships/image" Target="../media/image127.svg"/><Relationship Id="rId141" Type="http://schemas.openxmlformats.org/officeDocument/2006/relationships/image" Target="../media/image148.svg"/><Relationship Id="rId7" Type="http://schemas.openxmlformats.org/officeDocument/2006/relationships/image" Target="../media/image14.svg"/><Relationship Id="rId162" Type="http://schemas.openxmlformats.org/officeDocument/2006/relationships/image" Target="../media/image169.svg"/><Relationship Id="rId183" Type="http://schemas.openxmlformats.org/officeDocument/2006/relationships/image" Target="../media/image190.svg"/><Relationship Id="rId218" Type="http://schemas.openxmlformats.org/officeDocument/2006/relationships/image" Target="../media/image225.svg"/><Relationship Id="rId239" Type="http://schemas.openxmlformats.org/officeDocument/2006/relationships/image" Target="../media/image246.svg"/><Relationship Id="rId24" Type="http://schemas.openxmlformats.org/officeDocument/2006/relationships/image" Target="../media/image31.svg"/><Relationship Id="rId45" Type="http://schemas.openxmlformats.org/officeDocument/2006/relationships/image" Target="../media/image52.svg"/><Relationship Id="rId66" Type="http://schemas.openxmlformats.org/officeDocument/2006/relationships/image" Target="../media/image73.svg"/><Relationship Id="rId87" Type="http://schemas.openxmlformats.org/officeDocument/2006/relationships/image" Target="../media/image94.svg"/><Relationship Id="rId110" Type="http://schemas.openxmlformats.org/officeDocument/2006/relationships/image" Target="../media/image117.svg"/><Relationship Id="rId131" Type="http://schemas.openxmlformats.org/officeDocument/2006/relationships/image" Target="../media/image138.svg"/><Relationship Id="rId152" Type="http://schemas.openxmlformats.org/officeDocument/2006/relationships/image" Target="../media/image159.svg"/><Relationship Id="rId173" Type="http://schemas.openxmlformats.org/officeDocument/2006/relationships/image" Target="../media/image180.svg"/><Relationship Id="rId194" Type="http://schemas.openxmlformats.org/officeDocument/2006/relationships/image" Target="../media/image201.svg"/><Relationship Id="rId208" Type="http://schemas.openxmlformats.org/officeDocument/2006/relationships/image" Target="../media/image215.svg"/><Relationship Id="rId229" Type="http://schemas.openxmlformats.org/officeDocument/2006/relationships/image" Target="../media/image236.svg"/><Relationship Id="rId240" Type="http://schemas.openxmlformats.org/officeDocument/2006/relationships/image" Target="../media/image247.svg"/><Relationship Id="rId14" Type="http://schemas.openxmlformats.org/officeDocument/2006/relationships/image" Target="../media/image21.svg"/><Relationship Id="rId35" Type="http://schemas.openxmlformats.org/officeDocument/2006/relationships/image" Target="../media/image42.svg"/><Relationship Id="rId56" Type="http://schemas.openxmlformats.org/officeDocument/2006/relationships/image" Target="../media/image63.svg"/><Relationship Id="rId77" Type="http://schemas.openxmlformats.org/officeDocument/2006/relationships/image" Target="../media/image84.svg"/><Relationship Id="rId100" Type="http://schemas.openxmlformats.org/officeDocument/2006/relationships/image" Target="../media/image107.svg"/><Relationship Id="rId8" Type="http://schemas.openxmlformats.org/officeDocument/2006/relationships/image" Target="../media/image15.svg"/><Relationship Id="rId98" Type="http://schemas.openxmlformats.org/officeDocument/2006/relationships/image" Target="../media/image105.svg"/><Relationship Id="rId121" Type="http://schemas.openxmlformats.org/officeDocument/2006/relationships/image" Target="../media/image128.svg"/><Relationship Id="rId142" Type="http://schemas.openxmlformats.org/officeDocument/2006/relationships/image" Target="../media/image149.svg"/><Relationship Id="rId163" Type="http://schemas.openxmlformats.org/officeDocument/2006/relationships/image" Target="../media/image170.svg"/><Relationship Id="rId184" Type="http://schemas.openxmlformats.org/officeDocument/2006/relationships/image" Target="../media/image191.svg"/><Relationship Id="rId219" Type="http://schemas.openxmlformats.org/officeDocument/2006/relationships/image" Target="../media/image226.svg"/><Relationship Id="rId230" Type="http://schemas.openxmlformats.org/officeDocument/2006/relationships/image" Target="../media/image237.svg"/><Relationship Id="rId25" Type="http://schemas.openxmlformats.org/officeDocument/2006/relationships/image" Target="../media/image32.svg"/><Relationship Id="rId46" Type="http://schemas.openxmlformats.org/officeDocument/2006/relationships/image" Target="../media/image53.svg"/><Relationship Id="rId67" Type="http://schemas.openxmlformats.org/officeDocument/2006/relationships/image" Target="../media/image74.svg"/><Relationship Id="rId88" Type="http://schemas.openxmlformats.org/officeDocument/2006/relationships/image" Target="../media/image95.svg"/><Relationship Id="rId111" Type="http://schemas.openxmlformats.org/officeDocument/2006/relationships/image" Target="../media/image118.svg"/><Relationship Id="rId132" Type="http://schemas.openxmlformats.org/officeDocument/2006/relationships/image" Target="../media/image139.svg"/><Relationship Id="rId153" Type="http://schemas.openxmlformats.org/officeDocument/2006/relationships/image" Target="../media/image160.svg"/><Relationship Id="rId174" Type="http://schemas.openxmlformats.org/officeDocument/2006/relationships/image" Target="../media/image181.svg"/><Relationship Id="rId195" Type="http://schemas.openxmlformats.org/officeDocument/2006/relationships/image" Target="../media/image202.svg"/><Relationship Id="rId209" Type="http://schemas.openxmlformats.org/officeDocument/2006/relationships/image" Target="../media/image216.svg"/><Relationship Id="rId220" Type="http://schemas.openxmlformats.org/officeDocument/2006/relationships/image" Target="../media/image227.svg"/><Relationship Id="rId241" Type="http://schemas.openxmlformats.org/officeDocument/2006/relationships/image" Target="../media/image248.svg"/><Relationship Id="rId15" Type="http://schemas.openxmlformats.org/officeDocument/2006/relationships/image" Target="../media/image22.svg"/><Relationship Id="rId36" Type="http://schemas.openxmlformats.org/officeDocument/2006/relationships/image" Target="../media/image43.svg"/><Relationship Id="rId57" Type="http://schemas.openxmlformats.org/officeDocument/2006/relationships/image" Target="../media/image64.svg"/><Relationship Id="rId106" Type="http://schemas.openxmlformats.org/officeDocument/2006/relationships/image" Target="../media/image113.svg"/><Relationship Id="rId127" Type="http://schemas.openxmlformats.org/officeDocument/2006/relationships/image" Target="../media/image134.svg"/><Relationship Id="rId10" Type="http://schemas.openxmlformats.org/officeDocument/2006/relationships/image" Target="../media/image17.svg"/><Relationship Id="rId31" Type="http://schemas.openxmlformats.org/officeDocument/2006/relationships/image" Target="../media/image38.svg"/><Relationship Id="rId52" Type="http://schemas.openxmlformats.org/officeDocument/2006/relationships/image" Target="../media/image59.svg"/><Relationship Id="rId73" Type="http://schemas.openxmlformats.org/officeDocument/2006/relationships/image" Target="../media/image80.svg"/><Relationship Id="rId78" Type="http://schemas.openxmlformats.org/officeDocument/2006/relationships/image" Target="../media/image85.svg"/><Relationship Id="rId94" Type="http://schemas.openxmlformats.org/officeDocument/2006/relationships/image" Target="../media/image101.svg"/><Relationship Id="rId99" Type="http://schemas.openxmlformats.org/officeDocument/2006/relationships/image" Target="../media/image106.svg"/><Relationship Id="rId101" Type="http://schemas.openxmlformats.org/officeDocument/2006/relationships/image" Target="../media/image108.svg"/><Relationship Id="rId122" Type="http://schemas.openxmlformats.org/officeDocument/2006/relationships/image" Target="../media/image129.svg"/><Relationship Id="rId143" Type="http://schemas.openxmlformats.org/officeDocument/2006/relationships/image" Target="../media/image150.svg"/><Relationship Id="rId148" Type="http://schemas.openxmlformats.org/officeDocument/2006/relationships/image" Target="../media/image155.svg"/><Relationship Id="rId164" Type="http://schemas.openxmlformats.org/officeDocument/2006/relationships/image" Target="../media/image171.svg"/><Relationship Id="rId169" Type="http://schemas.openxmlformats.org/officeDocument/2006/relationships/image" Target="../media/image176.svg"/><Relationship Id="rId185" Type="http://schemas.openxmlformats.org/officeDocument/2006/relationships/image" Target="../media/image19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80" Type="http://schemas.openxmlformats.org/officeDocument/2006/relationships/image" Target="../media/image187.svg"/><Relationship Id="rId210" Type="http://schemas.openxmlformats.org/officeDocument/2006/relationships/image" Target="../media/image217.svg"/><Relationship Id="rId215" Type="http://schemas.openxmlformats.org/officeDocument/2006/relationships/image" Target="../media/image222.svg"/><Relationship Id="rId236" Type="http://schemas.openxmlformats.org/officeDocument/2006/relationships/image" Target="../media/image243.svg"/><Relationship Id="rId26" Type="http://schemas.openxmlformats.org/officeDocument/2006/relationships/image" Target="../media/image33.svg"/><Relationship Id="rId231" Type="http://schemas.openxmlformats.org/officeDocument/2006/relationships/image" Target="../media/image238.svg"/><Relationship Id="rId47" Type="http://schemas.openxmlformats.org/officeDocument/2006/relationships/image" Target="../media/image54.svg"/><Relationship Id="rId68" Type="http://schemas.openxmlformats.org/officeDocument/2006/relationships/image" Target="../media/image75.svg"/><Relationship Id="rId89" Type="http://schemas.openxmlformats.org/officeDocument/2006/relationships/image" Target="../media/image96.svg"/><Relationship Id="rId112" Type="http://schemas.openxmlformats.org/officeDocument/2006/relationships/image" Target="../media/image119.svg"/><Relationship Id="rId133" Type="http://schemas.openxmlformats.org/officeDocument/2006/relationships/image" Target="../media/image140.svg"/><Relationship Id="rId154" Type="http://schemas.openxmlformats.org/officeDocument/2006/relationships/image" Target="../media/image161.svg"/><Relationship Id="rId175" Type="http://schemas.openxmlformats.org/officeDocument/2006/relationships/image" Target="../media/image182.svg"/><Relationship Id="rId196" Type="http://schemas.openxmlformats.org/officeDocument/2006/relationships/image" Target="../media/image203.svg"/><Relationship Id="rId200" Type="http://schemas.openxmlformats.org/officeDocument/2006/relationships/image" Target="../media/image207.svg"/><Relationship Id="rId16" Type="http://schemas.openxmlformats.org/officeDocument/2006/relationships/image" Target="../media/image23.svg"/><Relationship Id="rId221" Type="http://schemas.openxmlformats.org/officeDocument/2006/relationships/image" Target="../media/image228.svg"/><Relationship Id="rId242" Type="http://schemas.openxmlformats.org/officeDocument/2006/relationships/image" Target="../media/image249.svg"/><Relationship Id="rId37" Type="http://schemas.openxmlformats.org/officeDocument/2006/relationships/image" Target="../media/image44.svg"/><Relationship Id="rId58" Type="http://schemas.openxmlformats.org/officeDocument/2006/relationships/image" Target="../media/image65.svg"/><Relationship Id="rId79" Type="http://schemas.openxmlformats.org/officeDocument/2006/relationships/image" Target="../media/image86.svg"/><Relationship Id="rId102" Type="http://schemas.openxmlformats.org/officeDocument/2006/relationships/image" Target="../media/image109.svg"/><Relationship Id="rId123" Type="http://schemas.openxmlformats.org/officeDocument/2006/relationships/image" Target="../media/image130.svg"/><Relationship Id="rId144" Type="http://schemas.openxmlformats.org/officeDocument/2006/relationships/image" Target="../media/image151.svg"/><Relationship Id="rId90" Type="http://schemas.openxmlformats.org/officeDocument/2006/relationships/image" Target="../media/image97.svg"/><Relationship Id="rId165" Type="http://schemas.openxmlformats.org/officeDocument/2006/relationships/image" Target="../media/image172.svg"/><Relationship Id="rId186" Type="http://schemas.openxmlformats.org/officeDocument/2006/relationships/image" Target="../media/image193.svg"/><Relationship Id="rId211" Type="http://schemas.openxmlformats.org/officeDocument/2006/relationships/image" Target="../media/image218.svg"/><Relationship Id="rId232" Type="http://schemas.openxmlformats.org/officeDocument/2006/relationships/image" Target="../media/image239.svg"/><Relationship Id="rId27" Type="http://schemas.openxmlformats.org/officeDocument/2006/relationships/image" Target="../media/image34.svg"/><Relationship Id="rId48" Type="http://schemas.openxmlformats.org/officeDocument/2006/relationships/image" Target="../media/image55.svg"/><Relationship Id="rId69" Type="http://schemas.openxmlformats.org/officeDocument/2006/relationships/image" Target="../media/image76.svg"/><Relationship Id="rId113" Type="http://schemas.openxmlformats.org/officeDocument/2006/relationships/image" Target="../media/image120.svg"/><Relationship Id="rId134" Type="http://schemas.openxmlformats.org/officeDocument/2006/relationships/image" Target="../media/image141.svg"/><Relationship Id="rId80" Type="http://schemas.openxmlformats.org/officeDocument/2006/relationships/image" Target="../media/image87.svg"/><Relationship Id="rId155" Type="http://schemas.openxmlformats.org/officeDocument/2006/relationships/image" Target="../media/image162.svg"/><Relationship Id="rId176" Type="http://schemas.openxmlformats.org/officeDocument/2006/relationships/image" Target="../media/image183.svg"/><Relationship Id="rId197" Type="http://schemas.openxmlformats.org/officeDocument/2006/relationships/image" Target="../media/image204.svg"/><Relationship Id="rId201" Type="http://schemas.openxmlformats.org/officeDocument/2006/relationships/image" Target="../media/image208.svg"/><Relationship Id="rId222" Type="http://schemas.openxmlformats.org/officeDocument/2006/relationships/image" Target="../media/image229.svg"/><Relationship Id="rId17" Type="http://schemas.openxmlformats.org/officeDocument/2006/relationships/image" Target="../media/image24.svg"/><Relationship Id="rId38" Type="http://schemas.openxmlformats.org/officeDocument/2006/relationships/image" Target="../media/image45.svg"/><Relationship Id="rId59" Type="http://schemas.openxmlformats.org/officeDocument/2006/relationships/image" Target="../media/image66.svg"/><Relationship Id="rId103" Type="http://schemas.openxmlformats.org/officeDocument/2006/relationships/image" Target="../media/image110.svg"/><Relationship Id="rId124" Type="http://schemas.openxmlformats.org/officeDocument/2006/relationships/image" Target="../media/image131.svg"/><Relationship Id="rId70" Type="http://schemas.openxmlformats.org/officeDocument/2006/relationships/image" Target="../media/image77.svg"/><Relationship Id="rId91" Type="http://schemas.openxmlformats.org/officeDocument/2006/relationships/image" Target="../media/image98.svg"/><Relationship Id="rId145" Type="http://schemas.openxmlformats.org/officeDocument/2006/relationships/image" Target="../media/image152.svg"/><Relationship Id="rId166" Type="http://schemas.openxmlformats.org/officeDocument/2006/relationships/image" Target="../media/image173.svg"/><Relationship Id="rId187" Type="http://schemas.openxmlformats.org/officeDocument/2006/relationships/image" Target="../media/image194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219.svg"/><Relationship Id="rId233" Type="http://schemas.openxmlformats.org/officeDocument/2006/relationships/image" Target="../media/image240.svg"/><Relationship Id="rId28" Type="http://schemas.openxmlformats.org/officeDocument/2006/relationships/image" Target="../media/image35.svg"/><Relationship Id="rId49" Type="http://schemas.openxmlformats.org/officeDocument/2006/relationships/image" Target="../media/image56.svg"/><Relationship Id="rId114" Type="http://schemas.openxmlformats.org/officeDocument/2006/relationships/image" Target="../media/image121.svg"/><Relationship Id="rId60" Type="http://schemas.openxmlformats.org/officeDocument/2006/relationships/image" Target="../media/image67.svg"/><Relationship Id="rId81" Type="http://schemas.openxmlformats.org/officeDocument/2006/relationships/image" Target="../media/image88.svg"/><Relationship Id="rId135" Type="http://schemas.openxmlformats.org/officeDocument/2006/relationships/image" Target="../media/image142.svg"/><Relationship Id="rId156" Type="http://schemas.openxmlformats.org/officeDocument/2006/relationships/image" Target="../media/image163.svg"/><Relationship Id="rId177" Type="http://schemas.openxmlformats.org/officeDocument/2006/relationships/image" Target="../media/image184.svg"/><Relationship Id="rId198" Type="http://schemas.openxmlformats.org/officeDocument/2006/relationships/image" Target="../media/image205.svg"/><Relationship Id="rId202" Type="http://schemas.openxmlformats.org/officeDocument/2006/relationships/image" Target="../media/image209.svg"/><Relationship Id="rId223" Type="http://schemas.openxmlformats.org/officeDocument/2006/relationships/image" Target="../media/image230.svg"/><Relationship Id="rId18" Type="http://schemas.openxmlformats.org/officeDocument/2006/relationships/image" Target="../media/image25.svg"/><Relationship Id="rId39" Type="http://schemas.openxmlformats.org/officeDocument/2006/relationships/image" Target="../media/image46.svg"/><Relationship Id="rId50" Type="http://schemas.openxmlformats.org/officeDocument/2006/relationships/image" Target="../media/image57.svg"/><Relationship Id="rId104" Type="http://schemas.openxmlformats.org/officeDocument/2006/relationships/image" Target="../media/image111.svg"/><Relationship Id="rId125" Type="http://schemas.openxmlformats.org/officeDocument/2006/relationships/image" Target="../media/image132.svg"/><Relationship Id="rId146" Type="http://schemas.openxmlformats.org/officeDocument/2006/relationships/image" Target="../media/image153.svg"/><Relationship Id="rId167" Type="http://schemas.openxmlformats.org/officeDocument/2006/relationships/image" Target="../media/image174.svg"/><Relationship Id="rId188" Type="http://schemas.openxmlformats.org/officeDocument/2006/relationships/image" Target="../media/image195.svg"/><Relationship Id="rId71" Type="http://schemas.openxmlformats.org/officeDocument/2006/relationships/image" Target="../media/image78.svg"/><Relationship Id="rId92" Type="http://schemas.openxmlformats.org/officeDocument/2006/relationships/image" Target="../media/image99.svg"/><Relationship Id="rId213" Type="http://schemas.openxmlformats.org/officeDocument/2006/relationships/image" Target="../media/image220.svg"/><Relationship Id="rId234" Type="http://schemas.openxmlformats.org/officeDocument/2006/relationships/image" Target="../media/image241.svg"/><Relationship Id="rId2" Type="http://schemas.openxmlformats.org/officeDocument/2006/relationships/image" Target="../media/image9.svg"/><Relationship Id="rId29" Type="http://schemas.openxmlformats.org/officeDocument/2006/relationships/image" Target="../media/image36.svg"/><Relationship Id="rId40" Type="http://schemas.openxmlformats.org/officeDocument/2006/relationships/image" Target="../media/image47.svg"/><Relationship Id="rId115" Type="http://schemas.openxmlformats.org/officeDocument/2006/relationships/image" Target="../media/image122.svg"/><Relationship Id="rId136" Type="http://schemas.openxmlformats.org/officeDocument/2006/relationships/image" Target="../media/image143.svg"/><Relationship Id="rId157" Type="http://schemas.openxmlformats.org/officeDocument/2006/relationships/image" Target="../media/image164.svg"/><Relationship Id="rId178" Type="http://schemas.openxmlformats.org/officeDocument/2006/relationships/image" Target="../media/image185.svg"/><Relationship Id="rId61" Type="http://schemas.openxmlformats.org/officeDocument/2006/relationships/image" Target="../media/image68.svg"/><Relationship Id="rId82" Type="http://schemas.openxmlformats.org/officeDocument/2006/relationships/image" Target="../media/image89.svg"/><Relationship Id="rId199" Type="http://schemas.openxmlformats.org/officeDocument/2006/relationships/image" Target="../media/image206.svg"/><Relationship Id="rId203" Type="http://schemas.openxmlformats.org/officeDocument/2006/relationships/image" Target="../media/image210.svg"/><Relationship Id="rId19" Type="http://schemas.openxmlformats.org/officeDocument/2006/relationships/image" Target="../media/image26.svg"/><Relationship Id="rId224" Type="http://schemas.openxmlformats.org/officeDocument/2006/relationships/image" Target="../media/image231.svg"/><Relationship Id="rId30" Type="http://schemas.openxmlformats.org/officeDocument/2006/relationships/image" Target="../media/image37.svg"/><Relationship Id="rId105" Type="http://schemas.openxmlformats.org/officeDocument/2006/relationships/image" Target="../media/image112.svg"/><Relationship Id="rId126" Type="http://schemas.openxmlformats.org/officeDocument/2006/relationships/image" Target="../media/image133.svg"/><Relationship Id="rId147" Type="http://schemas.openxmlformats.org/officeDocument/2006/relationships/image" Target="../media/image154.svg"/><Relationship Id="rId168" Type="http://schemas.openxmlformats.org/officeDocument/2006/relationships/image" Target="../media/image175.svg"/><Relationship Id="rId51" Type="http://schemas.openxmlformats.org/officeDocument/2006/relationships/image" Target="../media/image58.svg"/><Relationship Id="rId72" Type="http://schemas.openxmlformats.org/officeDocument/2006/relationships/image" Target="../media/image79.svg"/><Relationship Id="rId93" Type="http://schemas.openxmlformats.org/officeDocument/2006/relationships/image" Target="../media/image100.svg"/><Relationship Id="rId189" Type="http://schemas.openxmlformats.org/officeDocument/2006/relationships/image" Target="../media/image196.svg"/><Relationship Id="rId3" Type="http://schemas.openxmlformats.org/officeDocument/2006/relationships/image" Target="../media/image10.svg"/><Relationship Id="rId214" Type="http://schemas.openxmlformats.org/officeDocument/2006/relationships/image" Target="../media/image221.svg"/><Relationship Id="rId235" Type="http://schemas.openxmlformats.org/officeDocument/2006/relationships/image" Target="../media/image242.svg"/><Relationship Id="rId116" Type="http://schemas.openxmlformats.org/officeDocument/2006/relationships/image" Target="../media/image123.svg"/><Relationship Id="rId137" Type="http://schemas.openxmlformats.org/officeDocument/2006/relationships/image" Target="../media/image144.svg"/><Relationship Id="rId158" Type="http://schemas.openxmlformats.org/officeDocument/2006/relationships/image" Target="../media/image165.svg"/><Relationship Id="rId20" Type="http://schemas.openxmlformats.org/officeDocument/2006/relationships/image" Target="../media/image27.svg"/><Relationship Id="rId41" Type="http://schemas.openxmlformats.org/officeDocument/2006/relationships/image" Target="../media/image48.svg"/><Relationship Id="rId62" Type="http://schemas.openxmlformats.org/officeDocument/2006/relationships/image" Target="../media/image69.svg"/><Relationship Id="rId83" Type="http://schemas.openxmlformats.org/officeDocument/2006/relationships/image" Target="../media/image90.svg"/><Relationship Id="rId179" Type="http://schemas.openxmlformats.org/officeDocument/2006/relationships/image" Target="../media/image186.svg"/><Relationship Id="rId190" Type="http://schemas.openxmlformats.org/officeDocument/2006/relationships/image" Target="../media/image197.svg"/><Relationship Id="rId204" Type="http://schemas.openxmlformats.org/officeDocument/2006/relationships/image" Target="../media/image211.svg"/><Relationship Id="rId225" Type="http://schemas.openxmlformats.org/officeDocument/2006/relationships/image" Target="../media/image232.sv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5.svg"/><Relationship Id="rId21" Type="http://schemas.openxmlformats.org/officeDocument/2006/relationships/image" Target="../media/image269.svg"/><Relationship Id="rId42" Type="http://schemas.openxmlformats.org/officeDocument/2006/relationships/image" Target="../media/image290.svg"/><Relationship Id="rId63" Type="http://schemas.openxmlformats.org/officeDocument/2006/relationships/image" Target="../media/image311.svg"/><Relationship Id="rId84" Type="http://schemas.openxmlformats.org/officeDocument/2006/relationships/image" Target="../media/image332.svg"/><Relationship Id="rId138" Type="http://schemas.openxmlformats.org/officeDocument/2006/relationships/image" Target="../media/image386.svg"/><Relationship Id="rId159" Type="http://schemas.openxmlformats.org/officeDocument/2006/relationships/image" Target="../media/image407.svg"/><Relationship Id="rId170" Type="http://schemas.openxmlformats.org/officeDocument/2006/relationships/image" Target="../media/image418.svg"/><Relationship Id="rId191" Type="http://schemas.openxmlformats.org/officeDocument/2006/relationships/image" Target="../media/image439.svg"/><Relationship Id="rId205" Type="http://schemas.openxmlformats.org/officeDocument/2006/relationships/image" Target="../media/image453.svg"/><Relationship Id="rId226" Type="http://schemas.openxmlformats.org/officeDocument/2006/relationships/image" Target="../media/image474.svg"/><Relationship Id="rId107" Type="http://schemas.openxmlformats.org/officeDocument/2006/relationships/image" Target="../media/image355.svg"/><Relationship Id="rId11" Type="http://schemas.openxmlformats.org/officeDocument/2006/relationships/image" Target="../media/image259.svg"/><Relationship Id="rId32" Type="http://schemas.openxmlformats.org/officeDocument/2006/relationships/image" Target="../media/image280.svg"/><Relationship Id="rId53" Type="http://schemas.openxmlformats.org/officeDocument/2006/relationships/image" Target="../media/image301.svg"/><Relationship Id="rId74" Type="http://schemas.openxmlformats.org/officeDocument/2006/relationships/image" Target="../media/image322.svg"/><Relationship Id="rId128" Type="http://schemas.openxmlformats.org/officeDocument/2006/relationships/image" Target="../media/image376.svg"/><Relationship Id="rId149" Type="http://schemas.openxmlformats.org/officeDocument/2006/relationships/image" Target="../media/image397.svg"/><Relationship Id="rId5" Type="http://schemas.openxmlformats.org/officeDocument/2006/relationships/image" Target="../media/image253.svg"/><Relationship Id="rId95" Type="http://schemas.openxmlformats.org/officeDocument/2006/relationships/image" Target="../media/image343.svg"/><Relationship Id="rId160" Type="http://schemas.openxmlformats.org/officeDocument/2006/relationships/image" Target="../media/image408.svg"/><Relationship Id="rId181" Type="http://schemas.openxmlformats.org/officeDocument/2006/relationships/image" Target="../media/image429.svg"/><Relationship Id="rId216" Type="http://schemas.openxmlformats.org/officeDocument/2006/relationships/image" Target="../media/image464.svg"/><Relationship Id="rId22" Type="http://schemas.openxmlformats.org/officeDocument/2006/relationships/image" Target="../media/image270.svg"/><Relationship Id="rId43" Type="http://schemas.openxmlformats.org/officeDocument/2006/relationships/image" Target="../media/image291.svg"/><Relationship Id="rId64" Type="http://schemas.openxmlformats.org/officeDocument/2006/relationships/image" Target="../media/image312.svg"/><Relationship Id="rId118" Type="http://schemas.openxmlformats.org/officeDocument/2006/relationships/image" Target="../media/image366.svg"/><Relationship Id="rId139" Type="http://schemas.openxmlformats.org/officeDocument/2006/relationships/image" Target="../media/image387.svg"/><Relationship Id="rId85" Type="http://schemas.openxmlformats.org/officeDocument/2006/relationships/image" Target="../media/image333.svg"/><Relationship Id="rId150" Type="http://schemas.openxmlformats.org/officeDocument/2006/relationships/image" Target="../media/image398.svg"/><Relationship Id="rId171" Type="http://schemas.openxmlformats.org/officeDocument/2006/relationships/image" Target="../media/image419.svg"/><Relationship Id="rId192" Type="http://schemas.openxmlformats.org/officeDocument/2006/relationships/image" Target="../media/image440.svg"/><Relationship Id="rId206" Type="http://schemas.openxmlformats.org/officeDocument/2006/relationships/image" Target="../media/image454.svg"/><Relationship Id="rId227" Type="http://schemas.openxmlformats.org/officeDocument/2006/relationships/image" Target="../media/image475.svg"/><Relationship Id="rId12" Type="http://schemas.openxmlformats.org/officeDocument/2006/relationships/image" Target="../media/image260.svg"/><Relationship Id="rId33" Type="http://schemas.openxmlformats.org/officeDocument/2006/relationships/image" Target="../media/image281.svg"/><Relationship Id="rId108" Type="http://schemas.openxmlformats.org/officeDocument/2006/relationships/image" Target="../media/image356.svg"/><Relationship Id="rId129" Type="http://schemas.openxmlformats.org/officeDocument/2006/relationships/image" Target="../media/image377.svg"/><Relationship Id="rId54" Type="http://schemas.openxmlformats.org/officeDocument/2006/relationships/image" Target="../media/image302.svg"/><Relationship Id="rId75" Type="http://schemas.openxmlformats.org/officeDocument/2006/relationships/image" Target="../media/image323.svg"/><Relationship Id="rId96" Type="http://schemas.openxmlformats.org/officeDocument/2006/relationships/image" Target="../media/image344.svg"/><Relationship Id="rId140" Type="http://schemas.openxmlformats.org/officeDocument/2006/relationships/image" Target="../media/image388.svg"/><Relationship Id="rId161" Type="http://schemas.openxmlformats.org/officeDocument/2006/relationships/image" Target="../media/image409.svg"/><Relationship Id="rId182" Type="http://schemas.openxmlformats.org/officeDocument/2006/relationships/image" Target="../media/image430.svg"/><Relationship Id="rId217" Type="http://schemas.openxmlformats.org/officeDocument/2006/relationships/image" Target="../media/image465.svg"/><Relationship Id="rId6" Type="http://schemas.openxmlformats.org/officeDocument/2006/relationships/image" Target="../media/image254.svg"/><Relationship Id="rId23" Type="http://schemas.openxmlformats.org/officeDocument/2006/relationships/image" Target="../media/image271.svg"/><Relationship Id="rId119" Type="http://schemas.openxmlformats.org/officeDocument/2006/relationships/image" Target="../media/image367.svg"/><Relationship Id="rId44" Type="http://schemas.openxmlformats.org/officeDocument/2006/relationships/image" Target="../media/image292.svg"/><Relationship Id="rId65" Type="http://schemas.openxmlformats.org/officeDocument/2006/relationships/image" Target="../media/image313.svg"/><Relationship Id="rId86" Type="http://schemas.openxmlformats.org/officeDocument/2006/relationships/image" Target="../media/image334.svg"/><Relationship Id="rId130" Type="http://schemas.openxmlformats.org/officeDocument/2006/relationships/image" Target="../media/image378.svg"/><Relationship Id="rId151" Type="http://schemas.openxmlformats.org/officeDocument/2006/relationships/image" Target="../media/image399.svg"/><Relationship Id="rId172" Type="http://schemas.openxmlformats.org/officeDocument/2006/relationships/image" Target="../media/image420.svg"/><Relationship Id="rId193" Type="http://schemas.openxmlformats.org/officeDocument/2006/relationships/image" Target="../media/image441.svg"/><Relationship Id="rId207" Type="http://schemas.openxmlformats.org/officeDocument/2006/relationships/image" Target="../media/image455.svg"/><Relationship Id="rId228" Type="http://schemas.openxmlformats.org/officeDocument/2006/relationships/image" Target="../media/image476.svg"/><Relationship Id="rId13" Type="http://schemas.openxmlformats.org/officeDocument/2006/relationships/image" Target="../media/image261.svg"/><Relationship Id="rId109" Type="http://schemas.openxmlformats.org/officeDocument/2006/relationships/image" Target="../media/image357.svg"/><Relationship Id="rId34" Type="http://schemas.openxmlformats.org/officeDocument/2006/relationships/image" Target="../media/image282.svg"/><Relationship Id="rId55" Type="http://schemas.openxmlformats.org/officeDocument/2006/relationships/image" Target="../media/image303.svg"/><Relationship Id="rId76" Type="http://schemas.openxmlformats.org/officeDocument/2006/relationships/image" Target="../media/image324.svg"/><Relationship Id="rId97" Type="http://schemas.openxmlformats.org/officeDocument/2006/relationships/image" Target="../media/image345.svg"/><Relationship Id="rId120" Type="http://schemas.openxmlformats.org/officeDocument/2006/relationships/image" Target="../media/image368.svg"/><Relationship Id="rId141" Type="http://schemas.openxmlformats.org/officeDocument/2006/relationships/image" Target="../media/image389.svg"/><Relationship Id="rId7" Type="http://schemas.openxmlformats.org/officeDocument/2006/relationships/image" Target="../media/image255.svg"/><Relationship Id="rId162" Type="http://schemas.openxmlformats.org/officeDocument/2006/relationships/image" Target="../media/image410.svg"/><Relationship Id="rId183" Type="http://schemas.openxmlformats.org/officeDocument/2006/relationships/image" Target="../media/image431.svg"/><Relationship Id="rId218" Type="http://schemas.openxmlformats.org/officeDocument/2006/relationships/image" Target="../media/image466.svg"/><Relationship Id="rId24" Type="http://schemas.openxmlformats.org/officeDocument/2006/relationships/image" Target="../media/image272.svg"/><Relationship Id="rId45" Type="http://schemas.openxmlformats.org/officeDocument/2006/relationships/image" Target="../media/image293.svg"/><Relationship Id="rId66" Type="http://schemas.openxmlformats.org/officeDocument/2006/relationships/image" Target="../media/image314.svg"/><Relationship Id="rId87" Type="http://schemas.openxmlformats.org/officeDocument/2006/relationships/image" Target="../media/image335.svg"/><Relationship Id="rId110" Type="http://schemas.openxmlformats.org/officeDocument/2006/relationships/image" Target="../media/image358.svg"/><Relationship Id="rId131" Type="http://schemas.openxmlformats.org/officeDocument/2006/relationships/image" Target="../media/image379.svg"/><Relationship Id="rId152" Type="http://schemas.openxmlformats.org/officeDocument/2006/relationships/image" Target="../media/image400.svg"/><Relationship Id="rId173" Type="http://schemas.openxmlformats.org/officeDocument/2006/relationships/image" Target="../media/image421.svg"/><Relationship Id="rId194" Type="http://schemas.openxmlformats.org/officeDocument/2006/relationships/image" Target="../media/image442.svg"/><Relationship Id="rId208" Type="http://schemas.openxmlformats.org/officeDocument/2006/relationships/image" Target="../media/image456.svg"/><Relationship Id="rId229" Type="http://schemas.openxmlformats.org/officeDocument/2006/relationships/image" Target="../media/image477.svg"/><Relationship Id="rId14" Type="http://schemas.openxmlformats.org/officeDocument/2006/relationships/image" Target="../media/image262.svg"/><Relationship Id="rId35" Type="http://schemas.openxmlformats.org/officeDocument/2006/relationships/image" Target="../media/image283.svg"/><Relationship Id="rId56" Type="http://schemas.openxmlformats.org/officeDocument/2006/relationships/image" Target="../media/image304.svg"/><Relationship Id="rId77" Type="http://schemas.openxmlformats.org/officeDocument/2006/relationships/image" Target="../media/image325.svg"/><Relationship Id="rId100" Type="http://schemas.openxmlformats.org/officeDocument/2006/relationships/image" Target="../media/image348.svg"/><Relationship Id="rId8" Type="http://schemas.openxmlformats.org/officeDocument/2006/relationships/image" Target="../media/image256.svg"/><Relationship Id="rId98" Type="http://schemas.openxmlformats.org/officeDocument/2006/relationships/image" Target="../media/image346.svg"/><Relationship Id="rId121" Type="http://schemas.openxmlformats.org/officeDocument/2006/relationships/image" Target="../media/image369.svg"/><Relationship Id="rId142" Type="http://schemas.openxmlformats.org/officeDocument/2006/relationships/image" Target="../media/image390.svg"/><Relationship Id="rId163" Type="http://schemas.openxmlformats.org/officeDocument/2006/relationships/image" Target="../media/image411.svg"/><Relationship Id="rId184" Type="http://schemas.openxmlformats.org/officeDocument/2006/relationships/image" Target="../media/image432.svg"/><Relationship Id="rId219" Type="http://schemas.openxmlformats.org/officeDocument/2006/relationships/image" Target="../media/image467.svg"/><Relationship Id="rId230" Type="http://schemas.openxmlformats.org/officeDocument/2006/relationships/image" Target="../media/image478.svg"/><Relationship Id="rId25" Type="http://schemas.openxmlformats.org/officeDocument/2006/relationships/image" Target="../media/image273.svg"/><Relationship Id="rId46" Type="http://schemas.openxmlformats.org/officeDocument/2006/relationships/image" Target="../media/image294.svg"/><Relationship Id="rId67" Type="http://schemas.openxmlformats.org/officeDocument/2006/relationships/image" Target="../media/image315.svg"/><Relationship Id="rId20" Type="http://schemas.openxmlformats.org/officeDocument/2006/relationships/image" Target="../media/image268.svg"/><Relationship Id="rId41" Type="http://schemas.openxmlformats.org/officeDocument/2006/relationships/image" Target="../media/image289.svg"/><Relationship Id="rId62" Type="http://schemas.openxmlformats.org/officeDocument/2006/relationships/image" Target="../media/image310.svg"/><Relationship Id="rId83" Type="http://schemas.openxmlformats.org/officeDocument/2006/relationships/image" Target="../media/image331.svg"/><Relationship Id="rId88" Type="http://schemas.openxmlformats.org/officeDocument/2006/relationships/image" Target="../media/image336.svg"/><Relationship Id="rId111" Type="http://schemas.openxmlformats.org/officeDocument/2006/relationships/image" Target="../media/image359.svg"/><Relationship Id="rId132" Type="http://schemas.openxmlformats.org/officeDocument/2006/relationships/image" Target="../media/image380.svg"/><Relationship Id="rId153" Type="http://schemas.openxmlformats.org/officeDocument/2006/relationships/image" Target="../media/image401.svg"/><Relationship Id="rId174" Type="http://schemas.openxmlformats.org/officeDocument/2006/relationships/image" Target="../media/image422.svg"/><Relationship Id="rId179" Type="http://schemas.openxmlformats.org/officeDocument/2006/relationships/image" Target="../media/image427.svg"/><Relationship Id="rId195" Type="http://schemas.openxmlformats.org/officeDocument/2006/relationships/image" Target="../media/image443.svg"/><Relationship Id="rId209" Type="http://schemas.openxmlformats.org/officeDocument/2006/relationships/image" Target="../media/image457.svg"/><Relationship Id="rId190" Type="http://schemas.openxmlformats.org/officeDocument/2006/relationships/image" Target="../media/image438.svg"/><Relationship Id="rId204" Type="http://schemas.openxmlformats.org/officeDocument/2006/relationships/image" Target="../media/image452.svg"/><Relationship Id="rId220" Type="http://schemas.openxmlformats.org/officeDocument/2006/relationships/image" Target="../media/image468.svg"/><Relationship Id="rId225" Type="http://schemas.openxmlformats.org/officeDocument/2006/relationships/image" Target="../media/image473.svg"/><Relationship Id="rId15" Type="http://schemas.openxmlformats.org/officeDocument/2006/relationships/image" Target="../media/image263.svg"/><Relationship Id="rId36" Type="http://schemas.openxmlformats.org/officeDocument/2006/relationships/image" Target="../media/image284.svg"/><Relationship Id="rId57" Type="http://schemas.openxmlformats.org/officeDocument/2006/relationships/image" Target="../media/image305.svg"/><Relationship Id="rId106" Type="http://schemas.openxmlformats.org/officeDocument/2006/relationships/image" Target="../media/image354.svg"/><Relationship Id="rId127" Type="http://schemas.openxmlformats.org/officeDocument/2006/relationships/image" Target="../media/image375.svg"/><Relationship Id="rId10" Type="http://schemas.openxmlformats.org/officeDocument/2006/relationships/image" Target="../media/image258.svg"/><Relationship Id="rId31" Type="http://schemas.openxmlformats.org/officeDocument/2006/relationships/image" Target="../media/image279.svg"/><Relationship Id="rId52" Type="http://schemas.openxmlformats.org/officeDocument/2006/relationships/image" Target="../media/image300.svg"/><Relationship Id="rId73" Type="http://schemas.openxmlformats.org/officeDocument/2006/relationships/image" Target="../media/image321.svg"/><Relationship Id="rId78" Type="http://schemas.openxmlformats.org/officeDocument/2006/relationships/image" Target="../media/image326.svg"/><Relationship Id="rId94" Type="http://schemas.openxmlformats.org/officeDocument/2006/relationships/image" Target="../media/image342.svg"/><Relationship Id="rId99" Type="http://schemas.openxmlformats.org/officeDocument/2006/relationships/image" Target="../media/image347.svg"/><Relationship Id="rId101" Type="http://schemas.openxmlformats.org/officeDocument/2006/relationships/image" Target="../media/image349.svg"/><Relationship Id="rId122" Type="http://schemas.openxmlformats.org/officeDocument/2006/relationships/image" Target="../media/image370.svg"/><Relationship Id="rId143" Type="http://schemas.openxmlformats.org/officeDocument/2006/relationships/image" Target="../media/image391.svg"/><Relationship Id="rId148" Type="http://schemas.openxmlformats.org/officeDocument/2006/relationships/image" Target="../media/image396.svg"/><Relationship Id="rId164" Type="http://schemas.openxmlformats.org/officeDocument/2006/relationships/image" Target="../media/image412.svg"/><Relationship Id="rId169" Type="http://schemas.openxmlformats.org/officeDocument/2006/relationships/image" Target="../media/image417.svg"/><Relationship Id="rId185" Type="http://schemas.openxmlformats.org/officeDocument/2006/relationships/image" Target="../media/image433.svg"/><Relationship Id="rId4" Type="http://schemas.openxmlformats.org/officeDocument/2006/relationships/image" Target="../media/image252.svg"/><Relationship Id="rId9" Type="http://schemas.openxmlformats.org/officeDocument/2006/relationships/image" Target="../media/image257.svg"/><Relationship Id="rId180" Type="http://schemas.openxmlformats.org/officeDocument/2006/relationships/image" Target="../media/image428.svg"/><Relationship Id="rId210" Type="http://schemas.openxmlformats.org/officeDocument/2006/relationships/image" Target="../media/image458.svg"/><Relationship Id="rId215" Type="http://schemas.openxmlformats.org/officeDocument/2006/relationships/image" Target="../media/image463.svg"/><Relationship Id="rId236" Type="http://schemas.openxmlformats.org/officeDocument/2006/relationships/image" Target="../media/image484.svg"/><Relationship Id="rId26" Type="http://schemas.openxmlformats.org/officeDocument/2006/relationships/image" Target="../media/image274.svg"/><Relationship Id="rId231" Type="http://schemas.openxmlformats.org/officeDocument/2006/relationships/image" Target="../media/image479.svg"/><Relationship Id="rId47" Type="http://schemas.openxmlformats.org/officeDocument/2006/relationships/image" Target="../media/image295.svg"/><Relationship Id="rId68" Type="http://schemas.openxmlformats.org/officeDocument/2006/relationships/image" Target="../media/image316.svg"/><Relationship Id="rId89" Type="http://schemas.openxmlformats.org/officeDocument/2006/relationships/image" Target="../media/image337.svg"/><Relationship Id="rId112" Type="http://schemas.openxmlformats.org/officeDocument/2006/relationships/image" Target="../media/image360.svg"/><Relationship Id="rId133" Type="http://schemas.openxmlformats.org/officeDocument/2006/relationships/image" Target="../media/image381.svg"/><Relationship Id="rId154" Type="http://schemas.openxmlformats.org/officeDocument/2006/relationships/image" Target="../media/image402.svg"/><Relationship Id="rId175" Type="http://schemas.openxmlformats.org/officeDocument/2006/relationships/image" Target="../media/image423.svg"/><Relationship Id="rId196" Type="http://schemas.openxmlformats.org/officeDocument/2006/relationships/image" Target="../media/image444.svg"/><Relationship Id="rId200" Type="http://schemas.openxmlformats.org/officeDocument/2006/relationships/image" Target="../media/image448.svg"/><Relationship Id="rId16" Type="http://schemas.openxmlformats.org/officeDocument/2006/relationships/image" Target="../media/image264.svg"/><Relationship Id="rId221" Type="http://schemas.openxmlformats.org/officeDocument/2006/relationships/image" Target="../media/image469.svg"/><Relationship Id="rId37" Type="http://schemas.openxmlformats.org/officeDocument/2006/relationships/image" Target="../media/image285.svg"/><Relationship Id="rId58" Type="http://schemas.openxmlformats.org/officeDocument/2006/relationships/image" Target="../media/image306.svg"/><Relationship Id="rId79" Type="http://schemas.openxmlformats.org/officeDocument/2006/relationships/image" Target="../media/image327.svg"/><Relationship Id="rId102" Type="http://schemas.openxmlformats.org/officeDocument/2006/relationships/image" Target="../media/image350.svg"/><Relationship Id="rId123" Type="http://schemas.openxmlformats.org/officeDocument/2006/relationships/image" Target="../media/image371.svg"/><Relationship Id="rId144" Type="http://schemas.openxmlformats.org/officeDocument/2006/relationships/image" Target="../media/image392.svg"/><Relationship Id="rId90" Type="http://schemas.openxmlformats.org/officeDocument/2006/relationships/image" Target="../media/image338.svg"/><Relationship Id="rId165" Type="http://schemas.openxmlformats.org/officeDocument/2006/relationships/image" Target="../media/image413.svg"/><Relationship Id="rId186" Type="http://schemas.openxmlformats.org/officeDocument/2006/relationships/image" Target="../media/image434.svg"/><Relationship Id="rId211" Type="http://schemas.openxmlformats.org/officeDocument/2006/relationships/image" Target="../media/image459.svg"/><Relationship Id="rId232" Type="http://schemas.openxmlformats.org/officeDocument/2006/relationships/image" Target="../media/image480.svg"/><Relationship Id="rId27" Type="http://schemas.openxmlformats.org/officeDocument/2006/relationships/image" Target="../media/image275.svg"/><Relationship Id="rId48" Type="http://schemas.openxmlformats.org/officeDocument/2006/relationships/image" Target="../media/image296.svg"/><Relationship Id="rId69" Type="http://schemas.openxmlformats.org/officeDocument/2006/relationships/image" Target="../media/image317.svg"/><Relationship Id="rId113" Type="http://schemas.openxmlformats.org/officeDocument/2006/relationships/image" Target="../media/image361.svg"/><Relationship Id="rId134" Type="http://schemas.openxmlformats.org/officeDocument/2006/relationships/image" Target="../media/image382.svg"/><Relationship Id="rId80" Type="http://schemas.openxmlformats.org/officeDocument/2006/relationships/image" Target="../media/image328.svg"/><Relationship Id="rId155" Type="http://schemas.openxmlformats.org/officeDocument/2006/relationships/image" Target="../media/image403.svg"/><Relationship Id="rId176" Type="http://schemas.openxmlformats.org/officeDocument/2006/relationships/image" Target="../media/image424.svg"/><Relationship Id="rId197" Type="http://schemas.openxmlformats.org/officeDocument/2006/relationships/image" Target="../media/image445.svg"/><Relationship Id="rId201" Type="http://schemas.openxmlformats.org/officeDocument/2006/relationships/image" Target="../media/image449.svg"/><Relationship Id="rId222" Type="http://schemas.openxmlformats.org/officeDocument/2006/relationships/image" Target="../media/image470.svg"/><Relationship Id="rId17" Type="http://schemas.openxmlformats.org/officeDocument/2006/relationships/image" Target="../media/image265.svg"/><Relationship Id="rId38" Type="http://schemas.openxmlformats.org/officeDocument/2006/relationships/image" Target="../media/image286.svg"/><Relationship Id="rId59" Type="http://schemas.openxmlformats.org/officeDocument/2006/relationships/image" Target="../media/image307.svg"/><Relationship Id="rId103" Type="http://schemas.openxmlformats.org/officeDocument/2006/relationships/image" Target="../media/image351.svg"/><Relationship Id="rId124" Type="http://schemas.openxmlformats.org/officeDocument/2006/relationships/image" Target="../media/image372.svg"/><Relationship Id="rId70" Type="http://schemas.openxmlformats.org/officeDocument/2006/relationships/image" Target="../media/image318.svg"/><Relationship Id="rId91" Type="http://schemas.openxmlformats.org/officeDocument/2006/relationships/image" Target="../media/image339.svg"/><Relationship Id="rId145" Type="http://schemas.openxmlformats.org/officeDocument/2006/relationships/image" Target="../media/image393.svg"/><Relationship Id="rId166" Type="http://schemas.openxmlformats.org/officeDocument/2006/relationships/image" Target="../media/image414.svg"/><Relationship Id="rId187" Type="http://schemas.openxmlformats.org/officeDocument/2006/relationships/image" Target="../media/image435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460.svg"/><Relationship Id="rId233" Type="http://schemas.openxmlformats.org/officeDocument/2006/relationships/image" Target="../media/image481.svg"/><Relationship Id="rId28" Type="http://schemas.openxmlformats.org/officeDocument/2006/relationships/image" Target="../media/image276.svg"/><Relationship Id="rId49" Type="http://schemas.openxmlformats.org/officeDocument/2006/relationships/image" Target="../media/image297.svg"/><Relationship Id="rId114" Type="http://schemas.openxmlformats.org/officeDocument/2006/relationships/image" Target="../media/image362.svg"/><Relationship Id="rId60" Type="http://schemas.openxmlformats.org/officeDocument/2006/relationships/image" Target="../media/image308.svg"/><Relationship Id="rId81" Type="http://schemas.openxmlformats.org/officeDocument/2006/relationships/image" Target="../media/image329.svg"/><Relationship Id="rId135" Type="http://schemas.openxmlformats.org/officeDocument/2006/relationships/image" Target="../media/image383.svg"/><Relationship Id="rId156" Type="http://schemas.openxmlformats.org/officeDocument/2006/relationships/image" Target="../media/image404.svg"/><Relationship Id="rId177" Type="http://schemas.openxmlformats.org/officeDocument/2006/relationships/image" Target="../media/image425.svg"/><Relationship Id="rId198" Type="http://schemas.openxmlformats.org/officeDocument/2006/relationships/image" Target="../media/image446.svg"/><Relationship Id="rId202" Type="http://schemas.openxmlformats.org/officeDocument/2006/relationships/image" Target="../media/image450.svg"/><Relationship Id="rId223" Type="http://schemas.openxmlformats.org/officeDocument/2006/relationships/image" Target="../media/image471.svg"/><Relationship Id="rId18" Type="http://schemas.openxmlformats.org/officeDocument/2006/relationships/image" Target="../media/image266.svg"/><Relationship Id="rId39" Type="http://schemas.openxmlformats.org/officeDocument/2006/relationships/image" Target="../media/image287.svg"/><Relationship Id="rId50" Type="http://schemas.openxmlformats.org/officeDocument/2006/relationships/image" Target="../media/image298.svg"/><Relationship Id="rId104" Type="http://schemas.openxmlformats.org/officeDocument/2006/relationships/image" Target="../media/image352.svg"/><Relationship Id="rId125" Type="http://schemas.openxmlformats.org/officeDocument/2006/relationships/image" Target="../media/image373.svg"/><Relationship Id="rId146" Type="http://schemas.openxmlformats.org/officeDocument/2006/relationships/image" Target="../media/image394.svg"/><Relationship Id="rId167" Type="http://schemas.openxmlformats.org/officeDocument/2006/relationships/image" Target="../media/image415.svg"/><Relationship Id="rId188" Type="http://schemas.openxmlformats.org/officeDocument/2006/relationships/image" Target="../media/image436.svg"/><Relationship Id="rId71" Type="http://schemas.openxmlformats.org/officeDocument/2006/relationships/image" Target="../media/image319.svg"/><Relationship Id="rId92" Type="http://schemas.openxmlformats.org/officeDocument/2006/relationships/image" Target="../media/image340.svg"/><Relationship Id="rId213" Type="http://schemas.openxmlformats.org/officeDocument/2006/relationships/image" Target="../media/image461.svg"/><Relationship Id="rId234" Type="http://schemas.openxmlformats.org/officeDocument/2006/relationships/image" Target="../media/image482.svg"/><Relationship Id="rId2" Type="http://schemas.openxmlformats.org/officeDocument/2006/relationships/image" Target="../media/image250.svg"/><Relationship Id="rId29" Type="http://schemas.openxmlformats.org/officeDocument/2006/relationships/image" Target="../media/image277.svg"/><Relationship Id="rId40" Type="http://schemas.openxmlformats.org/officeDocument/2006/relationships/image" Target="../media/image288.svg"/><Relationship Id="rId115" Type="http://schemas.openxmlformats.org/officeDocument/2006/relationships/image" Target="../media/image363.svg"/><Relationship Id="rId136" Type="http://schemas.openxmlformats.org/officeDocument/2006/relationships/image" Target="../media/image384.svg"/><Relationship Id="rId157" Type="http://schemas.openxmlformats.org/officeDocument/2006/relationships/image" Target="../media/image405.svg"/><Relationship Id="rId178" Type="http://schemas.openxmlformats.org/officeDocument/2006/relationships/image" Target="../media/image426.svg"/><Relationship Id="rId61" Type="http://schemas.openxmlformats.org/officeDocument/2006/relationships/image" Target="../media/image309.svg"/><Relationship Id="rId82" Type="http://schemas.openxmlformats.org/officeDocument/2006/relationships/image" Target="../media/image330.svg"/><Relationship Id="rId199" Type="http://schemas.openxmlformats.org/officeDocument/2006/relationships/image" Target="../media/image447.svg"/><Relationship Id="rId203" Type="http://schemas.openxmlformats.org/officeDocument/2006/relationships/image" Target="../media/image451.svg"/><Relationship Id="rId19" Type="http://schemas.openxmlformats.org/officeDocument/2006/relationships/image" Target="../media/image267.svg"/><Relationship Id="rId224" Type="http://schemas.openxmlformats.org/officeDocument/2006/relationships/image" Target="../media/image472.svg"/><Relationship Id="rId30" Type="http://schemas.openxmlformats.org/officeDocument/2006/relationships/image" Target="../media/image278.svg"/><Relationship Id="rId105" Type="http://schemas.openxmlformats.org/officeDocument/2006/relationships/image" Target="../media/image353.svg"/><Relationship Id="rId126" Type="http://schemas.openxmlformats.org/officeDocument/2006/relationships/image" Target="../media/image374.svg"/><Relationship Id="rId147" Type="http://schemas.openxmlformats.org/officeDocument/2006/relationships/image" Target="../media/image395.svg"/><Relationship Id="rId168" Type="http://schemas.openxmlformats.org/officeDocument/2006/relationships/image" Target="../media/image416.svg"/><Relationship Id="rId51" Type="http://schemas.openxmlformats.org/officeDocument/2006/relationships/image" Target="../media/image299.svg"/><Relationship Id="rId72" Type="http://schemas.openxmlformats.org/officeDocument/2006/relationships/image" Target="../media/image320.svg"/><Relationship Id="rId93" Type="http://schemas.openxmlformats.org/officeDocument/2006/relationships/image" Target="../media/image341.svg"/><Relationship Id="rId189" Type="http://schemas.openxmlformats.org/officeDocument/2006/relationships/image" Target="../media/image437.svg"/><Relationship Id="rId3" Type="http://schemas.openxmlformats.org/officeDocument/2006/relationships/image" Target="../media/image251.svg"/><Relationship Id="rId214" Type="http://schemas.openxmlformats.org/officeDocument/2006/relationships/image" Target="../media/image462.svg"/><Relationship Id="rId235" Type="http://schemas.openxmlformats.org/officeDocument/2006/relationships/image" Target="../media/image483.svg"/><Relationship Id="rId116" Type="http://schemas.openxmlformats.org/officeDocument/2006/relationships/image" Target="../media/image364.svg"/><Relationship Id="rId137" Type="http://schemas.openxmlformats.org/officeDocument/2006/relationships/image" Target="../media/image385.svg"/><Relationship Id="rId158" Type="http://schemas.openxmlformats.org/officeDocument/2006/relationships/image" Target="../media/image406.sv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0.svg"/><Relationship Id="rId21" Type="http://schemas.openxmlformats.org/officeDocument/2006/relationships/image" Target="../media/image504.svg"/><Relationship Id="rId42" Type="http://schemas.openxmlformats.org/officeDocument/2006/relationships/image" Target="../media/image525.svg"/><Relationship Id="rId63" Type="http://schemas.openxmlformats.org/officeDocument/2006/relationships/image" Target="../media/image546.svg"/><Relationship Id="rId84" Type="http://schemas.openxmlformats.org/officeDocument/2006/relationships/image" Target="../media/image567.svg"/><Relationship Id="rId138" Type="http://schemas.openxmlformats.org/officeDocument/2006/relationships/image" Target="../media/image621.svg"/><Relationship Id="rId159" Type="http://schemas.openxmlformats.org/officeDocument/2006/relationships/image" Target="../media/image642.svg"/><Relationship Id="rId170" Type="http://schemas.openxmlformats.org/officeDocument/2006/relationships/image" Target="../media/image653.svg"/><Relationship Id="rId191" Type="http://schemas.openxmlformats.org/officeDocument/2006/relationships/image" Target="../media/image674.svg"/><Relationship Id="rId205" Type="http://schemas.openxmlformats.org/officeDocument/2006/relationships/image" Target="../media/image688.svg"/><Relationship Id="rId226" Type="http://schemas.openxmlformats.org/officeDocument/2006/relationships/image" Target="../media/image709.svg"/><Relationship Id="rId107" Type="http://schemas.openxmlformats.org/officeDocument/2006/relationships/image" Target="../media/image590.svg"/><Relationship Id="rId11" Type="http://schemas.openxmlformats.org/officeDocument/2006/relationships/image" Target="../media/image494.svg"/><Relationship Id="rId32" Type="http://schemas.openxmlformats.org/officeDocument/2006/relationships/image" Target="../media/image515.svg"/><Relationship Id="rId53" Type="http://schemas.openxmlformats.org/officeDocument/2006/relationships/image" Target="../media/image536.svg"/><Relationship Id="rId74" Type="http://schemas.openxmlformats.org/officeDocument/2006/relationships/image" Target="../media/image557.svg"/><Relationship Id="rId128" Type="http://schemas.openxmlformats.org/officeDocument/2006/relationships/image" Target="../media/image611.svg"/><Relationship Id="rId149" Type="http://schemas.openxmlformats.org/officeDocument/2006/relationships/image" Target="../media/image632.svg"/><Relationship Id="rId5" Type="http://schemas.openxmlformats.org/officeDocument/2006/relationships/image" Target="../media/image488.svg"/><Relationship Id="rId95" Type="http://schemas.openxmlformats.org/officeDocument/2006/relationships/image" Target="../media/image578.svg"/><Relationship Id="rId160" Type="http://schemas.openxmlformats.org/officeDocument/2006/relationships/image" Target="../media/image643.svg"/><Relationship Id="rId181" Type="http://schemas.openxmlformats.org/officeDocument/2006/relationships/image" Target="../media/image664.svg"/><Relationship Id="rId216" Type="http://schemas.openxmlformats.org/officeDocument/2006/relationships/image" Target="../media/image699.svg"/><Relationship Id="rId237" Type="http://schemas.openxmlformats.org/officeDocument/2006/relationships/image" Target="../media/image720.svg"/><Relationship Id="rId22" Type="http://schemas.openxmlformats.org/officeDocument/2006/relationships/image" Target="../media/image505.svg"/><Relationship Id="rId43" Type="http://schemas.openxmlformats.org/officeDocument/2006/relationships/image" Target="../media/image526.svg"/><Relationship Id="rId64" Type="http://schemas.openxmlformats.org/officeDocument/2006/relationships/image" Target="../media/image547.svg"/><Relationship Id="rId118" Type="http://schemas.openxmlformats.org/officeDocument/2006/relationships/image" Target="../media/image601.svg"/><Relationship Id="rId139" Type="http://schemas.openxmlformats.org/officeDocument/2006/relationships/image" Target="../media/image622.svg"/><Relationship Id="rId85" Type="http://schemas.openxmlformats.org/officeDocument/2006/relationships/image" Target="../media/image568.svg"/><Relationship Id="rId150" Type="http://schemas.openxmlformats.org/officeDocument/2006/relationships/image" Target="../media/image633.svg"/><Relationship Id="rId171" Type="http://schemas.openxmlformats.org/officeDocument/2006/relationships/image" Target="../media/image654.svg"/><Relationship Id="rId192" Type="http://schemas.openxmlformats.org/officeDocument/2006/relationships/image" Target="../media/image675.svg"/><Relationship Id="rId206" Type="http://schemas.openxmlformats.org/officeDocument/2006/relationships/image" Target="../media/image689.svg"/><Relationship Id="rId227" Type="http://schemas.openxmlformats.org/officeDocument/2006/relationships/image" Target="../media/image710.svg"/><Relationship Id="rId12" Type="http://schemas.openxmlformats.org/officeDocument/2006/relationships/image" Target="../media/image495.svg"/><Relationship Id="rId33" Type="http://schemas.openxmlformats.org/officeDocument/2006/relationships/image" Target="../media/image516.svg"/><Relationship Id="rId108" Type="http://schemas.openxmlformats.org/officeDocument/2006/relationships/image" Target="../media/image591.svg"/><Relationship Id="rId129" Type="http://schemas.openxmlformats.org/officeDocument/2006/relationships/image" Target="../media/image612.svg"/><Relationship Id="rId54" Type="http://schemas.openxmlformats.org/officeDocument/2006/relationships/image" Target="../media/image537.svg"/><Relationship Id="rId75" Type="http://schemas.openxmlformats.org/officeDocument/2006/relationships/image" Target="../media/image558.svg"/><Relationship Id="rId96" Type="http://schemas.openxmlformats.org/officeDocument/2006/relationships/image" Target="../media/image579.svg"/><Relationship Id="rId140" Type="http://schemas.openxmlformats.org/officeDocument/2006/relationships/image" Target="../media/image623.svg"/><Relationship Id="rId161" Type="http://schemas.openxmlformats.org/officeDocument/2006/relationships/image" Target="../media/image644.svg"/><Relationship Id="rId182" Type="http://schemas.openxmlformats.org/officeDocument/2006/relationships/image" Target="../media/image665.svg"/><Relationship Id="rId217" Type="http://schemas.openxmlformats.org/officeDocument/2006/relationships/image" Target="../media/image700.svg"/><Relationship Id="rId6" Type="http://schemas.openxmlformats.org/officeDocument/2006/relationships/image" Target="../media/image489.svg"/><Relationship Id="rId238" Type="http://schemas.openxmlformats.org/officeDocument/2006/relationships/image" Target="../media/image721.svg"/><Relationship Id="rId23" Type="http://schemas.openxmlformats.org/officeDocument/2006/relationships/image" Target="../media/image506.svg"/><Relationship Id="rId119" Type="http://schemas.openxmlformats.org/officeDocument/2006/relationships/image" Target="../media/image602.svg"/><Relationship Id="rId44" Type="http://schemas.openxmlformats.org/officeDocument/2006/relationships/image" Target="../media/image527.svg"/><Relationship Id="rId65" Type="http://schemas.openxmlformats.org/officeDocument/2006/relationships/image" Target="../media/image548.svg"/><Relationship Id="rId86" Type="http://schemas.openxmlformats.org/officeDocument/2006/relationships/image" Target="../media/image569.svg"/><Relationship Id="rId130" Type="http://schemas.openxmlformats.org/officeDocument/2006/relationships/image" Target="../media/image613.svg"/><Relationship Id="rId151" Type="http://schemas.openxmlformats.org/officeDocument/2006/relationships/image" Target="../media/image634.svg"/><Relationship Id="rId172" Type="http://schemas.openxmlformats.org/officeDocument/2006/relationships/image" Target="../media/image655.svg"/><Relationship Id="rId193" Type="http://schemas.openxmlformats.org/officeDocument/2006/relationships/image" Target="../media/image676.svg"/><Relationship Id="rId207" Type="http://schemas.openxmlformats.org/officeDocument/2006/relationships/image" Target="../media/image690.svg"/><Relationship Id="rId228" Type="http://schemas.openxmlformats.org/officeDocument/2006/relationships/image" Target="../media/image711.svg"/><Relationship Id="rId13" Type="http://schemas.openxmlformats.org/officeDocument/2006/relationships/image" Target="../media/image496.svg"/><Relationship Id="rId109" Type="http://schemas.openxmlformats.org/officeDocument/2006/relationships/image" Target="../media/image592.svg"/><Relationship Id="rId34" Type="http://schemas.openxmlformats.org/officeDocument/2006/relationships/image" Target="../media/image517.svg"/><Relationship Id="rId55" Type="http://schemas.openxmlformats.org/officeDocument/2006/relationships/image" Target="../media/image538.svg"/><Relationship Id="rId76" Type="http://schemas.openxmlformats.org/officeDocument/2006/relationships/image" Target="../media/image559.svg"/><Relationship Id="rId97" Type="http://schemas.openxmlformats.org/officeDocument/2006/relationships/image" Target="../media/image580.svg"/><Relationship Id="rId120" Type="http://schemas.openxmlformats.org/officeDocument/2006/relationships/image" Target="../media/image603.svg"/><Relationship Id="rId141" Type="http://schemas.openxmlformats.org/officeDocument/2006/relationships/image" Target="../media/image624.svg"/><Relationship Id="rId7" Type="http://schemas.openxmlformats.org/officeDocument/2006/relationships/image" Target="../media/image490.svg"/><Relationship Id="rId162" Type="http://schemas.openxmlformats.org/officeDocument/2006/relationships/image" Target="../media/image645.svg"/><Relationship Id="rId183" Type="http://schemas.openxmlformats.org/officeDocument/2006/relationships/image" Target="../media/image666.svg"/><Relationship Id="rId218" Type="http://schemas.openxmlformats.org/officeDocument/2006/relationships/image" Target="../media/image701.svg"/><Relationship Id="rId239" Type="http://schemas.openxmlformats.org/officeDocument/2006/relationships/image" Target="../media/image722.svg"/><Relationship Id="rId24" Type="http://schemas.openxmlformats.org/officeDocument/2006/relationships/image" Target="../media/image507.svg"/><Relationship Id="rId45" Type="http://schemas.openxmlformats.org/officeDocument/2006/relationships/image" Target="../media/image528.svg"/><Relationship Id="rId66" Type="http://schemas.openxmlformats.org/officeDocument/2006/relationships/image" Target="../media/image549.svg"/><Relationship Id="rId87" Type="http://schemas.openxmlformats.org/officeDocument/2006/relationships/image" Target="../media/image570.svg"/><Relationship Id="rId110" Type="http://schemas.openxmlformats.org/officeDocument/2006/relationships/image" Target="../media/image593.svg"/><Relationship Id="rId131" Type="http://schemas.openxmlformats.org/officeDocument/2006/relationships/image" Target="../media/image614.svg"/><Relationship Id="rId152" Type="http://schemas.openxmlformats.org/officeDocument/2006/relationships/image" Target="../media/image635.svg"/><Relationship Id="rId173" Type="http://schemas.openxmlformats.org/officeDocument/2006/relationships/image" Target="../media/image656.svg"/><Relationship Id="rId194" Type="http://schemas.openxmlformats.org/officeDocument/2006/relationships/image" Target="../media/image677.svg"/><Relationship Id="rId208" Type="http://schemas.openxmlformats.org/officeDocument/2006/relationships/image" Target="../media/image691.svg"/><Relationship Id="rId229" Type="http://schemas.openxmlformats.org/officeDocument/2006/relationships/image" Target="../media/image712.svg"/><Relationship Id="rId240" Type="http://schemas.openxmlformats.org/officeDocument/2006/relationships/image" Target="../media/image723.svg"/><Relationship Id="rId14" Type="http://schemas.openxmlformats.org/officeDocument/2006/relationships/image" Target="../media/image497.svg"/><Relationship Id="rId35" Type="http://schemas.openxmlformats.org/officeDocument/2006/relationships/image" Target="../media/image518.svg"/><Relationship Id="rId56" Type="http://schemas.openxmlformats.org/officeDocument/2006/relationships/image" Target="../media/image539.svg"/><Relationship Id="rId77" Type="http://schemas.openxmlformats.org/officeDocument/2006/relationships/image" Target="../media/image560.svg"/><Relationship Id="rId100" Type="http://schemas.openxmlformats.org/officeDocument/2006/relationships/image" Target="../media/image583.svg"/><Relationship Id="rId8" Type="http://schemas.openxmlformats.org/officeDocument/2006/relationships/image" Target="../media/image491.svg"/><Relationship Id="rId98" Type="http://schemas.openxmlformats.org/officeDocument/2006/relationships/image" Target="../media/image581.svg"/><Relationship Id="rId121" Type="http://schemas.openxmlformats.org/officeDocument/2006/relationships/image" Target="../media/image604.svg"/><Relationship Id="rId142" Type="http://schemas.openxmlformats.org/officeDocument/2006/relationships/image" Target="../media/image625.svg"/><Relationship Id="rId163" Type="http://schemas.openxmlformats.org/officeDocument/2006/relationships/image" Target="../media/image646.svg"/><Relationship Id="rId184" Type="http://schemas.openxmlformats.org/officeDocument/2006/relationships/image" Target="../media/image667.svg"/><Relationship Id="rId219" Type="http://schemas.openxmlformats.org/officeDocument/2006/relationships/image" Target="../media/image702.svg"/><Relationship Id="rId230" Type="http://schemas.openxmlformats.org/officeDocument/2006/relationships/image" Target="../media/image713.svg"/><Relationship Id="rId25" Type="http://schemas.openxmlformats.org/officeDocument/2006/relationships/image" Target="../media/image508.svg"/><Relationship Id="rId46" Type="http://schemas.openxmlformats.org/officeDocument/2006/relationships/image" Target="../media/image529.svg"/><Relationship Id="rId67" Type="http://schemas.openxmlformats.org/officeDocument/2006/relationships/image" Target="../media/image550.svg"/><Relationship Id="rId88" Type="http://schemas.openxmlformats.org/officeDocument/2006/relationships/image" Target="../media/image571.svg"/><Relationship Id="rId111" Type="http://schemas.openxmlformats.org/officeDocument/2006/relationships/image" Target="../media/image594.svg"/><Relationship Id="rId132" Type="http://schemas.openxmlformats.org/officeDocument/2006/relationships/image" Target="../media/image615.svg"/><Relationship Id="rId153" Type="http://schemas.openxmlformats.org/officeDocument/2006/relationships/image" Target="../media/image636.svg"/><Relationship Id="rId174" Type="http://schemas.openxmlformats.org/officeDocument/2006/relationships/image" Target="../media/image657.svg"/><Relationship Id="rId195" Type="http://schemas.openxmlformats.org/officeDocument/2006/relationships/image" Target="../media/image678.svg"/><Relationship Id="rId209" Type="http://schemas.openxmlformats.org/officeDocument/2006/relationships/image" Target="../media/image692.svg"/><Relationship Id="rId220" Type="http://schemas.openxmlformats.org/officeDocument/2006/relationships/image" Target="../media/image703.svg"/><Relationship Id="rId241" Type="http://schemas.openxmlformats.org/officeDocument/2006/relationships/image" Target="../media/image724.svg"/><Relationship Id="rId15" Type="http://schemas.openxmlformats.org/officeDocument/2006/relationships/image" Target="../media/image498.svg"/><Relationship Id="rId36" Type="http://schemas.openxmlformats.org/officeDocument/2006/relationships/image" Target="../media/image519.svg"/><Relationship Id="rId57" Type="http://schemas.openxmlformats.org/officeDocument/2006/relationships/image" Target="../media/image540.svg"/><Relationship Id="rId106" Type="http://schemas.openxmlformats.org/officeDocument/2006/relationships/image" Target="../media/image589.svg"/><Relationship Id="rId127" Type="http://schemas.openxmlformats.org/officeDocument/2006/relationships/image" Target="../media/image610.svg"/><Relationship Id="rId10" Type="http://schemas.openxmlformats.org/officeDocument/2006/relationships/image" Target="../media/image493.svg"/><Relationship Id="rId31" Type="http://schemas.openxmlformats.org/officeDocument/2006/relationships/image" Target="../media/image514.svg"/><Relationship Id="rId52" Type="http://schemas.openxmlformats.org/officeDocument/2006/relationships/image" Target="../media/image535.svg"/><Relationship Id="rId73" Type="http://schemas.openxmlformats.org/officeDocument/2006/relationships/image" Target="../media/image556.svg"/><Relationship Id="rId78" Type="http://schemas.openxmlformats.org/officeDocument/2006/relationships/image" Target="../media/image561.svg"/><Relationship Id="rId94" Type="http://schemas.openxmlformats.org/officeDocument/2006/relationships/image" Target="../media/image577.svg"/><Relationship Id="rId99" Type="http://schemas.openxmlformats.org/officeDocument/2006/relationships/image" Target="../media/image582.svg"/><Relationship Id="rId101" Type="http://schemas.openxmlformats.org/officeDocument/2006/relationships/image" Target="../media/image584.svg"/><Relationship Id="rId122" Type="http://schemas.openxmlformats.org/officeDocument/2006/relationships/image" Target="../media/image605.svg"/><Relationship Id="rId143" Type="http://schemas.openxmlformats.org/officeDocument/2006/relationships/image" Target="../media/image626.svg"/><Relationship Id="rId148" Type="http://schemas.openxmlformats.org/officeDocument/2006/relationships/image" Target="../media/image631.svg"/><Relationship Id="rId164" Type="http://schemas.openxmlformats.org/officeDocument/2006/relationships/image" Target="../media/image647.svg"/><Relationship Id="rId169" Type="http://schemas.openxmlformats.org/officeDocument/2006/relationships/image" Target="../media/image652.svg"/><Relationship Id="rId185" Type="http://schemas.openxmlformats.org/officeDocument/2006/relationships/image" Target="../media/image668.svg"/><Relationship Id="rId4" Type="http://schemas.openxmlformats.org/officeDocument/2006/relationships/image" Target="../media/image487.svg"/><Relationship Id="rId9" Type="http://schemas.openxmlformats.org/officeDocument/2006/relationships/image" Target="../media/image492.svg"/><Relationship Id="rId180" Type="http://schemas.openxmlformats.org/officeDocument/2006/relationships/image" Target="../media/image663.svg"/><Relationship Id="rId210" Type="http://schemas.openxmlformats.org/officeDocument/2006/relationships/image" Target="../media/image693.svg"/><Relationship Id="rId215" Type="http://schemas.openxmlformats.org/officeDocument/2006/relationships/image" Target="../media/image698.svg"/><Relationship Id="rId236" Type="http://schemas.openxmlformats.org/officeDocument/2006/relationships/image" Target="../media/image719.svg"/><Relationship Id="rId26" Type="http://schemas.openxmlformats.org/officeDocument/2006/relationships/image" Target="../media/image509.svg"/><Relationship Id="rId231" Type="http://schemas.openxmlformats.org/officeDocument/2006/relationships/image" Target="../media/image714.svg"/><Relationship Id="rId47" Type="http://schemas.openxmlformats.org/officeDocument/2006/relationships/image" Target="../media/image530.svg"/><Relationship Id="rId68" Type="http://schemas.openxmlformats.org/officeDocument/2006/relationships/image" Target="../media/image551.svg"/><Relationship Id="rId89" Type="http://schemas.openxmlformats.org/officeDocument/2006/relationships/image" Target="../media/image572.svg"/><Relationship Id="rId112" Type="http://schemas.openxmlformats.org/officeDocument/2006/relationships/image" Target="../media/image595.svg"/><Relationship Id="rId133" Type="http://schemas.openxmlformats.org/officeDocument/2006/relationships/image" Target="../media/image616.svg"/><Relationship Id="rId154" Type="http://schemas.openxmlformats.org/officeDocument/2006/relationships/image" Target="../media/image637.svg"/><Relationship Id="rId175" Type="http://schemas.openxmlformats.org/officeDocument/2006/relationships/image" Target="../media/image658.svg"/><Relationship Id="rId196" Type="http://schemas.openxmlformats.org/officeDocument/2006/relationships/image" Target="../media/image679.svg"/><Relationship Id="rId200" Type="http://schemas.openxmlformats.org/officeDocument/2006/relationships/image" Target="../media/image683.svg"/><Relationship Id="rId16" Type="http://schemas.openxmlformats.org/officeDocument/2006/relationships/image" Target="../media/image499.svg"/><Relationship Id="rId221" Type="http://schemas.openxmlformats.org/officeDocument/2006/relationships/image" Target="../media/image704.svg"/><Relationship Id="rId242" Type="http://schemas.openxmlformats.org/officeDocument/2006/relationships/image" Target="../media/image725.svg"/><Relationship Id="rId37" Type="http://schemas.openxmlformats.org/officeDocument/2006/relationships/image" Target="../media/image520.svg"/><Relationship Id="rId58" Type="http://schemas.openxmlformats.org/officeDocument/2006/relationships/image" Target="../media/image541.svg"/><Relationship Id="rId79" Type="http://schemas.openxmlformats.org/officeDocument/2006/relationships/image" Target="../media/image562.svg"/><Relationship Id="rId102" Type="http://schemas.openxmlformats.org/officeDocument/2006/relationships/image" Target="../media/image585.svg"/><Relationship Id="rId123" Type="http://schemas.openxmlformats.org/officeDocument/2006/relationships/image" Target="../media/image606.svg"/><Relationship Id="rId144" Type="http://schemas.openxmlformats.org/officeDocument/2006/relationships/image" Target="../media/image627.svg"/><Relationship Id="rId90" Type="http://schemas.openxmlformats.org/officeDocument/2006/relationships/image" Target="../media/image573.svg"/><Relationship Id="rId165" Type="http://schemas.openxmlformats.org/officeDocument/2006/relationships/image" Target="../media/image648.svg"/><Relationship Id="rId186" Type="http://schemas.openxmlformats.org/officeDocument/2006/relationships/image" Target="../media/image669.svg"/><Relationship Id="rId211" Type="http://schemas.openxmlformats.org/officeDocument/2006/relationships/image" Target="../media/image694.svg"/><Relationship Id="rId232" Type="http://schemas.openxmlformats.org/officeDocument/2006/relationships/image" Target="../media/image715.svg"/><Relationship Id="rId27" Type="http://schemas.openxmlformats.org/officeDocument/2006/relationships/image" Target="../media/image510.svg"/><Relationship Id="rId48" Type="http://schemas.openxmlformats.org/officeDocument/2006/relationships/image" Target="../media/image531.svg"/><Relationship Id="rId69" Type="http://schemas.openxmlformats.org/officeDocument/2006/relationships/image" Target="../media/image552.svg"/><Relationship Id="rId113" Type="http://schemas.openxmlformats.org/officeDocument/2006/relationships/image" Target="../media/image596.svg"/><Relationship Id="rId134" Type="http://schemas.openxmlformats.org/officeDocument/2006/relationships/image" Target="../media/image617.svg"/><Relationship Id="rId80" Type="http://schemas.openxmlformats.org/officeDocument/2006/relationships/image" Target="../media/image563.svg"/><Relationship Id="rId155" Type="http://schemas.openxmlformats.org/officeDocument/2006/relationships/image" Target="../media/image638.svg"/><Relationship Id="rId176" Type="http://schemas.openxmlformats.org/officeDocument/2006/relationships/image" Target="../media/image659.svg"/><Relationship Id="rId197" Type="http://schemas.openxmlformats.org/officeDocument/2006/relationships/image" Target="../media/image680.svg"/><Relationship Id="rId201" Type="http://schemas.openxmlformats.org/officeDocument/2006/relationships/image" Target="../media/image684.svg"/><Relationship Id="rId222" Type="http://schemas.openxmlformats.org/officeDocument/2006/relationships/image" Target="../media/image705.svg"/><Relationship Id="rId243" Type="http://schemas.openxmlformats.org/officeDocument/2006/relationships/image" Target="../media/image726.svg"/><Relationship Id="rId17" Type="http://schemas.openxmlformats.org/officeDocument/2006/relationships/image" Target="../media/image500.svg"/><Relationship Id="rId38" Type="http://schemas.openxmlformats.org/officeDocument/2006/relationships/image" Target="../media/image521.svg"/><Relationship Id="rId59" Type="http://schemas.openxmlformats.org/officeDocument/2006/relationships/image" Target="../media/image542.svg"/><Relationship Id="rId103" Type="http://schemas.openxmlformats.org/officeDocument/2006/relationships/image" Target="../media/image586.svg"/><Relationship Id="rId124" Type="http://schemas.openxmlformats.org/officeDocument/2006/relationships/image" Target="../media/image607.svg"/><Relationship Id="rId70" Type="http://schemas.openxmlformats.org/officeDocument/2006/relationships/image" Target="../media/image553.svg"/><Relationship Id="rId91" Type="http://schemas.openxmlformats.org/officeDocument/2006/relationships/image" Target="../media/image574.svg"/><Relationship Id="rId145" Type="http://schemas.openxmlformats.org/officeDocument/2006/relationships/image" Target="../media/image628.svg"/><Relationship Id="rId166" Type="http://schemas.openxmlformats.org/officeDocument/2006/relationships/image" Target="../media/image649.svg"/><Relationship Id="rId187" Type="http://schemas.openxmlformats.org/officeDocument/2006/relationships/image" Target="../media/image67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695.svg"/><Relationship Id="rId233" Type="http://schemas.openxmlformats.org/officeDocument/2006/relationships/image" Target="../media/image716.svg"/><Relationship Id="rId28" Type="http://schemas.openxmlformats.org/officeDocument/2006/relationships/image" Target="../media/image511.svg"/><Relationship Id="rId49" Type="http://schemas.openxmlformats.org/officeDocument/2006/relationships/image" Target="../media/image532.svg"/><Relationship Id="rId114" Type="http://schemas.openxmlformats.org/officeDocument/2006/relationships/image" Target="../media/image597.svg"/><Relationship Id="rId60" Type="http://schemas.openxmlformats.org/officeDocument/2006/relationships/image" Target="../media/image543.svg"/><Relationship Id="rId81" Type="http://schemas.openxmlformats.org/officeDocument/2006/relationships/image" Target="../media/image564.svg"/><Relationship Id="rId135" Type="http://schemas.openxmlformats.org/officeDocument/2006/relationships/image" Target="../media/image618.svg"/><Relationship Id="rId156" Type="http://schemas.openxmlformats.org/officeDocument/2006/relationships/image" Target="../media/image639.svg"/><Relationship Id="rId177" Type="http://schemas.openxmlformats.org/officeDocument/2006/relationships/image" Target="../media/image660.svg"/><Relationship Id="rId198" Type="http://schemas.openxmlformats.org/officeDocument/2006/relationships/image" Target="../media/image681.svg"/><Relationship Id="rId202" Type="http://schemas.openxmlformats.org/officeDocument/2006/relationships/image" Target="../media/image685.svg"/><Relationship Id="rId223" Type="http://schemas.openxmlformats.org/officeDocument/2006/relationships/image" Target="../media/image706.svg"/><Relationship Id="rId244" Type="http://schemas.openxmlformats.org/officeDocument/2006/relationships/image" Target="../media/image727.svg"/><Relationship Id="rId18" Type="http://schemas.openxmlformats.org/officeDocument/2006/relationships/image" Target="../media/image501.svg"/><Relationship Id="rId39" Type="http://schemas.openxmlformats.org/officeDocument/2006/relationships/image" Target="../media/image522.svg"/><Relationship Id="rId50" Type="http://schemas.openxmlformats.org/officeDocument/2006/relationships/image" Target="../media/image533.svg"/><Relationship Id="rId104" Type="http://schemas.openxmlformats.org/officeDocument/2006/relationships/image" Target="../media/image587.svg"/><Relationship Id="rId125" Type="http://schemas.openxmlformats.org/officeDocument/2006/relationships/image" Target="../media/image608.svg"/><Relationship Id="rId146" Type="http://schemas.openxmlformats.org/officeDocument/2006/relationships/image" Target="../media/image629.svg"/><Relationship Id="rId167" Type="http://schemas.openxmlformats.org/officeDocument/2006/relationships/image" Target="../media/image650.svg"/><Relationship Id="rId188" Type="http://schemas.openxmlformats.org/officeDocument/2006/relationships/image" Target="../media/image671.svg"/><Relationship Id="rId71" Type="http://schemas.openxmlformats.org/officeDocument/2006/relationships/image" Target="../media/image554.svg"/><Relationship Id="rId92" Type="http://schemas.openxmlformats.org/officeDocument/2006/relationships/image" Target="../media/image575.svg"/><Relationship Id="rId213" Type="http://schemas.openxmlformats.org/officeDocument/2006/relationships/image" Target="../media/image696.svg"/><Relationship Id="rId234" Type="http://schemas.openxmlformats.org/officeDocument/2006/relationships/image" Target="../media/image717.svg"/><Relationship Id="rId2" Type="http://schemas.openxmlformats.org/officeDocument/2006/relationships/image" Target="../media/image485.svg"/><Relationship Id="rId29" Type="http://schemas.openxmlformats.org/officeDocument/2006/relationships/image" Target="../media/image512.svg"/><Relationship Id="rId40" Type="http://schemas.openxmlformats.org/officeDocument/2006/relationships/image" Target="../media/image523.svg"/><Relationship Id="rId115" Type="http://schemas.openxmlformats.org/officeDocument/2006/relationships/image" Target="../media/image598.svg"/><Relationship Id="rId136" Type="http://schemas.openxmlformats.org/officeDocument/2006/relationships/image" Target="../media/image619.svg"/><Relationship Id="rId157" Type="http://schemas.openxmlformats.org/officeDocument/2006/relationships/image" Target="../media/image640.svg"/><Relationship Id="rId178" Type="http://schemas.openxmlformats.org/officeDocument/2006/relationships/image" Target="../media/image661.svg"/><Relationship Id="rId61" Type="http://schemas.openxmlformats.org/officeDocument/2006/relationships/image" Target="../media/image544.svg"/><Relationship Id="rId82" Type="http://schemas.openxmlformats.org/officeDocument/2006/relationships/image" Target="../media/image565.svg"/><Relationship Id="rId199" Type="http://schemas.openxmlformats.org/officeDocument/2006/relationships/image" Target="../media/image682.svg"/><Relationship Id="rId203" Type="http://schemas.openxmlformats.org/officeDocument/2006/relationships/image" Target="../media/image686.svg"/><Relationship Id="rId19" Type="http://schemas.openxmlformats.org/officeDocument/2006/relationships/image" Target="../media/image502.svg"/><Relationship Id="rId224" Type="http://schemas.openxmlformats.org/officeDocument/2006/relationships/image" Target="../media/image707.svg"/><Relationship Id="rId30" Type="http://schemas.openxmlformats.org/officeDocument/2006/relationships/image" Target="../media/image513.svg"/><Relationship Id="rId105" Type="http://schemas.openxmlformats.org/officeDocument/2006/relationships/image" Target="../media/image588.svg"/><Relationship Id="rId126" Type="http://schemas.openxmlformats.org/officeDocument/2006/relationships/image" Target="../media/image609.svg"/><Relationship Id="rId147" Type="http://schemas.openxmlformats.org/officeDocument/2006/relationships/image" Target="../media/image630.svg"/><Relationship Id="rId168" Type="http://schemas.openxmlformats.org/officeDocument/2006/relationships/image" Target="../media/image651.svg"/><Relationship Id="rId51" Type="http://schemas.openxmlformats.org/officeDocument/2006/relationships/image" Target="../media/image534.svg"/><Relationship Id="rId72" Type="http://schemas.openxmlformats.org/officeDocument/2006/relationships/image" Target="../media/image555.svg"/><Relationship Id="rId93" Type="http://schemas.openxmlformats.org/officeDocument/2006/relationships/image" Target="../media/image576.svg"/><Relationship Id="rId189" Type="http://schemas.openxmlformats.org/officeDocument/2006/relationships/image" Target="../media/image672.svg"/><Relationship Id="rId3" Type="http://schemas.openxmlformats.org/officeDocument/2006/relationships/image" Target="../media/image486.svg"/><Relationship Id="rId214" Type="http://schemas.openxmlformats.org/officeDocument/2006/relationships/image" Target="../media/image697.svg"/><Relationship Id="rId235" Type="http://schemas.openxmlformats.org/officeDocument/2006/relationships/image" Target="../media/image718.svg"/><Relationship Id="rId116" Type="http://schemas.openxmlformats.org/officeDocument/2006/relationships/image" Target="../media/image599.svg"/><Relationship Id="rId137" Type="http://schemas.openxmlformats.org/officeDocument/2006/relationships/image" Target="../media/image620.svg"/><Relationship Id="rId158" Type="http://schemas.openxmlformats.org/officeDocument/2006/relationships/image" Target="../media/image641.svg"/><Relationship Id="rId20" Type="http://schemas.openxmlformats.org/officeDocument/2006/relationships/image" Target="../media/image503.svg"/><Relationship Id="rId41" Type="http://schemas.openxmlformats.org/officeDocument/2006/relationships/image" Target="../media/image524.svg"/><Relationship Id="rId62" Type="http://schemas.openxmlformats.org/officeDocument/2006/relationships/image" Target="../media/image545.svg"/><Relationship Id="rId83" Type="http://schemas.openxmlformats.org/officeDocument/2006/relationships/image" Target="../media/image566.svg"/><Relationship Id="rId179" Type="http://schemas.openxmlformats.org/officeDocument/2006/relationships/image" Target="../media/image662.svg"/><Relationship Id="rId190" Type="http://schemas.openxmlformats.org/officeDocument/2006/relationships/image" Target="../media/image673.svg"/><Relationship Id="rId204" Type="http://schemas.openxmlformats.org/officeDocument/2006/relationships/image" Target="../media/image687.svg"/><Relationship Id="rId225" Type="http://schemas.openxmlformats.org/officeDocument/2006/relationships/image" Target="../media/image708.sv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0.svg"/><Relationship Id="rId21" Type="http://schemas.openxmlformats.org/officeDocument/2006/relationships/image" Target="../media/image744.svg"/><Relationship Id="rId42" Type="http://schemas.openxmlformats.org/officeDocument/2006/relationships/image" Target="../media/image765.svg"/><Relationship Id="rId63" Type="http://schemas.openxmlformats.org/officeDocument/2006/relationships/image" Target="../media/image786.svg"/><Relationship Id="rId84" Type="http://schemas.openxmlformats.org/officeDocument/2006/relationships/image" Target="../media/image807.svg"/><Relationship Id="rId138" Type="http://schemas.openxmlformats.org/officeDocument/2006/relationships/image" Target="../media/image861.svg"/><Relationship Id="rId159" Type="http://schemas.openxmlformats.org/officeDocument/2006/relationships/image" Target="../media/image882.svg"/><Relationship Id="rId170" Type="http://schemas.openxmlformats.org/officeDocument/2006/relationships/image" Target="../media/image893.svg"/><Relationship Id="rId191" Type="http://schemas.openxmlformats.org/officeDocument/2006/relationships/image" Target="../media/image914.svg"/><Relationship Id="rId205" Type="http://schemas.openxmlformats.org/officeDocument/2006/relationships/image" Target="../media/image928.svg"/><Relationship Id="rId226" Type="http://schemas.openxmlformats.org/officeDocument/2006/relationships/image" Target="../media/image949.svg"/><Relationship Id="rId107" Type="http://schemas.openxmlformats.org/officeDocument/2006/relationships/image" Target="../media/image830.svg"/><Relationship Id="rId11" Type="http://schemas.openxmlformats.org/officeDocument/2006/relationships/image" Target="../media/image734.svg"/><Relationship Id="rId32" Type="http://schemas.openxmlformats.org/officeDocument/2006/relationships/image" Target="../media/image755.svg"/><Relationship Id="rId53" Type="http://schemas.openxmlformats.org/officeDocument/2006/relationships/image" Target="../media/image776.svg"/><Relationship Id="rId74" Type="http://schemas.openxmlformats.org/officeDocument/2006/relationships/image" Target="../media/image797.svg"/><Relationship Id="rId128" Type="http://schemas.openxmlformats.org/officeDocument/2006/relationships/image" Target="../media/image851.svg"/><Relationship Id="rId149" Type="http://schemas.openxmlformats.org/officeDocument/2006/relationships/image" Target="../media/image872.svg"/><Relationship Id="rId5" Type="http://schemas.openxmlformats.org/officeDocument/2006/relationships/image" Target="../media/image728.svg"/><Relationship Id="rId95" Type="http://schemas.openxmlformats.org/officeDocument/2006/relationships/image" Target="../media/image818.svg"/><Relationship Id="rId160" Type="http://schemas.openxmlformats.org/officeDocument/2006/relationships/image" Target="../media/image883.svg"/><Relationship Id="rId181" Type="http://schemas.openxmlformats.org/officeDocument/2006/relationships/image" Target="../media/image904.svg"/><Relationship Id="rId216" Type="http://schemas.openxmlformats.org/officeDocument/2006/relationships/image" Target="../media/image939.svg"/><Relationship Id="rId237" Type="http://schemas.openxmlformats.org/officeDocument/2006/relationships/image" Target="../media/image960.svg"/><Relationship Id="rId22" Type="http://schemas.openxmlformats.org/officeDocument/2006/relationships/image" Target="../media/image745.svg"/><Relationship Id="rId43" Type="http://schemas.openxmlformats.org/officeDocument/2006/relationships/image" Target="../media/image766.svg"/><Relationship Id="rId64" Type="http://schemas.openxmlformats.org/officeDocument/2006/relationships/image" Target="../media/image787.svg"/><Relationship Id="rId118" Type="http://schemas.openxmlformats.org/officeDocument/2006/relationships/image" Target="../media/image841.svg"/><Relationship Id="rId139" Type="http://schemas.openxmlformats.org/officeDocument/2006/relationships/image" Target="../media/image862.svg"/><Relationship Id="rId85" Type="http://schemas.openxmlformats.org/officeDocument/2006/relationships/image" Target="../media/image808.svg"/><Relationship Id="rId150" Type="http://schemas.openxmlformats.org/officeDocument/2006/relationships/image" Target="../media/image873.svg"/><Relationship Id="rId171" Type="http://schemas.openxmlformats.org/officeDocument/2006/relationships/image" Target="../media/image894.svg"/><Relationship Id="rId192" Type="http://schemas.openxmlformats.org/officeDocument/2006/relationships/image" Target="../media/image915.svg"/><Relationship Id="rId206" Type="http://schemas.openxmlformats.org/officeDocument/2006/relationships/image" Target="../media/image929.svg"/><Relationship Id="rId227" Type="http://schemas.openxmlformats.org/officeDocument/2006/relationships/image" Target="../media/image950.svg"/><Relationship Id="rId12" Type="http://schemas.openxmlformats.org/officeDocument/2006/relationships/image" Target="../media/image735.svg"/><Relationship Id="rId33" Type="http://schemas.openxmlformats.org/officeDocument/2006/relationships/image" Target="../media/image756.svg"/><Relationship Id="rId108" Type="http://schemas.openxmlformats.org/officeDocument/2006/relationships/image" Target="../media/image831.svg"/><Relationship Id="rId129" Type="http://schemas.openxmlformats.org/officeDocument/2006/relationships/image" Target="../media/image852.svg"/><Relationship Id="rId54" Type="http://schemas.openxmlformats.org/officeDocument/2006/relationships/image" Target="../media/image777.svg"/><Relationship Id="rId75" Type="http://schemas.openxmlformats.org/officeDocument/2006/relationships/image" Target="../media/image798.svg"/><Relationship Id="rId96" Type="http://schemas.openxmlformats.org/officeDocument/2006/relationships/image" Target="../media/image819.svg"/><Relationship Id="rId140" Type="http://schemas.openxmlformats.org/officeDocument/2006/relationships/image" Target="../media/image863.svg"/><Relationship Id="rId161" Type="http://schemas.openxmlformats.org/officeDocument/2006/relationships/image" Target="../media/image884.svg"/><Relationship Id="rId182" Type="http://schemas.openxmlformats.org/officeDocument/2006/relationships/image" Target="../media/image905.svg"/><Relationship Id="rId217" Type="http://schemas.openxmlformats.org/officeDocument/2006/relationships/image" Target="../media/image940.svg"/><Relationship Id="rId6" Type="http://schemas.openxmlformats.org/officeDocument/2006/relationships/image" Target="../media/image729.svg"/><Relationship Id="rId238" Type="http://schemas.openxmlformats.org/officeDocument/2006/relationships/image" Target="../media/image961.svg"/><Relationship Id="rId23" Type="http://schemas.openxmlformats.org/officeDocument/2006/relationships/image" Target="../media/image746.svg"/><Relationship Id="rId119" Type="http://schemas.openxmlformats.org/officeDocument/2006/relationships/image" Target="../media/image842.svg"/><Relationship Id="rId44" Type="http://schemas.openxmlformats.org/officeDocument/2006/relationships/image" Target="../media/image767.svg"/><Relationship Id="rId65" Type="http://schemas.openxmlformats.org/officeDocument/2006/relationships/image" Target="../media/image788.svg"/><Relationship Id="rId86" Type="http://schemas.openxmlformats.org/officeDocument/2006/relationships/image" Target="../media/image809.svg"/><Relationship Id="rId130" Type="http://schemas.openxmlformats.org/officeDocument/2006/relationships/image" Target="../media/image853.svg"/><Relationship Id="rId151" Type="http://schemas.openxmlformats.org/officeDocument/2006/relationships/image" Target="../media/image874.svg"/><Relationship Id="rId172" Type="http://schemas.openxmlformats.org/officeDocument/2006/relationships/image" Target="../media/image895.svg"/><Relationship Id="rId193" Type="http://schemas.openxmlformats.org/officeDocument/2006/relationships/image" Target="../media/image916.svg"/><Relationship Id="rId207" Type="http://schemas.openxmlformats.org/officeDocument/2006/relationships/image" Target="../media/image930.svg"/><Relationship Id="rId228" Type="http://schemas.openxmlformats.org/officeDocument/2006/relationships/image" Target="../media/image951.svg"/><Relationship Id="rId13" Type="http://schemas.openxmlformats.org/officeDocument/2006/relationships/image" Target="../media/image736.svg"/><Relationship Id="rId109" Type="http://schemas.openxmlformats.org/officeDocument/2006/relationships/image" Target="../media/image832.svg"/><Relationship Id="rId34" Type="http://schemas.openxmlformats.org/officeDocument/2006/relationships/image" Target="../media/image757.svg"/><Relationship Id="rId55" Type="http://schemas.openxmlformats.org/officeDocument/2006/relationships/image" Target="../media/image778.svg"/><Relationship Id="rId76" Type="http://schemas.openxmlformats.org/officeDocument/2006/relationships/image" Target="../media/image799.svg"/><Relationship Id="rId97" Type="http://schemas.openxmlformats.org/officeDocument/2006/relationships/image" Target="../media/image820.svg"/><Relationship Id="rId120" Type="http://schemas.openxmlformats.org/officeDocument/2006/relationships/image" Target="../media/image843.svg"/><Relationship Id="rId141" Type="http://schemas.openxmlformats.org/officeDocument/2006/relationships/image" Target="../media/image864.svg"/><Relationship Id="rId7" Type="http://schemas.openxmlformats.org/officeDocument/2006/relationships/image" Target="../media/image730.svg"/><Relationship Id="rId162" Type="http://schemas.openxmlformats.org/officeDocument/2006/relationships/image" Target="../media/image885.svg"/><Relationship Id="rId183" Type="http://schemas.openxmlformats.org/officeDocument/2006/relationships/image" Target="../media/image906.svg"/><Relationship Id="rId218" Type="http://schemas.openxmlformats.org/officeDocument/2006/relationships/image" Target="../media/image941.svg"/><Relationship Id="rId239" Type="http://schemas.openxmlformats.org/officeDocument/2006/relationships/image" Target="../media/image962.svg"/><Relationship Id="rId24" Type="http://schemas.openxmlformats.org/officeDocument/2006/relationships/image" Target="../media/image747.svg"/><Relationship Id="rId45" Type="http://schemas.openxmlformats.org/officeDocument/2006/relationships/image" Target="../media/image768.svg"/><Relationship Id="rId66" Type="http://schemas.openxmlformats.org/officeDocument/2006/relationships/image" Target="../media/image789.svg"/><Relationship Id="rId87" Type="http://schemas.openxmlformats.org/officeDocument/2006/relationships/image" Target="../media/image810.svg"/><Relationship Id="rId110" Type="http://schemas.openxmlformats.org/officeDocument/2006/relationships/image" Target="../media/image833.svg"/><Relationship Id="rId131" Type="http://schemas.openxmlformats.org/officeDocument/2006/relationships/image" Target="../media/image854.svg"/><Relationship Id="rId152" Type="http://schemas.openxmlformats.org/officeDocument/2006/relationships/image" Target="../media/image875.svg"/><Relationship Id="rId173" Type="http://schemas.openxmlformats.org/officeDocument/2006/relationships/image" Target="../media/image896.svg"/><Relationship Id="rId194" Type="http://schemas.openxmlformats.org/officeDocument/2006/relationships/image" Target="../media/image917.svg"/><Relationship Id="rId208" Type="http://schemas.openxmlformats.org/officeDocument/2006/relationships/image" Target="../media/image931.svg"/><Relationship Id="rId229" Type="http://schemas.openxmlformats.org/officeDocument/2006/relationships/image" Target="../media/image952.svg"/><Relationship Id="rId240" Type="http://schemas.openxmlformats.org/officeDocument/2006/relationships/image" Target="../media/image963.svg"/><Relationship Id="rId14" Type="http://schemas.openxmlformats.org/officeDocument/2006/relationships/image" Target="../media/image737.svg"/><Relationship Id="rId35" Type="http://schemas.openxmlformats.org/officeDocument/2006/relationships/image" Target="../media/image758.svg"/><Relationship Id="rId56" Type="http://schemas.openxmlformats.org/officeDocument/2006/relationships/image" Target="../media/image779.svg"/><Relationship Id="rId77" Type="http://schemas.openxmlformats.org/officeDocument/2006/relationships/image" Target="../media/image800.svg"/><Relationship Id="rId100" Type="http://schemas.openxmlformats.org/officeDocument/2006/relationships/image" Target="../media/image823.svg"/><Relationship Id="rId8" Type="http://schemas.openxmlformats.org/officeDocument/2006/relationships/image" Target="../media/image731.svg"/><Relationship Id="rId98" Type="http://schemas.openxmlformats.org/officeDocument/2006/relationships/image" Target="../media/image821.svg"/><Relationship Id="rId121" Type="http://schemas.openxmlformats.org/officeDocument/2006/relationships/image" Target="../media/image844.svg"/><Relationship Id="rId142" Type="http://schemas.openxmlformats.org/officeDocument/2006/relationships/image" Target="../media/image865.svg"/><Relationship Id="rId163" Type="http://schemas.openxmlformats.org/officeDocument/2006/relationships/image" Target="../media/image886.svg"/><Relationship Id="rId184" Type="http://schemas.openxmlformats.org/officeDocument/2006/relationships/image" Target="../media/image907.svg"/><Relationship Id="rId219" Type="http://schemas.openxmlformats.org/officeDocument/2006/relationships/image" Target="../media/image942.svg"/><Relationship Id="rId230" Type="http://schemas.openxmlformats.org/officeDocument/2006/relationships/image" Target="../media/image953.svg"/><Relationship Id="rId25" Type="http://schemas.openxmlformats.org/officeDocument/2006/relationships/image" Target="../media/image748.svg"/><Relationship Id="rId46" Type="http://schemas.openxmlformats.org/officeDocument/2006/relationships/image" Target="../media/image769.svg"/><Relationship Id="rId67" Type="http://schemas.openxmlformats.org/officeDocument/2006/relationships/image" Target="../media/image790.svg"/><Relationship Id="rId88" Type="http://schemas.openxmlformats.org/officeDocument/2006/relationships/image" Target="../media/image811.svg"/><Relationship Id="rId111" Type="http://schemas.openxmlformats.org/officeDocument/2006/relationships/image" Target="../media/image834.svg"/><Relationship Id="rId132" Type="http://schemas.openxmlformats.org/officeDocument/2006/relationships/image" Target="../media/image855.svg"/><Relationship Id="rId153" Type="http://schemas.openxmlformats.org/officeDocument/2006/relationships/image" Target="../media/image876.svg"/><Relationship Id="rId174" Type="http://schemas.openxmlformats.org/officeDocument/2006/relationships/image" Target="../media/image897.svg"/><Relationship Id="rId195" Type="http://schemas.openxmlformats.org/officeDocument/2006/relationships/image" Target="../media/image918.svg"/><Relationship Id="rId209" Type="http://schemas.openxmlformats.org/officeDocument/2006/relationships/image" Target="../media/image932.svg"/><Relationship Id="rId190" Type="http://schemas.openxmlformats.org/officeDocument/2006/relationships/image" Target="../media/image913.svg"/><Relationship Id="rId204" Type="http://schemas.openxmlformats.org/officeDocument/2006/relationships/image" Target="../media/image927.svg"/><Relationship Id="rId220" Type="http://schemas.openxmlformats.org/officeDocument/2006/relationships/image" Target="../media/image943.svg"/><Relationship Id="rId225" Type="http://schemas.openxmlformats.org/officeDocument/2006/relationships/image" Target="../media/image948.svg"/><Relationship Id="rId15" Type="http://schemas.openxmlformats.org/officeDocument/2006/relationships/image" Target="../media/image738.svg"/><Relationship Id="rId36" Type="http://schemas.openxmlformats.org/officeDocument/2006/relationships/image" Target="../media/image759.svg"/><Relationship Id="rId57" Type="http://schemas.openxmlformats.org/officeDocument/2006/relationships/image" Target="../media/image780.svg"/><Relationship Id="rId106" Type="http://schemas.openxmlformats.org/officeDocument/2006/relationships/image" Target="../media/image829.svg"/><Relationship Id="rId127" Type="http://schemas.openxmlformats.org/officeDocument/2006/relationships/image" Target="../media/image850.svg"/><Relationship Id="rId10" Type="http://schemas.openxmlformats.org/officeDocument/2006/relationships/image" Target="../media/image733.svg"/><Relationship Id="rId31" Type="http://schemas.openxmlformats.org/officeDocument/2006/relationships/image" Target="../media/image754.svg"/><Relationship Id="rId52" Type="http://schemas.openxmlformats.org/officeDocument/2006/relationships/image" Target="../media/image775.svg"/><Relationship Id="rId73" Type="http://schemas.openxmlformats.org/officeDocument/2006/relationships/image" Target="../media/image796.svg"/><Relationship Id="rId78" Type="http://schemas.openxmlformats.org/officeDocument/2006/relationships/image" Target="../media/image801.svg"/><Relationship Id="rId94" Type="http://schemas.openxmlformats.org/officeDocument/2006/relationships/image" Target="../media/image817.svg"/><Relationship Id="rId99" Type="http://schemas.openxmlformats.org/officeDocument/2006/relationships/image" Target="../media/image822.svg"/><Relationship Id="rId101" Type="http://schemas.openxmlformats.org/officeDocument/2006/relationships/image" Target="../media/image824.svg"/><Relationship Id="rId122" Type="http://schemas.openxmlformats.org/officeDocument/2006/relationships/image" Target="../media/image845.svg"/><Relationship Id="rId143" Type="http://schemas.openxmlformats.org/officeDocument/2006/relationships/image" Target="../media/image866.svg"/><Relationship Id="rId148" Type="http://schemas.openxmlformats.org/officeDocument/2006/relationships/image" Target="../media/image871.svg"/><Relationship Id="rId164" Type="http://schemas.openxmlformats.org/officeDocument/2006/relationships/image" Target="../media/image887.svg"/><Relationship Id="rId169" Type="http://schemas.openxmlformats.org/officeDocument/2006/relationships/image" Target="../media/image892.svg"/><Relationship Id="rId185" Type="http://schemas.openxmlformats.org/officeDocument/2006/relationships/image" Target="../media/image908.svg"/><Relationship Id="rId4" Type="http://schemas.openxmlformats.org/officeDocument/2006/relationships/image" Target="../media/image487.svg"/><Relationship Id="rId9" Type="http://schemas.openxmlformats.org/officeDocument/2006/relationships/image" Target="../media/image732.svg"/><Relationship Id="rId180" Type="http://schemas.openxmlformats.org/officeDocument/2006/relationships/image" Target="../media/image903.svg"/><Relationship Id="rId210" Type="http://schemas.openxmlformats.org/officeDocument/2006/relationships/image" Target="../media/image933.svg"/><Relationship Id="rId215" Type="http://schemas.openxmlformats.org/officeDocument/2006/relationships/image" Target="../media/image938.svg"/><Relationship Id="rId236" Type="http://schemas.openxmlformats.org/officeDocument/2006/relationships/image" Target="../media/image959.svg"/><Relationship Id="rId26" Type="http://schemas.openxmlformats.org/officeDocument/2006/relationships/image" Target="../media/image749.svg"/><Relationship Id="rId231" Type="http://schemas.openxmlformats.org/officeDocument/2006/relationships/image" Target="../media/image954.svg"/><Relationship Id="rId47" Type="http://schemas.openxmlformats.org/officeDocument/2006/relationships/image" Target="../media/image770.svg"/><Relationship Id="rId68" Type="http://schemas.openxmlformats.org/officeDocument/2006/relationships/image" Target="../media/image791.svg"/><Relationship Id="rId89" Type="http://schemas.openxmlformats.org/officeDocument/2006/relationships/image" Target="../media/image812.svg"/><Relationship Id="rId112" Type="http://schemas.openxmlformats.org/officeDocument/2006/relationships/image" Target="../media/image835.svg"/><Relationship Id="rId133" Type="http://schemas.openxmlformats.org/officeDocument/2006/relationships/image" Target="../media/image856.svg"/><Relationship Id="rId154" Type="http://schemas.openxmlformats.org/officeDocument/2006/relationships/image" Target="../media/image877.svg"/><Relationship Id="rId175" Type="http://schemas.openxmlformats.org/officeDocument/2006/relationships/image" Target="../media/image898.svg"/><Relationship Id="rId196" Type="http://schemas.openxmlformats.org/officeDocument/2006/relationships/image" Target="../media/image919.svg"/><Relationship Id="rId200" Type="http://schemas.openxmlformats.org/officeDocument/2006/relationships/image" Target="../media/image923.svg"/><Relationship Id="rId16" Type="http://schemas.openxmlformats.org/officeDocument/2006/relationships/image" Target="../media/image739.svg"/><Relationship Id="rId221" Type="http://schemas.openxmlformats.org/officeDocument/2006/relationships/image" Target="../media/image944.svg"/><Relationship Id="rId37" Type="http://schemas.openxmlformats.org/officeDocument/2006/relationships/image" Target="../media/image760.svg"/><Relationship Id="rId58" Type="http://schemas.openxmlformats.org/officeDocument/2006/relationships/image" Target="../media/image781.svg"/><Relationship Id="rId79" Type="http://schemas.openxmlformats.org/officeDocument/2006/relationships/image" Target="../media/image802.svg"/><Relationship Id="rId102" Type="http://schemas.openxmlformats.org/officeDocument/2006/relationships/image" Target="../media/image825.svg"/><Relationship Id="rId123" Type="http://schemas.openxmlformats.org/officeDocument/2006/relationships/image" Target="../media/image846.svg"/><Relationship Id="rId144" Type="http://schemas.openxmlformats.org/officeDocument/2006/relationships/image" Target="../media/image867.svg"/><Relationship Id="rId90" Type="http://schemas.openxmlformats.org/officeDocument/2006/relationships/image" Target="../media/image813.svg"/><Relationship Id="rId165" Type="http://schemas.openxmlformats.org/officeDocument/2006/relationships/image" Target="../media/image888.svg"/><Relationship Id="rId186" Type="http://schemas.openxmlformats.org/officeDocument/2006/relationships/image" Target="../media/image909.svg"/><Relationship Id="rId211" Type="http://schemas.openxmlformats.org/officeDocument/2006/relationships/image" Target="../media/image934.svg"/><Relationship Id="rId232" Type="http://schemas.openxmlformats.org/officeDocument/2006/relationships/image" Target="../media/image955.svg"/><Relationship Id="rId27" Type="http://schemas.openxmlformats.org/officeDocument/2006/relationships/image" Target="../media/image750.svg"/><Relationship Id="rId48" Type="http://schemas.openxmlformats.org/officeDocument/2006/relationships/image" Target="../media/image771.svg"/><Relationship Id="rId69" Type="http://schemas.openxmlformats.org/officeDocument/2006/relationships/image" Target="../media/image792.svg"/><Relationship Id="rId113" Type="http://schemas.openxmlformats.org/officeDocument/2006/relationships/image" Target="../media/image836.svg"/><Relationship Id="rId134" Type="http://schemas.openxmlformats.org/officeDocument/2006/relationships/image" Target="../media/image857.svg"/><Relationship Id="rId80" Type="http://schemas.openxmlformats.org/officeDocument/2006/relationships/image" Target="../media/image803.svg"/><Relationship Id="rId155" Type="http://schemas.openxmlformats.org/officeDocument/2006/relationships/image" Target="../media/image878.svg"/><Relationship Id="rId176" Type="http://schemas.openxmlformats.org/officeDocument/2006/relationships/image" Target="../media/image899.svg"/><Relationship Id="rId197" Type="http://schemas.openxmlformats.org/officeDocument/2006/relationships/image" Target="../media/image920.svg"/><Relationship Id="rId201" Type="http://schemas.openxmlformats.org/officeDocument/2006/relationships/image" Target="../media/image924.svg"/><Relationship Id="rId222" Type="http://schemas.openxmlformats.org/officeDocument/2006/relationships/image" Target="../media/image945.svg"/><Relationship Id="rId17" Type="http://schemas.openxmlformats.org/officeDocument/2006/relationships/image" Target="../media/image740.svg"/><Relationship Id="rId38" Type="http://schemas.openxmlformats.org/officeDocument/2006/relationships/image" Target="../media/image761.svg"/><Relationship Id="rId59" Type="http://schemas.openxmlformats.org/officeDocument/2006/relationships/image" Target="../media/image782.svg"/><Relationship Id="rId103" Type="http://schemas.openxmlformats.org/officeDocument/2006/relationships/image" Target="../media/image826.svg"/><Relationship Id="rId124" Type="http://schemas.openxmlformats.org/officeDocument/2006/relationships/image" Target="../media/image847.svg"/><Relationship Id="rId70" Type="http://schemas.openxmlformats.org/officeDocument/2006/relationships/image" Target="../media/image793.svg"/><Relationship Id="rId91" Type="http://schemas.openxmlformats.org/officeDocument/2006/relationships/image" Target="../media/image814.svg"/><Relationship Id="rId145" Type="http://schemas.openxmlformats.org/officeDocument/2006/relationships/image" Target="../media/image868.svg"/><Relationship Id="rId166" Type="http://schemas.openxmlformats.org/officeDocument/2006/relationships/image" Target="../media/image889.svg"/><Relationship Id="rId187" Type="http://schemas.openxmlformats.org/officeDocument/2006/relationships/image" Target="../media/image910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935.svg"/><Relationship Id="rId233" Type="http://schemas.openxmlformats.org/officeDocument/2006/relationships/image" Target="../media/image956.svg"/><Relationship Id="rId28" Type="http://schemas.openxmlformats.org/officeDocument/2006/relationships/image" Target="../media/image751.svg"/><Relationship Id="rId49" Type="http://schemas.openxmlformats.org/officeDocument/2006/relationships/image" Target="../media/image772.svg"/><Relationship Id="rId114" Type="http://schemas.openxmlformats.org/officeDocument/2006/relationships/image" Target="../media/image837.svg"/><Relationship Id="rId60" Type="http://schemas.openxmlformats.org/officeDocument/2006/relationships/image" Target="../media/image783.svg"/><Relationship Id="rId81" Type="http://schemas.openxmlformats.org/officeDocument/2006/relationships/image" Target="../media/image804.svg"/><Relationship Id="rId135" Type="http://schemas.openxmlformats.org/officeDocument/2006/relationships/image" Target="../media/image858.svg"/><Relationship Id="rId156" Type="http://schemas.openxmlformats.org/officeDocument/2006/relationships/image" Target="../media/image879.svg"/><Relationship Id="rId177" Type="http://schemas.openxmlformats.org/officeDocument/2006/relationships/image" Target="../media/image900.svg"/><Relationship Id="rId198" Type="http://schemas.openxmlformats.org/officeDocument/2006/relationships/image" Target="../media/image921.svg"/><Relationship Id="rId202" Type="http://schemas.openxmlformats.org/officeDocument/2006/relationships/image" Target="../media/image925.svg"/><Relationship Id="rId223" Type="http://schemas.openxmlformats.org/officeDocument/2006/relationships/image" Target="../media/image946.svg"/><Relationship Id="rId18" Type="http://schemas.openxmlformats.org/officeDocument/2006/relationships/image" Target="../media/image741.svg"/><Relationship Id="rId39" Type="http://schemas.openxmlformats.org/officeDocument/2006/relationships/image" Target="../media/image762.svg"/><Relationship Id="rId50" Type="http://schemas.openxmlformats.org/officeDocument/2006/relationships/image" Target="../media/image773.svg"/><Relationship Id="rId104" Type="http://schemas.openxmlformats.org/officeDocument/2006/relationships/image" Target="../media/image827.svg"/><Relationship Id="rId125" Type="http://schemas.openxmlformats.org/officeDocument/2006/relationships/image" Target="../media/image848.svg"/><Relationship Id="rId146" Type="http://schemas.openxmlformats.org/officeDocument/2006/relationships/image" Target="../media/image869.svg"/><Relationship Id="rId167" Type="http://schemas.openxmlformats.org/officeDocument/2006/relationships/image" Target="../media/image890.svg"/><Relationship Id="rId188" Type="http://schemas.openxmlformats.org/officeDocument/2006/relationships/image" Target="../media/image911.svg"/><Relationship Id="rId71" Type="http://schemas.openxmlformats.org/officeDocument/2006/relationships/image" Target="../media/image794.svg"/><Relationship Id="rId92" Type="http://schemas.openxmlformats.org/officeDocument/2006/relationships/image" Target="../media/image815.svg"/><Relationship Id="rId213" Type="http://schemas.openxmlformats.org/officeDocument/2006/relationships/image" Target="../media/image936.svg"/><Relationship Id="rId234" Type="http://schemas.openxmlformats.org/officeDocument/2006/relationships/image" Target="../media/image957.svg"/><Relationship Id="rId2" Type="http://schemas.openxmlformats.org/officeDocument/2006/relationships/image" Target="../media/image485.svg"/><Relationship Id="rId29" Type="http://schemas.openxmlformats.org/officeDocument/2006/relationships/image" Target="../media/image752.svg"/><Relationship Id="rId40" Type="http://schemas.openxmlformats.org/officeDocument/2006/relationships/image" Target="../media/image763.svg"/><Relationship Id="rId115" Type="http://schemas.openxmlformats.org/officeDocument/2006/relationships/image" Target="../media/image838.svg"/><Relationship Id="rId136" Type="http://schemas.openxmlformats.org/officeDocument/2006/relationships/image" Target="../media/image859.svg"/><Relationship Id="rId157" Type="http://schemas.openxmlformats.org/officeDocument/2006/relationships/image" Target="../media/image880.svg"/><Relationship Id="rId178" Type="http://schemas.openxmlformats.org/officeDocument/2006/relationships/image" Target="../media/image901.svg"/><Relationship Id="rId61" Type="http://schemas.openxmlformats.org/officeDocument/2006/relationships/image" Target="../media/image784.svg"/><Relationship Id="rId82" Type="http://schemas.openxmlformats.org/officeDocument/2006/relationships/image" Target="../media/image805.svg"/><Relationship Id="rId199" Type="http://schemas.openxmlformats.org/officeDocument/2006/relationships/image" Target="../media/image922.svg"/><Relationship Id="rId203" Type="http://schemas.openxmlformats.org/officeDocument/2006/relationships/image" Target="../media/image926.svg"/><Relationship Id="rId19" Type="http://schemas.openxmlformats.org/officeDocument/2006/relationships/image" Target="../media/image742.svg"/><Relationship Id="rId224" Type="http://schemas.openxmlformats.org/officeDocument/2006/relationships/image" Target="../media/image947.svg"/><Relationship Id="rId30" Type="http://schemas.openxmlformats.org/officeDocument/2006/relationships/image" Target="../media/image753.svg"/><Relationship Id="rId105" Type="http://schemas.openxmlformats.org/officeDocument/2006/relationships/image" Target="../media/image828.svg"/><Relationship Id="rId126" Type="http://schemas.openxmlformats.org/officeDocument/2006/relationships/image" Target="../media/image849.svg"/><Relationship Id="rId147" Type="http://schemas.openxmlformats.org/officeDocument/2006/relationships/image" Target="../media/image870.svg"/><Relationship Id="rId168" Type="http://schemas.openxmlformats.org/officeDocument/2006/relationships/image" Target="../media/image891.svg"/><Relationship Id="rId51" Type="http://schemas.openxmlformats.org/officeDocument/2006/relationships/image" Target="../media/image774.svg"/><Relationship Id="rId72" Type="http://schemas.openxmlformats.org/officeDocument/2006/relationships/image" Target="../media/image795.svg"/><Relationship Id="rId93" Type="http://schemas.openxmlformats.org/officeDocument/2006/relationships/image" Target="../media/image816.svg"/><Relationship Id="rId189" Type="http://schemas.openxmlformats.org/officeDocument/2006/relationships/image" Target="../media/image912.svg"/><Relationship Id="rId3" Type="http://schemas.openxmlformats.org/officeDocument/2006/relationships/image" Target="../media/image486.svg"/><Relationship Id="rId214" Type="http://schemas.openxmlformats.org/officeDocument/2006/relationships/image" Target="../media/image937.svg"/><Relationship Id="rId235" Type="http://schemas.openxmlformats.org/officeDocument/2006/relationships/image" Target="../media/image958.svg"/><Relationship Id="rId116" Type="http://schemas.openxmlformats.org/officeDocument/2006/relationships/image" Target="../media/image839.svg"/><Relationship Id="rId137" Type="http://schemas.openxmlformats.org/officeDocument/2006/relationships/image" Target="../media/image860.svg"/><Relationship Id="rId158" Type="http://schemas.openxmlformats.org/officeDocument/2006/relationships/image" Target="../media/image881.svg"/><Relationship Id="rId20" Type="http://schemas.openxmlformats.org/officeDocument/2006/relationships/image" Target="../media/image743.svg"/><Relationship Id="rId41" Type="http://schemas.openxmlformats.org/officeDocument/2006/relationships/image" Target="../media/image764.svg"/><Relationship Id="rId62" Type="http://schemas.openxmlformats.org/officeDocument/2006/relationships/image" Target="../media/image785.svg"/><Relationship Id="rId83" Type="http://schemas.openxmlformats.org/officeDocument/2006/relationships/image" Target="../media/image806.svg"/><Relationship Id="rId179" Type="http://schemas.openxmlformats.org/officeDocument/2006/relationships/image" Target="../media/image9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46B20-D535-6269-31CB-7AA7A27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0D155CE-7466-2E29-8B1E-7E506E7E9A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" b="40"/>
          <a:stretch/>
        </p:blipFill>
        <p:spPr>
          <a:xfrm>
            <a:off x="360557" y="379413"/>
            <a:ext cx="4668644" cy="5262562"/>
          </a:xfrm>
          <a:solidFill>
            <a:srgbClr val="F7F7ED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C19A-9DE0-C173-FE0E-34835E08B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81B55-9737-3BBC-A002-3D7D604F70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B4B64-E4C3-D8CF-E969-A04567121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B53B1-C349-044E-D9E8-D9CDF94928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B132E3-8BE3-977C-E4F9-AFFBAAB53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C62F62-11F2-4A01-6D32-91104FDF8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22EF-B2FB-0840-CC48-CFE4CC5CA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/>
          <a:p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.</a:t>
            </a:r>
          </a:p>
          <a:p>
            <a:r>
              <a:rPr lang="en-AU" i="1" dirty="0">
                <a:latin typeface="Yes Sans Text Light" panose="020B0304030101010103" pitchFamily="34" charset="77"/>
              </a:rPr>
              <a:t>Light italic copy: Lorem ipsum </a:t>
            </a:r>
            <a:r>
              <a:rPr lang="en-AU" i="1" dirty="0" err="1">
                <a:latin typeface="Yes Sans Text Light" panose="020B0304030101010103" pitchFamily="34" charset="77"/>
              </a:rPr>
              <a:t>dolor</a:t>
            </a:r>
            <a:r>
              <a:rPr lang="en-AU" i="1" dirty="0">
                <a:latin typeface="Yes Sans Text Light" panose="020B0304030101010103" pitchFamily="34" charset="77"/>
              </a:rPr>
              <a:t> sit </a:t>
            </a:r>
            <a:r>
              <a:rPr lang="en-AU" i="1" dirty="0" err="1">
                <a:latin typeface="Yes Sans Text Light" panose="020B0304030101010103" pitchFamily="34" charset="77"/>
              </a:rPr>
              <a:t>amet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consectetur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adipiscing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elit</a:t>
            </a:r>
            <a:r>
              <a:rPr lang="en-AU" i="1" dirty="0">
                <a:latin typeface="Yes Sans Text Light" panose="020B0304030101010103" pitchFamily="34" charset="77"/>
              </a:rPr>
              <a:t>. </a:t>
            </a:r>
            <a:r>
              <a:rPr lang="en-AU" i="1" dirty="0" err="1">
                <a:latin typeface="Yes Sans Text Light" panose="020B0304030101010103" pitchFamily="34" charset="77"/>
              </a:rPr>
              <a:t>Quisque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faucibus</a:t>
            </a:r>
            <a:r>
              <a:rPr lang="en-AU" i="1" dirty="0">
                <a:latin typeface="Yes Sans Text Light" panose="020B0304030101010103" pitchFamily="34" charset="77"/>
              </a:rPr>
              <a:t> ex </a:t>
            </a:r>
            <a:r>
              <a:rPr lang="en-AU" i="1" dirty="0" err="1">
                <a:latin typeface="Yes Sans Text Light" panose="020B0304030101010103" pitchFamily="34" charset="77"/>
              </a:rPr>
              <a:t>sapien</a:t>
            </a:r>
            <a:r>
              <a:rPr lang="en-AU" i="1" dirty="0">
                <a:latin typeface="Yes Sans Text Light" panose="020B0304030101010103" pitchFamily="34" charset="77"/>
              </a:rPr>
              <a:t> vitae </a:t>
            </a:r>
            <a:r>
              <a:rPr lang="en-AU" i="1" dirty="0" err="1">
                <a:latin typeface="Yes Sans Text Light" panose="020B0304030101010103" pitchFamily="34" charset="77"/>
              </a:rPr>
              <a:t>pellentesque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sem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placerat</a:t>
            </a:r>
            <a:r>
              <a:rPr lang="en-AU" i="1" dirty="0">
                <a:latin typeface="Yes Sans Text Light" panose="020B0304030101010103" pitchFamily="34" charset="77"/>
              </a:rPr>
              <a:t>. In id cursus mi </a:t>
            </a:r>
            <a:r>
              <a:rPr lang="en-AU" i="1" dirty="0" err="1">
                <a:latin typeface="Yes Sans Text Light" panose="020B0304030101010103" pitchFamily="34" charset="77"/>
              </a:rPr>
              <a:t>pretium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tellus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duis</a:t>
            </a:r>
            <a:r>
              <a:rPr lang="en-AU" i="1" dirty="0">
                <a:latin typeface="Yes Sans Text Light" panose="020B0304030101010103" pitchFamily="34" charset="77"/>
              </a:rPr>
              <a:t> convallis. Tempus </a:t>
            </a:r>
            <a:r>
              <a:rPr lang="en-AU" i="1" dirty="0" err="1">
                <a:latin typeface="Yes Sans Text Light" panose="020B0304030101010103" pitchFamily="34" charset="77"/>
              </a:rPr>
              <a:t>leo</a:t>
            </a:r>
            <a:r>
              <a:rPr lang="en-AU" i="1" dirty="0">
                <a:latin typeface="Yes Sans Text Light" panose="020B0304030101010103" pitchFamily="34" charset="77"/>
              </a:rPr>
              <a:t>.</a:t>
            </a:r>
          </a:p>
          <a:p>
            <a:r>
              <a:rPr lang="en-AU" b="1" dirty="0"/>
              <a:t>Paragraph headline here</a:t>
            </a:r>
          </a:p>
          <a:p>
            <a:r>
              <a:rPr lang="en-AU" dirty="0"/>
              <a:t>Pulvinar </a:t>
            </a:r>
            <a:r>
              <a:rPr lang="en-AU" dirty="0" err="1"/>
              <a:t>vivamus</a:t>
            </a:r>
            <a:r>
              <a:rPr lang="en-AU" dirty="0"/>
              <a:t> </a:t>
            </a:r>
            <a:r>
              <a:rPr lang="en-AU" dirty="0" err="1"/>
              <a:t>fringilla</a:t>
            </a:r>
            <a:r>
              <a:rPr lang="en-AU" dirty="0"/>
              <a:t> </a:t>
            </a:r>
            <a:r>
              <a:rPr lang="en-AU" dirty="0" err="1"/>
              <a:t>lacus</a:t>
            </a:r>
            <a:r>
              <a:rPr lang="en-AU" dirty="0"/>
              <a:t> nec </a:t>
            </a:r>
            <a:r>
              <a:rPr lang="en-AU" dirty="0" err="1"/>
              <a:t>metus</a:t>
            </a:r>
            <a:r>
              <a:rPr lang="en-AU" dirty="0"/>
              <a:t> </a:t>
            </a:r>
            <a:r>
              <a:rPr lang="en-AU" dirty="0" err="1"/>
              <a:t>bibendum</a:t>
            </a:r>
            <a:r>
              <a:rPr lang="en-AU" dirty="0"/>
              <a:t> </a:t>
            </a:r>
            <a:r>
              <a:rPr lang="en-AU" dirty="0" err="1"/>
              <a:t>egestas</a:t>
            </a:r>
            <a:r>
              <a:rPr lang="en-AU" dirty="0"/>
              <a:t>. </a:t>
            </a:r>
            <a:r>
              <a:rPr lang="en-AU" dirty="0" err="1"/>
              <a:t>Iaculis</a:t>
            </a:r>
            <a:r>
              <a:rPr lang="en-AU" dirty="0"/>
              <a:t> </a:t>
            </a:r>
            <a:r>
              <a:rPr lang="en-AU" dirty="0" err="1"/>
              <a:t>massa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malesuada</a:t>
            </a:r>
            <a:r>
              <a:rPr lang="en-AU" dirty="0"/>
              <a:t> lacinia integer nunc </a:t>
            </a:r>
            <a:r>
              <a:rPr lang="en-AU" dirty="0" err="1"/>
              <a:t>posuere</a:t>
            </a:r>
            <a:r>
              <a:rPr lang="en-AU" dirty="0"/>
              <a:t>. Ut </a:t>
            </a:r>
            <a:r>
              <a:rPr lang="en-AU" dirty="0" err="1"/>
              <a:t>hendrerit</a:t>
            </a:r>
            <a:r>
              <a:rPr lang="en-AU" dirty="0"/>
              <a:t> semper vel class </a:t>
            </a:r>
            <a:r>
              <a:rPr lang="en-AU" dirty="0" err="1"/>
              <a:t>aptent</a:t>
            </a:r>
            <a:r>
              <a:rPr lang="en-AU" dirty="0"/>
              <a:t> </a:t>
            </a:r>
            <a:r>
              <a:rPr lang="en-AU" dirty="0" err="1"/>
              <a:t>taciti</a:t>
            </a:r>
            <a:r>
              <a:rPr lang="en-AU" dirty="0"/>
              <a:t> </a:t>
            </a:r>
            <a:r>
              <a:rPr lang="en-AU" dirty="0" err="1"/>
              <a:t>sociosqu</a:t>
            </a:r>
            <a:r>
              <a:rPr lang="en-AU" dirty="0"/>
              <a:t>. Ad </a:t>
            </a:r>
            <a:r>
              <a:rPr lang="en-AU" dirty="0" err="1"/>
              <a:t>litora</a:t>
            </a:r>
            <a:r>
              <a:rPr lang="en-AU" dirty="0"/>
              <a:t> </a:t>
            </a:r>
            <a:r>
              <a:rPr lang="en-AU" dirty="0" err="1"/>
              <a:t>torquent</a:t>
            </a:r>
            <a:r>
              <a:rPr lang="en-AU" dirty="0"/>
              <a:t> per </a:t>
            </a:r>
            <a:r>
              <a:rPr lang="en-AU" dirty="0" err="1"/>
              <a:t>conubia</a:t>
            </a:r>
            <a:r>
              <a:rPr lang="en-AU" dirty="0"/>
              <a:t> nostra </a:t>
            </a:r>
            <a:r>
              <a:rPr lang="en-AU" dirty="0" err="1"/>
              <a:t>inceptos</a:t>
            </a:r>
            <a:r>
              <a:rPr lang="en-AU" dirty="0"/>
              <a:t> </a:t>
            </a:r>
            <a:r>
              <a:rPr lang="en-AU" dirty="0" err="1"/>
              <a:t>himenaeos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</a:t>
            </a:r>
          </a:p>
        </p:txBody>
      </p:sp>
      <p:pic>
        <p:nvPicPr>
          <p:cNvPr id="6" name="Picture Placeholder 5" descr="A black and blue cylinder&#10;&#10;Description automatically generated">
            <a:extLst>
              <a:ext uri="{FF2B5EF4-FFF2-40B4-BE49-F238E27FC236}">
                <a16:creationId xmlns:a16="http://schemas.microsoft.com/office/drawing/2014/main" id="{20F9D385-C05F-122C-43D8-D797ED010F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855" t="-44" r="-1" b="898"/>
          <a:stretch>
            <a:fillRect/>
          </a:stretch>
        </p:blipFill>
        <p:spPr>
          <a:xfrm>
            <a:off x="6913563" y="2027238"/>
            <a:ext cx="4909630" cy="4457700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CF91FF-85D2-4FBB-A84A-552BB13E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249028"/>
              </p:ext>
            </p:extLst>
          </p:nvPr>
        </p:nvGraphicFramePr>
        <p:xfrm>
          <a:off x="757238" y="1758950"/>
          <a:ext cx="10842622" cy="44086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1338">
                  <a:extLst>
                    <a:ext uri="{9D8B030D-6E8A-4147-A177-3AD203B41FA5}">
                      <a16:colId xmlns:a16="http://schemas.microsoft.com/office/drawing/2014/main" val="767224079"/>
                    </a:ext>
                  </a:extLst>
                </a:gridCol>
                <a:gridCol w="1903426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1479914158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453013465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5392"/>
                  </a:ext>
                </a:extLst>
              </a:tr>
              <a:tr h="1368728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1364779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2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3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4DC7E513-C5EB-CC9A-8D8D-2F750929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49D16-6E1F-735D-2873-7B0C429D64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645200970"/>
              </p:ext>
            </p:extLst>
          </p:nvPr>
        </p:nvGraphicFramePr>
        <p:xfrm>
          <a:off x="757238" y="1758950"/>
          <a:ext cx="10677522" cy="44442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0930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716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  <a:tr h="66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 startAt="3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8691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7365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6294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075F7-F6FA-715E-4B7B-134961C5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9A681-E9D7-F690-ED34-341B07E866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1F7805A-CC4B-6305-5F67-6FC06226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Table Placeholder 6">
            <a:extLst>
              <a:ext uri="{FF2B5EF4-FFF2-40B4-BE49-F238E27FC236}">
                <a16:creationId xmlns:a16="http://schemas.microsoft.com/office/drawing/2014/main" id="{7358A27D-4825-A59C-F3BB-7D9211D02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32946"/>
              </p:ext>
            </p:extLst>
          </p:nvPr>
        </p:nvGraphicFramePr>
        <p:xfrm>
          <a:off x="660401" y="1758950"/>
          <a:ext cx="10844212" cy="44001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</a:tblGrid>
              <a:tr h="4603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490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29896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4303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sit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amet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,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adipiscing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0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24D-ABD8-29B3-25D9-6604DD56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FF0-81D2-AB4B-FAEA-490A467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6" name="Table Placeholder 6">
            <a:extLst>
              <a:ext uri="{FF2B5EF4-FFF2-40B4-BE49-F238E27FC236}">
                <a16:creationId xmlns:a16="http://schemas.microsoft.com/office/drawing/2014/main" id="{183524EA-6BF2-110E-A28F-FFC086C16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565783"/>
              </p:ext>
            </p:extLst>
          </p:nvPr>
        </p:nvGraphicFramePr>
        <p:xfrm>
          <a:off x="739343" y="1735750"/>
          <a:ext cx="10656596" cy="41034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2270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662270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378631670"/>
                    </a:ext>
                  </a:extLst>
                </a:gridCol>
              </a:tblGrid>
              <a:tr h="4714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1290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51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8917"/>
                  </a:ext>
                </a:extLst>
              </a:tr>
              <a:tr h="12466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fringilla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accumsan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ut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interdum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GB" sz="1200" b="0" i="0" dirty="0">
                        <a:latin typeface="Yes Sans Text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6527"/>
                  </a:ext>
                </a:extLst>
              </a:tr>
            </a:tbl>
          </a:graphicData>
        </a:graphic>
      </p:graphicFrame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493ED14-E35E-DA35-AA18-D0453D5BF59B}"/>
              </a:ext>
            </a:extLst>
          </p:cNvPr>
          <p:cNvSpPr txBox="1">
            <a:spLocks/>
          </p:cNvSpPr>
          <p:nvPr/>
        </p:nvSpPr>
        <p:spPr>
          <a:xfrm>
            <a:off x="739342" y="5881256"/>
            <a:ext cx="10656596" cy="322551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ctr" defTabSz="914366" rtl="0" eaLnBrk="1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None/>
              <a:tabLst/>
              <a:defRPr sz="11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1pPr>
            <a:lvl2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2pPr>
            <a:lvl3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3pPr>
            <a:lvl4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4pPr>
            <a:lvl5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5pPr>
            <a:lvl6pPr marL="2514506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9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2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55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*Lorem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Nunc </a:t>
            </a:r>
            <a:r>
              <a:rPr lang="en-GB" dirty="0" err="1"/>
              <a:t>vulputate</a:t>
            </a:r>
            <a:r>
              <a:rPr lang="en-GB" dirty="0"/>
              <a:t> libero et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interdum</a:t>
            </a:r>
            <a:r>
              <a:rPr lang="en-GB" dirty="0"/>
              <a:t>, ac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. Class </a:t>
            </a:r>
            <a:r>
              <a:rPr lang="en-GB" dirty="0" err="1"/>
              <a:t>aptent</a:t>
            </a:r>
            <a:r>
              <a:rPr lang="en-GB" dirty="0"/>
              <a:t> </a:t>
            </a:r>
            <a:r>
              <a:rPr lang="en-GB" dirty="0" err="1"/>
              <a:t>taciti</a:t>
            </a:r>
            <a:r>
              <a:rPr lang="en-GB" dirty="0"/>
              <a:t> </a:t>
            </a:r>
            <a:r>
              <a:rPr lang="en-GB" dirty="0" err="1"/>
              <a:t>sociosqu</a:t>
            </a:r>
            <a:r>
              <a:rPr lang="en-GB" dirty="0"/>
              <a:t> ad </a:t>
            </a:r>
            <a:r>
              <a:rPr lang="en-GB" dirty="0" err="1"/>
              <a:t>litora</a:t>
            </a:r>
            <a:r>
              <a:rPr lang="en-GB" dirty="0"/>
              <a:t> nostra.</a:t>
            </a:r>
          </a:p>
        </p:txBody>
      </p:sp>
    </p:spTree>
    <p:extLst>
      <p:ext uri="{BB962C8B-B14F-4D97-AF65-F5344CB8AC3E}">
        <p14:creationId xmlns:p14="http://schemas.microsoft.com/office/powerpoint/2010/main" val="31703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 Up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Full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Cloud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Community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Pencil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Envelope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Fire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Guitar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945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0945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0945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10945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0945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10945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0945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0945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10945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0945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10945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6462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 Plus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6462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6462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Half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6462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Enterprise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6462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6462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6462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Compass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6462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</a:p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Multi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6462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Equals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6462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Fist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6462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Bar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Plug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 Signal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Computer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Desktop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Pdf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Flower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Number One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Max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Quarter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Location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Claim Credit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Concierge Bell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Forest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 Quarter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One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Add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Click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Connection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eSIM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Fork Knife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 Stroke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pic>
        <p:nvPicPr>
          <p:cNvPr id="969" name="Graphic 968">
            <a:extLst>
              <a:ext uri="{FF2B5EF4-FFF2-40B4-BE49-F238E27FC236}">
                <a16:creationId xmlns:a16="http://schemas.microsoft.com/office/drawing/2014/main" id="{78A5986A-A1FC-F1FA-92DC-81ED36630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6G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Beer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Two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Construction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Cone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Expand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 Path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Handshake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pic>
        <p:nvPicPr>
          <p:cNvPr id="971" name="Graphic 970">
            <a:extLst>
              <a:ext uri="{FF2B5EF4-FFF2-40B4-BE49-F238E27FC236}">
                <a16:creationId xmlns:a16="http://schemas.microsoft.com/office/drawing/2014/main" id="{A44640F1-FAFB-2C0A-50A9-EDA6426B0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24/7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Next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Beach Tree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Bundle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Lefit</a:t>
            </a:r>
            <a:r>
              <a:rPr lang="en-US" sz="300" dirty="0">
                <a:latin typeface="Yes Sans Text" panose="020B0504030101010103" pitchFamily="34" charset="77"/>
              </a:rPr>
              <a:t> Right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Copy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Summary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Games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42B2DD8-E78D-4E84-CD4C-A3139F927C1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Headphones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Address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Previous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Beverage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Circle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Closed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Headset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841128" y="1297955"/>
            <a:ext cx="200050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Amex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Bike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 Beverage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CO2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Forward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Circle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Filled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 Filled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328701" y="2661600"/>
            <a:ext cx="136398" cy="1363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Road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Bin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Check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Certificate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Download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Cricket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Curved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Stroke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Glasses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Add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5784448" y="2661600"/>
            <a:ext cx="136398" cy="1363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Cable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Child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Drive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Computer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Add Filled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 Down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 Filled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Chips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Modem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 Filled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 Filled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Network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 Filled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Upload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Blog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Add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Network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Dashboard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 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Factory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Phone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Filled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Applications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Attachment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Bluetooth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Cancel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Sun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Fan Wind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Plane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Filled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Day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Upload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Tag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 Signal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Edit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Connection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Donate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Your Device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Roaming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pic>
        <p:nvPicPr>
          <p:cNvPr id="993" name="Graphic 992">
            <a:extLst>
              <a:ext uri="{FF2B5EF4-FFF2-40B4-BE49-F238E27FC236}">
                <a16:creationId xmlns:a16="http://schemas.microsoft.com/office/drawing/2014/main" id="{3FDC5137-06A4-1619-D0E6-E20D82E72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518930" y="5843437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Round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 Location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Event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 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 Carbon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Offset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4K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Donut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AF43E2BB-9DB6-B56B-D473-0ED6CD1F5EF8}"/>
              </a:ext>
            </a:extLst>
          </p:cNvPr>
          <p:cNvSpPr txBox="1"/>
          <p:nvPr/>
        </p:nvSpPr>
        <p:spPr>
          <a:xfrm>
            <a:off x="837261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Houses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pic>
        <p:nvPicPr>
          <p:cNvPr id="989" name="Graphic 988">
            <a:extLst>
              <a:ext uri="{FF2B5EF4-FFF2-40B4-BE49-F238E27FC236}">
                <a16:creationId xmlns:a16="http://schemas.microsoft.com/office/drawing/2014/main" id="{BE33C397-F48E-A440-004D-EEF1CE9D9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8974677" y="5843437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Backward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Bridge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Month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Coat Hanger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HD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Drone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ACA6CC83-E2BC-94E1-3229-2B14812C902D}"/>
              </a:ext>
            </a:extLst>
          </p:cNvPr>
          <p:cNvSpPr txBox="1"/>
          <p:nvPr/>
        </p:nvSpPr>
        <p:spPr>
          <a:xfrm>
            <a:off x="882835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pic>
        <p:nvPicPr>
          <p:cNvPr id="995" name="Graphic 994">
            <a:extLst>
              <a:ext uri="{FF2B5EF4-FFF2-40B4-BE49-F238E27FC236}">
                <a16:creationId xmlns:a16="http://schemas.microsoft.com/office/drawing/2014/main" id="{BBD27AE3-9FDA-2074-18B7-9AB65893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430424" y="5843437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Circular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One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Search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Cup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SD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Earth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Ferry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Stand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B188703-A008-5515-1816-95D3AF99ED11}"/>
              </a:ext>
            </a:extLst>
          </p:cNvPr>
          <p:cNvSpPr txBox="1"/>
          <p:nvPr/>
        </p:nvSpPr>
        <p:spPr>
          <a:xfrm>
            <a:off x="928410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Ice Cream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9886171" y="1297955"/>
            <a:ext cx="136398" cy="1363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9886171" y="5388888"/>
            <a:ext cx="136398" cy="136398"/>
          </a:xfrm>
          <a:prstGeom prst="rect">
            <a:avLst/>
          </a:prstGeom>
        </p:spPr>
      </p:pic>
      <p:pic>
        <p:nvPicPr>
          <p:cNvPr id="997" name="Graphic 996">
            <a:extLst>
              <a:ext uri="{FF2B5EF4-FFF2-40B4-BE49-F238E27FC236}">
                <a16:creationId xmlns:a16="http://schemas.microsoft.com/office/drawing/2014/main" id="{BA9CE161-F0B6-B94B-D7B7-EE761F9A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9886171" y="5843437"/>
            <a:ext cx="136398" cy="1363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Back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Health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Year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Pause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Mug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Desktop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Eco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Filter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2D9AF69F-0479-010B-5A23-7E59E2C9EF1C}"/>
              </a:ext>
            </a:extLst>
          </p:cNvPr>
          <p:cNvSpPr txBox="1"/>
          <p:nvPr/>
        </p:nvSpPr>
        <p:spPr>
          <a:xfrm>
            <a:off x="9739852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Infinity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pic>
        <p:nvPicPr>
          <p:cNvPr id="1001" name="Graphic 1000">
            <a:extLst>
              <a:ext uri="{FF2B5EF4-FFF2-40B4-BE49-F238E27FC236}">
                <a16:creationId xmlns:a16="http://schemas.microsoft.com/office/drawing/2014/main" id="{B59079ED-6CEB-2225-F5D6-58E46DAA8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0341918" y="5843437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Down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Two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Effects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Plus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Add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Education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Graph Column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F2C8704C-85CB-0F48-B009-41C1E166C8A8}"/>
              </a:ext>
            </a:extLst>
          </p:cNvPr>
          <p:cNvSpPr txBox="1"/>
          <p:nvPr/>
        </p:nvSpPr>
        <p:spPr>
          <a:xfrm>
            <a:off x="10195599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pic>
        <p:nvPicPr>
          <p:cNvPr id="999" name="Graphic 998">
            <a:extLst>
              <a:ext uri="{FF2B5EF4-FFF2-40B4-BE49-F238E27FC236}">
                <a16:creationId xmlns:a16="http://schemas.microsoft.com/office/drawing/2014/main" id="{D422ECCF-2F88-7EAF-962F-3024B31A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797656" y="5843437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Curved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Change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Bug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Translate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Download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Elevator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Grid 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A5DE195B-5FB8-6121-EE99-476F407CED08}"/>
              </a:ext>
            </a:extLst>
          </p:cNvPr>
          <p:cNvSpPr txBox="1"/>
          <p:nvPr/>
        </p:nvSpPr>
        <p:spPr>
          <a:xfrm>
            <a:off x="10651337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 Filled</a:t>
            </a:r>
          </a:p>
        </p:txBody>
      </p:sp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9CF64A-2A2A-13D1-5679-F5855260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6981D0F-6426-A358-91A4-72BA6692F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069417" y="2202126"/>
            <a:ext cx="136398" cy="1363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48FFC8-D9D0-7D8B-0B0F-B1D56F33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6233961" y="2207052"/>
            <a:ext cx="136398" cy="1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16589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16589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716589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16589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716589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716589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716589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16589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716589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716589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16589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702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702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702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702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702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702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702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702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702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702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702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4872954" y="1297955"/>
            <a:ext cx="136398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5328701" y="2683300"/>
            <a:ext cx="136398" cy="929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D0647708-0BF8-9307-E0E2-D98F1D16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5784448" y="2683300"/>
            <a:ext cx="136398" cy="929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240195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Cog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Cross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8063183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Port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576E21C5-D227-BBB5-1ACA-86D069155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Sign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9886171" y="1319655"/>
            <a:ext cx="136398" cy="929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1F14A26-9339-EAF2-5E71-D82E52D8E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9886171" y="5410588"/>
            <a:ext cx="136398" cy="929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65CD8E-064F-7267-E1EB-F58C1E87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48EA9B-D1E3-D298-8010-4EB1D2AA2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C9721C-B0C9-0E1E-8F09-E5EEB6B44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5104-BCF0-960A-2585-5C1C17B020B7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</p:spTree>
    <p:extLst>
      <p:ext uri="{BB962C8B-B14F-4D97-AF65-F5344CB8AC3E}">
        <p14:creationId xmlns:p14="http://schemas.microsoft.com/office/powerpoint/2010/main" val="41958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grpSp>
        <p:nvGrpSpPr>
          <p:cNvPr id="1561" name="Group 1560">
            <a:extLst>
              <a:ext uri="{FF2B5EF4-FFF2-40B4-BE49-F238E27FC236}">
                <a16:creationId xmlns:a16="http://schemas.microsoft.com/office/drawing/2014/main" id="{360EBB99-FC19-1B2E-1780-B76C6EA67C9A}"/>
              </a:ext>
            </a:extLst>
          </p:cNvPr>
          <p:cNvGrpSpPr/>
          <p:nvPr/>
        </p:nvGrpSpPr>
        <p:grpSpPr>
          <a:xfrm>
            <a:off x="3183332" y="1446100"/>
            <a:ext cx="8354442" cy="133914"/>
            <a:chOff x="3183332" y="1377198"/>
            <a:chExt cx="8354442" cy="133914"/>
          </a:xfrm>
        </p:grpSpPr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47068910-CF1B-79F3-09E4-DB3D52A3E79A}"/>
                </a:ext>
              </a:extLst>
            </p:cNvPr>
            <p:cNvSpPr txBox="1"/>
            <p:nvPr/>
          </p:nvSpPr>
          <p:spPr>
            <a:xfrm>
              <a:off x="3183332" y="1377198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45FD74F7-9194-8F0E-D1FC-9266EBE5CF9A}"/>
                </a:ext>
              </a:extLst>
            </p:cNvPr>
            <p:cNvSpPr txBox="1"/>
            <p:nvPr/>
          </p:nvSpPr>
          <p:spPr>
            <a:xfrm>
              <a:off x="348876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 Plus</a:t>
              </a:r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75C844C1-3056-99BA-786A-C2E04179E34A}"/>
                </a:ext>
              </a:extLst>
            </p:cNvPr>
            <p:cNvSpPr txBox="1"/>
            <p:nvPr/>
          </p:nvSpPr>
          <p:spPr>
            <a:xfrm>
              <a:off x="463175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r>
                <a:rPr lang="en-US" sz="300" dirty="0">
                  <a:latin typeface="Yes Sans Text" panose="020B0504030101010103" pitchFamily="34" charset="77"/>
                </a:rPr>
                <a:t>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Signal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4FFA305F-47E3-6932-C7E7-947365909A8A}"/>
                </a:ext>
              </a:extLst>
            </p:cNvPr>
            <p:cNvSpPr txBox="1"/>
            <p:nvPr/>
          </p:nvSpPr>
          <p:spPr>
            <a:xfrm>
              <a:off x="425075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Max</a:t>
              </a:r>
            </a:p>
          </p:txBody>
        </p:sp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C92C7B9-C846-633B-DEF1-5AA407F7F607}"/>
                </a:ext>
              </a:extLst>
            </p:cNvPr>
            <p:cNvSpPr txBox="1"/>
            <p:nvPr/>
          </p:nvSpPr>
          <p:spPr>
            <a:xfrm>
              <a:off x="386976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</a:t>
              </a:r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CA30DB7B-74DC-8351-E2AE-4213A929EF08}"/>
                </a:ext>
              </a:extLst>
            </p:cNvPr>
            <p:cNvSpPr txBox="1"/>
            <p:nvPr/>
          </p:nvSpPr>
          <p:spPr>
            <a:xfrm>
              <a:off x="501275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6G</a:t>
              </a:r>
            </a:p>
          </p:txBody>
        </p: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D11C87CB-63B4-5506-227A-A7212708987C}"/>
                </a:ext>
              </a:extLst>
            </p:cNvPr>
            <p:cNvSpPr txBox="1"/>
            <p:nvPr/>
          </p:nvSpPr>
          <p:spPr>
            <a:xfrm>
              <a:off x="539375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24/7</a:t>
              </a:r>
            </a:p>
          </p:txBody>
        </p:sp>
        <p:sp>
          <p:nvSpPr>
            <p:cNvPr id="1458" name="TextBox 1457">
              <a:extLst>
                <a:ext uri="{FF2B5EF4-FFF2-40B4-BE49-F238E27FC236}">
                  <a16:creationId xmlns:a16="http://schemas.microsoft.com/office/drawing/2014/main" id="{A22839AA-594A-FC1D-3543-DF1551C48938}"/>
                </a:ext>
              </a:extLst>
            </p:cNvPr>
            <p:cNvSpPr txBox="1"/>
            <p:nvPr/>
          </p:nvSpPr>
          <p:spPr>
            <a:xfrm>
              <a:off x="577475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Address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B63D2E53-E112-4A04-339D-AEB3A54488A8}"/>
                </a:ext>
              </a:extLst>
            </p:cNvPr>
            <p:cNvSpPr txBox="1"/>
            <p:nvPr/>
          </p:nvSpPr>
          <p:spPr>
            <a:xfrm>
              <a:off x="6536753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FBEF562-B5F2-A35A-931B-1F0F9B49B243}"/>
                </a:ext>
              </a:extLst>
            </p:cNvPr>
            <p:cNvSpPr txBox="1"/>
            <p:nvPr/>
          </p:nvSpPr>
          <p:spPr>
            <a:xfrm>
              <a:off x="767975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 Filled</a:t>
              </a: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6D766F40-EAB9-EC5E-E53B-BA8F9562D07F}"/>
                </a:ext>
              </a:extLst>
            </p:cNvPr>
            <p:cNvSpPr txBox="1"/>
            <p:nvPr/>
          </p:nvSpPr>
          <p:spPr>
            <a:xfrm>
              <a:off x="729875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</a:t>
              </a:r>
            </a:p>
          </p:txBody>
        </p:sp>
        <p:sp>
          <p:nvSpPr>
            <p:cNvPr id="1596" name="TextBox 1595">
              <a:extLst>
                <a:ext uri="{FF2B5EF4-FFF2-40B4-BE49-F238E27FC236}">
                  <a16:creationId xmlns:a16="http://schemas.microsoft.com/office/drawing/2014/main" id="{90A1296F-0C1E-053A-15AB-520BA0110788}"/>
                </a:ext>
              </a:extLst>
            </p:cNvPr>
            <p:cNvSpPr txBox="1"/>
            <p:nvPr/>
          </p:nvSpPr>
          <p:spPr>
            <a:xfrm>
              <a:off x="806074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Applications</a:t>
              </a:r>
            </a:p>
          </p:txBody>
        </p:sp>
        <p:sp>
          <p:nvSpPr>
            <p:cNvPr id="1527" name="TextBox 1526">
              <a:extLst>
                <a:ext uri="{FF2B5EF4-FFF2-40B4-BE49-F238E27FC236}">
                  <a16:creationId xmlns:a16="http://schemas.microsoft.com/office/drawing/2014/main" id="{BAEFFF7C-3DE5-D229-B68B-B4549EE19980}"/>
                </a:ext>
              </a:extLst>
            </p:cNvPr>
            <p:cNvSpPr txBox="1"/>
            <p:nvPr/>
          </p:nvSpPr>
          <p:spPr>
            <a:xfrm>
              <a:off x="6917752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EA973DB1-9120-6415-4E1A-87CA6F8094B3}"/>
                </a:ext>
              </a:extLst>
            </p:cNvPr>
            <p:cNvSpPr txBox="1"/>
            <p:nvPr/>
          </p:nvSpPr>
          <p:spPr>
            <a:xfrm>
              <a:off x="615575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Amex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224A9E-2A90-26A2-53D2-36C5F19FB51D}"/>
                </a:ext>
              </a:extLst>
            </p:cNvPr>
            <p:cNvSpPr txBox="1"/>
            <p:nvPr/>
          </p:nvSpPr>
          <p:spPr>
            <a:xfrm>
              <a:off x="882274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Exclamation Circle</a:t>
              </a:r>
            </a:p>
          </p:txBody>
        </p:sp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CA5D106E-8540-61A2-674B-E319F12847A5}"/>
                </a:ext>
              </a:extLst>
            </p:cNvPr>
            <p:cNvSpPr txBox="1"/>
            <p:nvPr/>
          </p:nvSpPr>
          <p:spPr>
            <a:xfrm>
              <a:off x="958474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Backward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598C094-D3D7-B7B9-8B69-665B24E32A40}"/>
                </a:ext>
              </a:extLst>
            </p:cNvPr>
            <p:cNvSpPr txBox="1"/>
            <p:nvPr/>
          </p:nvSpPr>
          <p:spPr>
            <a:xfrm>
              <a:off x="844174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</a:p>
          </p:txBody>
        </p:sp>
        <p:sp>
          <p:nvSpPr>
            <p:cNvPr id="1665" name="TextBox 1664">
              <a:extLst>
                <a:ext uri="{FF2B5EF4-FFF2-40B4-BE49-F238E27FC236}">
                  <a16:creationId xmlns:a16="http://schemas.microsoft.com/office/drawing/2014/main" id="{C6AB2AB7-1042-6B45-3367-40BA97204206}"/>
                </a:ext>
              </a:extLst>
            </p:cNvPr>
            <p:cNvSpPr txBox="1"/>
            <p:nvPr/>
          </p:nvSpPr>
          <p:spPr>
            <a:xfrm>
              <a:off x="920374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</a:t>
              </a: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06C6D78-7FE5-1E14-537D-C16A50BF98FB}"/>
                </a:ext>
              </a:extLst>
            </p:cNvPr>
            <p:cNvSpPr txBox="1"/>
            <p:nvPr/>
          </p:nvSpPr>
          <p:spPr>
            <a:xfrm>
              <a:off x="996574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Circular</a:t>
              </a:r>
            </a:p>
          </p:txBody>
        </p:sp>
        <p:sp>
          <p:nvSpPr>
            <p:cNvPr id="1734" name="TextBox 1733">
              <a:extLst>
                <a:ext uri="{FF2B5EF4-FFF2-40B4-BE49-F238E27FC236}">
                  <a16:creationId xmlns:a16="http://schemas.microsoft.com/office/drawing/2014/main" id="{70FC5E41-1CBA-CD96-E979-AB65AC5CA934}"/>
                </a:ext>
              </a:extLst>
            </p:cNvPr>
            <p:cNvSpPr txBox="1"/>
            <p:nvPr/>
          </p:nvSpPr>
          <p:spPr>
            <a:xfrm>
              <a:off x="10346743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Back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AD0D39C3-72CD-A179-CB13-EC575F82D387}"/>
                </a:ext>
              </a:extLst>
            </p:cNvPr>
            <p:cNvSpPr txBox="1"/>
            <p:nvPr/>
          </p:nvSpPr>
          <p:spPr>
            <a:xfrm>
              <a:off x="11108738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Curved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757" name="TextBox 1756">
              <a:extLst>
                <a:ext uri="{FF2B5EF4-FFF2-40B4-BE49-F238E27FC236}">
                  <a16:creationId xmlns:a16="http://schemas.microsoft.com/office/drawing/2014/main" id="{7C401B67-C1F5-7BB3-8764-8A502C630B9D}"/>
                </a:ext>
              </a:extLst>
            </p:cNvPr>
            <p:cNvSpPr txBox="1"/>
            <p:nvPr/>
          </p:nvSpPr>
          <p:spPr>
            <a:xfrm>
              <a:off x="10727742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Down</a:t>
              </a:r>
            </a:p>
          </p:txBody>
        </p:sp>
      </p:grpSp>
      <p:grpSp>
        <p:nvGrpSpPr>
          <p:cNvPr id="1549" name="Group 1548">
            <a:extLst>
              <a:ext uri="{FF2B5EF4-FFF2-40B4-BE49-F238E27FC236}">
                <a16:creationId xmlns:a16="http://schemas.microsoft.com/office/drawing/2014/main" id="{E9CED975-3A9F-246C-74E9-8C09BAF03D6C}"/>
              </a:ext>
            </a:extLst>
          </p:cNvPr>
          <p:cNvGrpSpPr/>
          <p:nvPr/>
        </p:nvGrpSpPr>
        <p:grpSpPr>
          <a:xfrm>
            <a:off x="3183332" y="1875579"/>
            <a:ext cx="8354442" cy="137772"/>
            <a:chOff x="3183332" y="1793839"/>
            <a:chExt cx="8354442" cy="137772"/>
          </a:xfrm>
        </p:grpSpPr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0976265A-B771-57F7-ED30-E9138312CFF7}"/>
                </a:ext>
              </a:extLst>
            </p:cNvPr>
            <p:cNvSpPr txBox="1"/>
            <p:nvPr/>
          </p:nvSpPr>
          <p:spPr>
            <a:xfrm>
              <a:off x="3183332" y="1793839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 Up</a:t>
              </a:r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2A63BD5A-D942-9769-A2F4-030069E8BA95}"/>
                </a:ext>
              </a:extLst>
            </p:cNvPr>
            <p:cNvSpPr txBox="1"/>
            <p:nvPr/>
          </p:nvSpPr>
          <p:spPr>
            <a:xfrm>
              <a:off x="348876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6495C648-02AA-0883-92C2-2E071742AB64}"/>
                </a:ext>
              </a:extLst>
            </p:cNvPr>
            <p:cNvSpPr txBox="1"/>
            <p:nvPr/>
          </p:nvSpPr>
          <p:spPr>
            <a:xfrm>
              <a:off x="463175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8C0A52D7-503D-9DAB-9C40-7CEBA1D61AB2}"/>
                </a:ext>
              </a:extLst>
            </p:cNvPr>
            <p:cNvSpPr txBox="1"/>
            <p:nvPr/>
          </p:nvSpPr>
          <p:spPr>
            <a:xfrm>
              <a:off x="425075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Upward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7A862EE3-14BA-76C3-6A15-87CB99204B27}"/>
                </a:ext>
              </a:extLst>
            </p:cNvPr>
            <p:cNvSpPr txBox="1"/>
            <p:nvPr/>
          </p:nvSpPr>
          <p:spPr>
            <a:xfrm>
              <a:off x="386976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3" name="TextBox 1412">
              <a:extLst>
                <a:ext uri="{FF2B5EF4-FFF2-40B4-BE49-F238E27FC236}">
                  <a16:creationId xmlns:a16="http://schemas.microsoft.com/office/drawing/2014/main" id="{7D331D84-2D6A-0FC0-7F1C-CB40BEC23AC8}"/>
                </a:ext>
              </a:extLst>
            </p:cNvPr>
            <p:cNvSpPr txBox="1"/>
            <p:nvPr/>
          </p:nvSpPr>
          <p:spPr>
            <a:xfrm>
              <a:off x="501275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</a:t>
              </a:r>
            </a:p>
          </p:txBody>
        </p:sp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3C8EAD82-A181-A4B8-FC0A-77224C6EDA5D}"/>
                </a:ext>
              </a:extLst>
            </p:cNvPr>
            <p:cNvSpPr txBox="1"/>
            <p:nvPr/>
          </p:nvSpPr>
          <p:spPr>
            <a:xfrm>
              <a:off x="539375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Next</a:t>
              </a:r>
            </a:p>
          </p:txBody>
        </p:sp>
        <p:sp>
          <p:nvSpPr>
            <p:cNvPr id="1459" name="TextBox 1458">
              <a:extLst>
                <a:ext uri="{FF2B5EF4-FFF2-40B4-BE49-F238E27FC236}">
                  <a16:creationId xmlns:a16="http://schemas.microsoft.com/office/drawing/2014/main" id="{16FB216D-FE49-B844-1309-A8F7FA4FD70E}"/>
                </a:ext>
              </a:extLst>
            </p:cNvPr>
            <p:cNvSpPr txBox="1"/>
            <p:nvPr/>
          </p:nvSpPr>
          <p:spPr>
            <a:xfrm>
              <a:off x="577475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Previous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CEA926ED-130C-E03A-1B7D-D044EB89E56B}"/>
                </a:ext>
              </a:extLst>
            </p:cNvPr>
            <p:cNvSpPr txBox="1"/>
            <p:nvPr/>
          </p:nvSpPr>
          <p:spPr>
            <a:xfrm>
              <a:off x="6536753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Road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27746871-76E9-B20A-7F38-45539164CCB2}"/>
                </a:ext>
              </a:extLst>
            </p:cNvPr>
            <p:cNvSpPr txBox="1"/>
            <p:nvPr/>
          </p:nvSpPr>
          <p:spPr>
            <a:xfrm>
              <a:off x="767975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Upload</a:t>
              </a: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D8BD9CC3-C1FD-A05C-2CF3-BC5E25CD806C}"/>
                </a:ext>
              </a:extLst>
            </p:cNvPr>
            <p:cNvSpPr txBox="1"/>
            <p:nvPr/>
          </p:nvSpPr>
          <p:spPr>
            <a:xfrm>
              <a:off x="729875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 Down</a:t>
              </a:r>
            </a:p>
          </p:txBody>
        </p:sp>
        <p:sp>
          <p:nvSpPr>
            <p:cNvPr id="1597" name="TextBox 1596">
              <a:extLst>
                <a:ext uri="{FF2B5EF4-FFF2-40B4-BE49-F238E27FC236}">
                  <a16:creationId xmlns:a16="http://schemas.microsoft.com/office/drawing/2014/main" id="{AF515F19-98F6-B1A2-1605-DB86940AD65F}"/>
                </a:ext>
              </a:extLst>
            </p:cNvPr>
            <p:cNvSpPr txBox="1"/>
            <p:nvPr/>
          </p:nvSpPr>
          <p:spPr>
            <a:xfrm>
              <a:off x="806074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Attachment</a:t>
              </a:r>
            </a:p>
          </p:txBody>
        </p:sp>
        <p:sp>
          <p:nvSpPr>
            <p:cNvPr id="1528" name="TextBox 1527">
              <a:extLst>
                <a:ext uri="{FF2B5EF4-FFF2-40B4-BE49-F238E27FC236}">
                  <a16:creationId xmlns:a16="http://schemas.microsoft.com/office/drawing/2014/main" id="{E11CCC3B-B432-4E9F-F18C-92BCA902D473}"/>
                </a:ext>
              </a:extLst>
            </p:cNvPr>
            <p:cNvSpPr txBox="1"/>
            <p:nvPr/>
          </p:nvSpPr>
          <p:spPr>
            <a:xfrm>
              <a:off x="6917752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5B8099EE-5BF2-590D-7CFE-847AFDF9249B}"/>
                </a:ext>
              </a:extLst>
            </p:cNvPr>
            <p:cNvSpPr txBox="1"/>
            <p:nvPr/>
          </p:nvSpPr>
          <p:spPr>
            <a:xfrm>
              <a:off x="615575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</a:t>
              </a:r>
            </a:p>
          </p:txBody>
        </p:sp>
        <p:sp>
          <p:nvSpPr>
            <p:cNvPr id="1643" name="TextBox 1642">
              <a:extLst>
                <a:ext uri="{FF2B5EF4-FFF2-40B4-BE49-F238E27FC236}">
                  <a16:creationId xmlns:a16="http://schemas.microsoft.com/office/drawing/2014/main" id="{4FA07B5A-21C1-CC21-C70A-D70AEB7EAFB1}"/>
                </a:ext>
              </a:extLst>
            </p:cNvPr>
            <p:cNvSpPr txBox="1"/>
            <p:nvPr/>
          </p:nvSpPr>
          <p:spPr>
            <a:xfrm>
              <a:off x="882274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 Signal</a:t>
              </a: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A86FFBDE-A5E0-B814-954C-8BCA0BE2B40F}"/>
                </a:ext>
              </a:extLst>
            </p:cNvPr>
            <p:cNvSpPr txBox="1"/>
            <p:nvPr/>
          </p:nvSpPr>
          <p:spPr>
            <a:xfrm>
              <a:off x="958474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</a:t>
              </a:r>
            </a:p>
          </p:txBody>
        </p: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27C98C57-1384-1B41-37A6-857954DB8253}"/>
                </a:ext>
              </a:extLst>
            </p:cNvPr>
            <p:cNvSpPr txBox="1"/>
            <p:nvPr/>
          </p:nvSpPr>
          <p:spPr>
            <a:xfrm>
              <a:off x="844174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77F735A2-3D01-C243-06A6-D38210CBD2B5}"/>
                </a:ext>
              </a:extLst>
            </p:cNvPr>
            <p:cNvSpPr txBox="1"/>
            <p:nvPr/>
          </p:nvSpPr>
          <p:spPr>
            <a:xfrm>
              <a:off x="920374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Round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25BCAAEA-789D-69EC-188C-7B7B7E35FD6C}"/>
                </a:ext>
              </a:extLst>
            </p:cNvPr>
            <p:cNvSpPr txBox="1"/>
            <p:nvPr/>
          </p:nvSpPr>
          <p:spPr>
            <a:xfrm>
              <a:off x="996574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One</a:t>
              </a:r>
            </a:p>
          </p:txBody>
        </p:sp>
        <p:sp>
          <p:nvSpPr>
            <p:cNvPr id="1735" name="TextBox 1734">
              <a:extLst>
                <a:ext uri="{FF2B5EF4-FFF2-40B4-BE49-F238E27FC236}">
                  <a16:creationId xmlns:a16="http://schemas.microsoft.com/office/drawing/2014/main" id="{621AF5F6-2771-52BA-8086-4AD3BD903823}"/>
                </a:ext>
              </a:extLst>
            </p:cNvPr>
            <p:cNvSpPr txBox="1"/>
            <p:nvPr/>
          </p:nvSpPr>
          <p:spPr>
            <a:xfrm>
              <a:off x="10346743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</a:t>
              </a:r>
            </a:p>
          </p:txBody>
        </p:sp>
        <p:sp>
          <p:nvSpPr>
            <p:cNvPr id="1781" name="TextBox 1780">
              <a:extLst>
                <a:ext uri="{FF2B5EF4-FFF2-40B4-BE49-F238E27FC236}">
                  <a16:creationId xmlns:a16="http://schemas.microsoft.com/office/drawing/2014/main" id="{7C080A8A-0B2C-908A-69CD-5AE507D7FDAC}"/>
                </a:ext>
              </a:extLst>
            </p:cNvPr>
            <p:cNvSpPr txBox="1"/>
            <p:nvPr/>
          </p:nvSpPr>
          <p:spPr>
            <a:xfrm>
              <a:off x="11108738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Change</a:t>
              </a:r>
            </a:p>
          </p:txBody>
        </p:sp>
        <p:sp>
          <p:nvSpPr>
            <p:cNvPr id="1758" name="TextBox 1757">
              <a:extLst>
                <a:ext uri="{FF2B5EF4-FFF2-40B4-BE49-F238E27FC236}">
                  <a16:creationId xmlns:a16="http://schemas.microsoft.com/office/drawing/2014/main" id="{1F397B0B-4AA8-8753-C385-310916E7F3AE}"/>
                </a:ext>
              </a:extLst>
            </p:cNvPr>
            <p:cNvSpPr txBox="1"/>
            <p:nvPr/>
          </p:nvSpPr>
          <p:spPr>
            <a:xfrm>
              <a:off x="10727742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Two</a:t>
              </a:r>
            </a:p>
          </p:txBody>
        </p:sp>
      </p:grp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33FC8C8F-4872-2751-07F8-E8BE9F9EFDA7}"/>
              </a:ext>
            </a:extLst>
          </p:cNvPr>
          <p:cNvGrpSpPr/>
          <p:nvPr/>
        </p:nvGrpSpPr>
        <p:grpSpPr>
          <a:xfrm>
            <a:off x="3183332" y="2308916"/>
            <a:ext cx="8354442" cy="133914"/>
            <a:chOff x="3183332" y="2224311"/>
            <a:chExt cx="8354442" cy="133914"/>
          </a:xfrm>
        </p:grpSpPr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966B5AB6-283C-298F-5FD1-1AC383169A9B}"/>
                </a:ext>
              </a:extLst>
            </p:cNvPr>
            <p:cNvSpPr txBox="1"/>
            <p:nvPr/>
          </p:nvSpPr>
          <p:spPr>
            <a:xfrm>
              <a:off x="3183332" y="222431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Full</a:t>
              </a:r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68B8ECFB-8BD3-AE32-D5D9-72DEA40BC7D7}"/>
                </a:ext>
              </a:extLst>
            </p:cNvPr>
            <p:cNvSpPr txBox="1"/>
            <p:nvPr/>
          </p:nvSpPr>
          <p:spPr>
            <a:xfrm>
              <a:off x="348876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Half</a:t>
              </a:r>
            </a:p>
          </p:txBody>
        </p:sp>
        <p:sp>
          <p:nvSpPr>
            <p:cNvPr id="1391" name="TextBox 1390">
              <a:extLst>
                <a:ext uri="{FF2B5EF4-FFF2-40B4-BE49-F238E27FC236}">
                  <a16:creationId xmlns:a16="http://schemas.microsoft.com/office/drawing/2014/main" id="{4CB45925-DE21-AB79-A649-E7A2CBFFB51F}"/>
                </a:ext>
              </a:extLst>
            </p:cNvPr>
            <p:cNvSpPr txBox="1"/>
            <p:nvPr/>
          </p:nvSpPr>
          <p:spPr>
            <a:xfrm>
              <a:off x="463175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 Quarter</a:t>
              </a:r>
            </a:p>
          </p:txBody>
        </p:sp>
        <p:sp>
          <p:nvSpPr>
            <p:cNvPr id="1368" name="TextBox 1367">
              <a:extLst>
                <a:ext uri="{FF2B5EF4-FFF2-40B4-BE49-F238E27FC236}">
                  <a16:creationId xmlns:a16="http://schemas.microsoft.com/office/drawing/2014/main" id="{1FAB0DB8-F40E-6EB5-B58E-04B9880ED6D6}"/>
                </a:ext>
              </a:extLst>
            </p:cNvPr>
            <p:cNvSpPr txBox="1"/>
            <p:nvPr/>
          </p:nvSpPr>
          <p:spPr>
            <a:xfrm>
              <a:off x="425075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Quarter</a:t>
              </a:r>
            </a:p>
          </p:txBody>
        </p:sp>
        <p:sp>
          <p:nvSpPr>
            <p:cNvPr id="1345" name="TextBox 1344">
              <a:extLst>
                <a:ext uri="{FF2B5EF4-FFF2-40B4-BE49-F238E27FC236}">
                  <a16:creationId xmlns:a16="http://schemas.microsoft.com/office/drawing/2014/main" id="{38EA6F8C-9A17-71CA-788C-DD00D6624978}"/>
                </a:ext>
              </a:extLst>
            </p:cNvPr>
            <p:cNvSpPr txBox="1"/>
            <p:nvPr/>
          </p:nvSpPr>
          <p:spPr>
            <a:xfrm>
              <a:off x="386976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Plug</a:t>
              </a:r>
            </a:p>
          </p:txBody>
        </p:sp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0128D5C3-F32B-12A3-77FD-CE7D0C5147B6}"/>
                </a:ext>
              </a:extLst>
            </p:cNvPr>
            <p:cNvSpPr txBox="1"/>
            <p:nvPr/>
          </p:nvSpPr>
          <p:spPr>
            <a:xfrm>
              <a:off x="501275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Beer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462E56F-92C6-659B-B118-174AEFC0D463}"/>
                </a:ext>
              </a:extLst>
            </p:cNvPr>
            <p:cNvSpPr txBox="1"/>
            <p:nvPr/>
          </p:nvSpPr>
          <p:spPr>
            <a:xfrm>
              <a:off x="539375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Beach Tree</a:t>
              </a: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F244CD58-CC74-986E-1FAF-2E1BFC9CFC23}"/>
                </a:ext>
              </a:extLst>
            </p:cNvPr>
            <p:cNvSpPr txBox="1"/>
            <p:nvPr/>
          </p:nvSpPr>
          <p:spPr>
            <a:xfrm>
              <a:off x="577475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Beverage</a:t>
              </a: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8E5475DB-E228-9112-AE0A-760BC6DE9B3C}"/>
                </a:ext>
              </a:extLst>
            </p:cNvPr>
            <p:cNvSpPr txBox="1"/>
            <p:nvPr/>
          </p:nvSpPr>
          <p:spPr>
            <a:xfrm>
              <a:off x="6536753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Bin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388ADA42-35FC-1578-7A6D-C8FEB0134382}"/>
                </a:ext>
              </a:extLst>
            </p:cNvPr>
            <p:cNvSpPr txBox="1"/>
            <p:nvPr/>
          </p:nvSpPr>
          <p:spPr>
            <a:xfrm>
              <a:off x="767975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Blog</a:t>
              </a: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81720766-6590-3DD1-812E-D900BC471D55}"/>
                </a:ext>
              </a:extLst>
            </p:cNvPr>
            <p:cNvSpPr txBox="1"/>
            <p:nvPr/>
          </p:nvSpPr>
          <p:spPr>
            <a:xfrm>
              <a:off x="729875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 Filled</a:t>
              </a:r>
            </a:p>
          </p:txBody>
        </p:sp>
        <p:sp>
          <p:nvSpPr>
            <p:cNvPr id="1598" name="TextBox 1597">
              <a:extLst>
                <a:ext uri="{FF2B5EF4-FFF2-40B4-BE49-F238E27FC236}">
                  <a16:creationId xmlns:a16="http://schemas.microsoft.com/office/drawing/2014/main" id="{6D1C275C-B6E8-F042-BB8E-BA774803EAF8}"/>
                </a:ext>
              </a:extLst>
            </p:cNvPr>
            <p:cNvSpPr txBox="1"/>
            <p:nvPr/>
          </p:nvSpPr>
          <p:spPr>
            <a:xfrm>
              <a:off x="806074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Bluetooth</a:t>
              </a:r>
            </a:p>
          </p:txBody>
        </p:sp>
        <p:sp>
          <p:nvSpPr>
            <p:cNvPr id="1529" name="TextBox 1528">
              <a:extLst>
                <a:ext uri="{FF2B5EF4-FFF2-40B4-BE49-F238E27FC236}">
                  <a16:creationId xmlns:a16="http://schemas.microsoft.com/office/drawing/2014/main" id="{B0E66E58-841B-273A-BFAF-1DF54518C023}"/>
                </a:ext>
              </a:extLst>
            </p:cNvPr>
            <p:cNvSpPr txBox="1"/>
            <p:nvPr/>
          </p:nvSpPr>
          <p:spPr>
            <a:xfrm>
              <a:off x="6917752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BD5B963A-0F56-88A0-1223-C6D79BE550B0}"/>
                </a:ext>
              </a:extLst>
            </p:cNvPr>
            <p:cNvSpPr txBox="1"/>
            <p:nvPr/>
          </p:nvSpPr>
          <p:spPr>
            <a:xfrm>
              <a:off x="615575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Bike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E517A1A8-07AB-75B7-D15C-F425EF882878}"/>
                </a:ext>
              </a:extLst>
            </p:cNvPr>
            <p:cNvSpPr txBox="1"/>
            <p:nvPr/>
          </p:nvSpPr>
          <p:spPr>
            <a:xfrm>
              <a:off x="882274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</a:t>
              </a:r>
            </a:p>
          </p:txBody>
        </p:sp>
        <p:sp>
          <p:nvSpPr>
            <p:cNvPr id="1690" name="TextBox 1689">
              <a:extLst>
                <a:ext uri="{FF2B5EF4-FFF2-40B4-BE49-F238E27FC236}">
                  <a16:creationId xmlns:a16="http://schemas.microsoft.com/office/drawing/2014/main" id="{EF5C83B8-1498-958D-2C1A-833BF57A8062}"/>
                </a:ext>
              </a:extLst>
            </p:cNvPr>
            <p:cNvSpPr txBox="1"/>
            <p:nvPr/>
          </p:nvSpPr>
          <p:spPr>
            <a:xfrm>
              <a:off x="958474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Bridge</a:t>
              </a: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6E3B1234-1AEC-A620-524F-8971A0D10C7C}"/>
                </a:ext>
              </a:extLst>
            </p:cNvPr>
            <p:cNvSpPr txBox="1"/>
            <p:nvPr/>
          </p:nvSpPr>
          <p:spPr>
            <a:xfrm>
              <a:off x="844174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667" name="TextBox 1666">
              <a:extLst>
                <a:ext uri="{FF2B5EF4-FFF2-40B4-BE49-F238E27FC236}">
                  <a16:creationId xmlns:a16="http://schemas.microsoft.com/office/drawing/2014/main" id="{39BC9B67-34FD-E5F2-5114-D4384891A0F7}"/>
                </a:ext>
              </a:extLst>
            </p:cNvPr>
            <p:cNvSpPr txBox="1"/>
            <p:nvPr/>
          </p:nvSpPr>
          <p:spPr>
            <a:xfrm>
              <a:off x="920374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 Location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8AD47A48-9561-979D-E87F-C30E01ED3B11}"/>
                </a:ext>
              </a:extLst>
            </p:cNvPr>
            <p:cNvSpPr txBox="1"/>
            <p:nvPr/>
          </p:nvSpPr>
          <p:spPr>
            <a:xfrm>
              <a:off x="996574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</a:p>
          </p:txBody>
        </p:sp>
        <p:sp>
          <p:nvSpPr>
            <p:cNvPr id="1736" name="TextBox 1735">
              <a:extLst>
                <a:ext uri="{FF2B5EF4-FFF2-40B4-BE49-F238E27FC236}">
                  <a16:creationId xmlns:a16="http://schemas.microsoft.com/office/drawing/2014/main" id="{3734E9F5-FF3E-70EA-3E1E-EEAD147589AD}"/>
                </a:ext>
              </a:extLst>
            </p:cNvPr>
            <p:cNvSpPr txBox="1"/>
            <p:nvPr/>
          </p:nvSpPr>
          <p:spPr>
            <a:xfrm>
              <a:off x="10346743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Health</a:t>
              </a:r>
            </a:p>
          </p:txBody>
        </p:sp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BB4A00B4-242C-3E9E-5324-37FBDD4C360A}"/>
                </a:ext>
              </a:extLst>
            </p:cNvPr>
            <p:cNvSpPr txBox="1"/>
            <p:nvPr/>
          </p:nvSpPr>
          <p:spPr>
            <a:xfrm>
              <a:off x="11108738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Bug Shield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Tick</a:t>
              </a:r>
            </a:p>
          </p:txBody>
        </p:sp>
        <p:sp>
          <p:nvSpPr>
            <p:cNvPr id="1759" name="TextBox 1758">
              <a:extLst>
                <a:ext uri="{FF2B5EF4-FFF2-40B4-BE49-F238E27FC236}">
                  <a16:creationId xmlns:a16="http://schemas.microsoft.com/office/drawing/2014/main" id="{8E03548C-7E3B-F4B1-5B04-EAEB8CEAB607}"/>
                </a:ext>
              </a:extLst>
            </p:cNvPr>
            <p:cNvSpPr txBox="1"/>
            <p:nvPr/>
          </p:nvSpPr>
          <p:spPr>
            <a:xfrm>
              <a:off x="10727742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</p:grpSp>
      <p:grpSp>
        <p:nvGrpSpPr>
          <p:cNvPr id="1563" name="Group 1562">
            <a:extLst>
              <a:ext uri="{FF2B5EF4-FFF2-40B4-BE49-F238E27FC236}">
                <a16:creationId xmlns:a16="http://schemas.microsoft.com/office/drawing/2014/main" id="{0B233938-ED0E-608F-275F-3EB2859713BA}"/>
              </a:ext>
            </a:extLst>
          </p:cNvPr>
          <p:cNvGrpSpPr/>
          <p:nvPr/>
        </p:nvGrpSpPr>
        <p:grpSpPr>
          <a:xfrm>
            <a:off x="3183332" y="2738395"/>
            <a:ext cx="8354442" cy="135466"/>
            <a:chOff x="3183332" y="2651305"/>
            <a:chExt cx="8354442" cy="135466"/>
          </a:xfrm>
        </p:grpSpPr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72695E36-8A2D-8169-0A5C-52FA0A775CE1}"/>
                </a:ext>
              </a:extLst>
            </p:cNvPr>
            <p:cNvSpPr txBox="1"/>
            <p:nvPr/>
          </p:nvSpPr>
          <p:spPr>
            <a:xfrm>
              <a:off x="3183332" y="2651305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Cloud</a:t>
              </a:r>
            </a:p>
          </p:txBody>
        </p:sp>
        <p:sp>
          <p:nvSpPr>
            <p:cNvPr id="1323" name="TextBox 1322">
              <a:extLst>
                <a:ext uri="{FF2B5EF4-FFF2-40B4-BE49-F238E27FC236}">
                  <a16:creationId xmlns:a16="http://schemas.microsoft.com/office/drawing/2014/main" id="{29CF199D-2EBE-0B8B-C21C-37CC97381739}"/>
                </a:ext>
              </a:extLst>
            </p:cNvPr>
            <p:cNvSpPr txBox="1"/>
            <p:nvPr/>
          </p:nvSpPr>
          <p:spPr>
            <a:xfrm>
              <a:off x="348876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Enterprise</a:t>
              </a:r>
            </a:p>
          </p:txBody>
        </p:sp>
        <p:sp>
          <p:nvSpPr>
            <p:cNvPr id="1392" name="TextBox 1391">
              <a:extLst>
                <a:ext uri="{FF2B5EF4-FFF2-40B4-BE49-F238E27FC236}">
                  <a16:creationId xmlns:a16="http://schemas.microsoft.com/office/drawing/2014/main" id="{1C9AA99C-F6CA-440A-496C-1414FAC95EB1}"/>
                </a:ext>
              </a:extLst>
            </p:cNvPr>
            <p:cNvSpPr txBox="1"/>
            <p:nvPr/>
          </p:nvSpPr>
          <p:spPr>
            <a:xfrm>
              <a:off x="463175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One</a:t>
              </a:r>
            </a:p>
          </p:txBody>
        </p:sp>
        <p:sp>
          <p:nvSpPr>
            <p:cNvPr id="1369" name="TextBox 1368">
              <a:extLst>
                <a:ext uri="{FF2B5EF4-FFF2-40B4-BE49-F238E27FC236}">
                  <a16:creationId xmlns:a16="http://schemas.microsoft.com/office/drawing/2014/main" id="{3434C8FD-8F79-1FF0-2C01-E289C1557ED4}"/>
                </a:ext>
              </a:extLst>
            </p:cNvPr>
            <p:cNvSpPr txBox="1"/>
            <p:nvPr/>
          </p:nvSpPr>
          <p:spPr>
            <a:xfrm>
              <a:off x="425075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Location</a:t>
              </a:r>
            </a:p>
          </p:txBody>
        </p:sp>
        <p:sp>
          <p:nvSpPr>
            <p:cNvPr id="1346" name="TextBox 1345">
              <a:extLst>
                <a:ext uri="{FF2B5EF4-FFF2-40B4-BE49-F238E27FC236}">
                  <a16:creationId xmlns:a16="http://schemas.microsoft.com/office/drawing/2014/main" id="{32AF3F25-98DB-3A84-5DE2-EB7303989CFF}"/>
                </a:ext>
              </a:extLst>
            </p:cNvPr>
            <p:cNvSpPr txBox="1"/>
            <p:nvPr/>
          </p:nvSpPr>
          <p:spPr>
            <a:xfrm>
              <a:off x="386976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978095E4-BA17-EDE4-D663-21F0FFAD2867}"/>
                </a:ext>
              </a:extLst>
            </p:cNvPr>
            <p:cNvSpPr txBox="1"/>
            <p:nvPr/>
          </p:nvSpPr>
          <p:spPr>
            <a:xfrm>
              <a:off x="501275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Two</a:t>
              </a:r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1B776ECD-68C4-EB39-2604-96C5CC00B415}"/>
                </a:ext>
              </a:extLst>
            </p:cNvPr>
            <p:cNvSpPr txBox="1"/>
            <p:nvPr/>
          </p:nvSpPr>
          <p:spPr>
            <a:xfrm>
              <a:off x="539375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Bundle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2A728EF5-0676-164F-8539-DFAA89200BDC}"/>
                </a:ext>
              </a:extLst>
            </p:cNvPr>
            <p:cNvSpPr txBox="1"/>
            <p:nvPr/>
          </p:nvSpPr>
          <p:spPr>
            <a:xfrm>
              <a:off x="577475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</a:t>
              </a:r>
            </a:p>
          </p:txBody>
        </p:sp>
        <p:sp>
          <p:nvSpPr>
            <p:cNvPr id="1507" name="TextBox 1506">
              <a:extLst>
                <a:ext uri="{FF2B5EF4-FFF2-40B4-BE49-F238E27FC236}">
                  <a16:creationId xmlns:a16="http://schemas.microsoft.com/office/drawing/2014/main" id="{6BFAF72A-EACB-6C98-ED47-BC97AA25A419}"/>
                </a:ext>
              </a:extLst>
            </p:cNvPr>
            <p:cNvSpPr txBox="1"/>
            <p:nvPr/>
          </p:nvSpPr>
          <p:spPr>
            <a:xfrm>
              <a:off x="6536753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Bus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72E78929-6758-3638-397C-6CE5A0F08E1B}"/>
                </a:ext>
              </a:extLst>
            </p:cNvPr>
            <p:cNvSpPr txBox="1"/>
            <p:nvPr/>
          </p:nvSpPr>
          <p:spPr>
            <a:xfrm>
              <a:off x="767975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Add</a:t>
              </a: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471F88F7-7067-9F30-88B7-416D24672235}"/>
                </a:ext>
              </a:extLst>
            </p:cNvPr>
            <p:cNvSpPr txBox="1"/>
            <p:nvPr/>
          </p:nvSpPr>
          <p:spPr>
            <a:xfrm>
              <a:off x="729875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</a:t>
              </a:r>
            </a:p>
          </p:txBody>
        </p:sp>
        <p:sp>
          <p:nvSpPr>
            <p:cNvPr id="1599" name="TextBox 1598">
              <a:extLst>
                <a:ext uri="{FF2B5EF4-FFF2-40B4-BE49-F238E27FC236}">
                  <a16:creationId xmlns:a16="http://schemas.microsoft.com/office/drawing/2014/main" id="{AD5EF640-62A0-D6AE-0CF5-22E55F07FC0D}"/>
                </a:ext>
              </a:extLst>
            </p:cNvPr>
            <p:cNvSpPr txBox="1"/>
            <p:nvPr/>
          </p:nvSpPr>
          <p:spPr>
            <a:xfrm>
              <a:off x="806074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Cancel</a:t>
              </a:r>
            </a:p>
          </p:txBody>
        </p:sp>
        <p:sp>
          <p:nvSpPr>
            <p:cNvPr id="1530" name="TextBox 1529">
              <a:extLst>
                <a:ext uri="{FF2B5EF4-FFF2-40B4-BE49-F238E27FC236}">
                  <a16:creationId xmlns:a16="http://schemas.microsoft.com/office/drawing/2014/main" id="{7F680C8C-A86C-B8B9-6650-23EAB9B4A5F4}"/>
                </a:ext>
              </a:extLst>
            </p:cNvPr>
            <p:cNvSpPr txBox="1"/>
            <p:nvPr/>
          </p:nvSpPr>
          <p:spPr>
            <a:xfrm>
              <a:off x="6917752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Cable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78F58519-D4DF-C00A-AD22-1C305A7BD9DB}"/>
                </a:ext>
              </a:extLst>
            </p:cNvPr>
            <p:cNvSpPr txBox="1"/>
            <p:nvPr/>
          </p:nvSpPr>
          <p:spPr>
            <a:xfrm>
              <a:off x="615575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 Beverage</a:t>
              </a: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776E03C1-E77D-3B6B-EA16-7807331C164B}"/>
                </a:ext>
              </a:extLst>
            </p:cNvPr>
            <p:cNvSpPr txBox="1"/>
            <p:nvPr/>
          </p:nvSpPr>
          <p:spPr>
            <a:xfrm>
              <a:off x="882274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Edit</a:t>
              </a:r>
            </a:p>
          </p:txBody>
        </p:sp>
        <p:sp>
          <p:nvSpPr>
            <p:cNvPr id="1691" name="TextBox 1690">
              <a:extLst>
                <a:ext uri="{FF2B5EF4-FFF2-40B4-BE49-F238E27FC236}">
                  <a16:creationId xmlns:a16="http://schemas.microsoft.com/office/drawing/2014/main" id="{F62C2C79-9CB8-D0E9-35E4-B145E87B8BFF}"/>
                </a:ext>
              </a:extLst>
            </p:cNvPr>
            <p:cNvSpPr txBox="1"/>
            <p:nvPr/>
          </p:nvSpPr>
          <p:spPr>
            <a:xfrm>
              <a:off x="958474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Month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E14B1A07-0719-DE02-FB4D-FF750D0B81E5}"/>
                </a:ext>
              </a:extLst>
            </p:cNvPr>
            <p:cNvSpPr txBox="1"/>
            <p:nvPr/>
          </p:nvSpPr>
          <p:spPr>
            <a:xfrm>
              <a:off x="844174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Day</a:t>
              </a:r>
            </a:p>
          </p:txBody>
        </p:sp>
        <p:sp>
          <p:nvSpPr>
            <p:cNvPr id="1668" name="TextBox 1667">
              <a:extLst>
                <a:ext uri="{FF2B5EF4-FFF2-40B4-BE49-F238E27FC236}">
                  <a16:creationId xmlns:a16="http://schemas.microsoft.com/office/drawing/2014/main" id="{DD00A73A-F5A1-44EC-FD80-3C515EFC09D5}"/>
                </a:ext>
              </a:extLst>
            </p:cNvPr>
            <p:cNvSpPr txBox="1"/>
            <p:nvPr/>
          </p:nvSpPr>
          <p:spPr>
            <a:xfrm>
              <a:off x="920374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Event</a:t>
              </a: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12643FC9-61A5-2E82-BC42-59ED97174C0D}"/>
                </a:ext>
              </a:extLst>
            </p:cNvPr>
            <p:cNvSpPr txBox="1"/>
            <p:nvPr/>
          </p:nvSpPr>
          <p:spPr>
            <a:xfrm>
              <a:off x="996574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Search</a:t>
              </a:r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AC883ABD-1679-11D8-0FFA-5DF976A9488A}"/>
                </a:ext>
              </a:extLst>
            </p:cNvPr>
            <p:cNvSpPr txBox="1"/>
            <p:nvPr/>
          </p:nvSpPr>
          <p:spPr>
            <a:xfrm>
              <a:off x="10346743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Year</a:t>
              </a:r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A030DB34-FED2-798F-4365-1FA4581FE6FF}"/>
                </a:ext>
              </a:extLst>
            </p:cNvPr>
            <p:cNvSpPr txBox="1"/>
            <p:nvPr/>
          </p:nvSpPr>
          <p:spPr>
            <a:xfrm>
              <a:off x="11108738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Translate</a:t>
              </a:r>
            </a:p>
          </p:txBody>
        </p:sp>
        <p:sp>
          <p:nvSpPr>
            <p:cNvPr id="1760" name="TextBox 1759">
              <a:extLst>
                <a:ext uri="{FF2B5EF4-FFF2-40B4-BE49-F238E27FC236}">
                  <a16:creationId xmlns:a16="http://schemas.microsoft.com/office/drawing/2014/main" id="{45C56D51-9170-8CAA-19C5-AC95AFB4F765}"/>
                </a:ext>
              </a:extLst>
            </p:cNvPr>
            <p:cNvSpPr txBox="1"/>
            <p:nvPr/>
          </p:nvSpPr>
          <p:spPr>
            <a:xfrm>
              <a:off x="10727742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Effects</a:t>
              </a:r>
            </a:p>
          </p:txBody>
        </p:sp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40ACF011-E145-0B20-40BB-FA73FFDFAAB1}"/>
              </a:ext>
            </a:extLst>
          </p:cNvPr>
          <p:cNvGrpSpPr/>
          <p:nvPr/>
        </p:nvGrpSpPr>
        <p:grpSpPr>
          <a:xfrm>
            <a:off x="3183332" y="3169426"/>
            <a:ext cx="8354442" cy="139526"/>
            <a:chOff x="3183332" y="3082330"/>
            <a:chExt cx="8354442" cy="139526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222848F-6018-3FA7-74A8-550F264B6B47}"/>
                </a:ext>
              </a:extLst>
            </p:cNvPr>
            <p:cNvSpPr txBox="1"/>
            <p:nvPr/>
          </p:nvSpPr>
          <p:spPr>
            <a:xfrm>
              <a:off x="3183332" y="308233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Camera</a:t>
              </a:r>
            </a:p>
          </p:txBody>
        </p:sp>
        <p:sp>
          <p:nvSpPr>
            <p:cNvPr id="1324" name="TextBox 1323">
              <a:extLst>
                <a:ext uri="{FF2B5EF4-FFF2-40B4-BE49-F238E27FC236}">
                  <a16:creationId xmlns:a16="http://schemas.microsoft.com/office/drawing/2014/main" id="{49AD0466-6066-03FE-6953-724A7857AC9A}"/>
                </a:ext>
              </a:extLst>
            </p:cNvPr>
            <p:cNvSpPr txBox="1"/>
            <p:nvPr/>
          </p:nvSpPr>
          <p:spPr>
            <a:xfrm>
              <a:off x="348876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</a:t>
              </a:r>
            </a:p>
          </p:txBody>
        </p:sp>
        <p:sp>
          <p:nvSpPr>
            <p:cNvPr id="1393" name="TextBox 1392">
              <a:extLst>
                <a:ext uri="{FF2B5EF4-FFF2-40B4-BE49-F238E27FC236}">
                  <a16:creationId xmlns:a16="http://schemas.microsoft.com/office/drawing/2014/main" id="{86A0FA16-AAA2-2FC3-82A4-85932845BDDC}"/>
                </a:ext>
              </a:extLst>
            </p:cNvPr>
            <p:cNvSpPr txBox="1"/>
            <p:nvPr/>
          </p:nvSpPr>
          <p:spPr>
            <a:xfrm>
              <a:off x="463175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Add</a:t>
              </a:r>
            </a:p>
          </p:txBody>
        </p:sp>
        <p:sp>
          <p:nvSpPr>
            <p:cNvPr id="1370" name="TextBox 1369">
              <a:extLst>
                <a:ext uri="{FF2B5EF4-FFF2-40B4-BE49-F238E27FC236}">
                  <a16:creationId xmlns:a16="http://schemas.microsoft.com/office/drawing/2014/main" id="{CF73309D-A84E-98C4-C9A6-EF0CC4E2F2B2}"/>
                </a:ext>
              </a:extLst>
            </p:cNvPr>
            <p:cNvSpPr txBox="1"/>
            <p:nvPr/>
          </p:nvSpPr>
          <p:spPr>
            <a:xfrm>
              <a:off x="425075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</a:t>
              </a:r>
            </a:p>
          </p:txBody>
        </p:sp>
        <p:sp>
          <p:nvSpPr>
            <p:cNvPr id="1347" name="TextBox 1346">
              <a:extLst>
                <a:ext uri="{FF2B5EF4-FFF2-40B4-BE49-F238E27FC236}">
                  <a16:creationId xmlns:a16="http://schemas.microsoft.com/office/drawing/2014/main" id="{21514F78-0259-EC57-D224-4F79CAF8FD15}"/>
                </a:ext>
              </a:extLst>
            </p:cNvPr>
            <p:cNvSpPr txBox="1"/>
            <p:nvPr/>
          </p:nvSpPr>
          <p:spPr>
            <a:xfrm>
              <a:off x="386976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 Signal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CC694CD0-0992-9A42-3908-E04AE6ECC59B}"/>
                </a:ext>
              </a:extLst>
            </p:cNvPr>
            <p:cNvSpPr txBox="1"/>
            <p:nvPr/>
          </p:nvSpPr>
          <p:spPr>
            <a:xfrm>
              <a:off x="501275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36641D5D-987A-2CE0-01E4-17B6A167957C}"/>
                </a:ext>
              </a:extLst>
            </p:cNvPr>
            <p:cNvSpPr txBox="1"/>
            <p:nvPr/>
          </p:nvSpPr>
          <p:spPr>
            <a:xfrm>
              <a:off x="539375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CA30276E-14AA-2CE0-0EF2-86CFC5EE69E5}"/>
                </a:ext>
              </a:extLst>
            </p:cNvPr>
            <p:cNvSpPr txBox="1"/>
            <p:nvPr/>
          </p:nvSpPr>
          <p:spPr>
            <a:xfrm>
              <a:off x="577475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</a:t>
              </a:r>
            </a:p>
          </p:txBody>
        </p:sp>
        <p:sp>
          <p:nvSpPr>
            <p:cNvPr id="1508" name="TextBox 1507">
              <a:extLst>
                <a:ext uri="{FF2B5EF4-FFF2-40B4-BE49-F238E27FC236}">
                  <a16:creationId xmlns:a16="http://schemas.microsoft.com/office/drawing/2014/main" id="{E0839468-B113-5A73-7286-7BD4D6CBE416}"/>
                </a:ext>
              </a:extLst>
            </p:cNvPr>
            <p:cNvSpPr txBox="1"/>
            <p:nvPr/>
          </p:nvSpPr>
          <p:spPr>
            <a:xfrm>
              <a:off x="6536753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Check In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Certificate</a:t>
              </a:r>
            </a:p>
          </p:txBody>
        </p:sp>
        <p:sp>
          <p:nvSpPr>
            <p:cNvPr id="1577" name="TextBox 1576">
              <a:extLst>
                <a:ext uri="{FF2B5EF4-FFF2-40B4-BE49-F238E27FC236}">
                  <a16:creationId xmlns:a16="http://schemas.microsoft.com/office/drawing/2014/main" id="{10D4DF52-47C1-BA7A-3826-8CA12A530386}"/>
                </a:ext>
              </a:extLst>
            </p:cNvPr>
            <p:cNvSpPr txBox="1"/>
            <p:nvPr/>
          </p:nvSpPr>
          <p:spPr>
            <a:xfrm>
              <a:off x="767975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402927D0-EC66-FE92-6EDD-429CA2C11C44}"/>
                </a:ext>
              </a:extLst>
            </p:cNvPr>
            <p:cNvSpPr txBox="1"/>
            <p:nvPr/>
          </p:nvSpPr>
          <p:spPr>
            <a:xfrm>
              <a:off x="729875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Chips</a:t>
              </a:r>
            </a:p>
          </p:txBody>
        </p:sp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6B958DDE-3403-E929-95CA-EB01121B4A34}"/>
                </a:ext>
              </a:extLst>
            </p:cNvPr>
            <p:cNvSpPr txBox="1"/>
            <p:nvPr/>
          </p:nvSpPr>
          <p:spPr>
            <a:xfrm>
              <a:off x="806074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Question Mark</a:t>
              </a: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629A9E21-4702-4538-1CCE-0949CBE0B900}"/>
                </a:ext>
              </a:extLst>
            </p:cNvPr>
            <p:cNvSpPr txBox="1"/>
            <p:nvPr/>
          </p:nvSpPr>
          <p:spPr>
            <a:xfrm>
              <a:off x="6917752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Child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40CA3819-1008-CAFC-BA4F-F09EE1D611EE}"/>
                </a:ext>
              </a:extLst>
            </p:cNvPr>
            <p:cNvSpPr txBox="1"/>
            <p:nvPr/>
          </p:nvSpPr>
          <p:spPr>
            <a:xfrm>
              <a:off x="615575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ACEF635D-B53C-4680-4DE1-9CB8C4DC98DB}"/>
                </a:ext>
              </a:extLst>
            </p:cNvPr>
            <p:cNvSpPr txBox="1"/>
            <p:nvPr/>
          </p:nvSpPr>
          <p:spPr>
            <a:xfrm>
              <a:off x="882274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8D8E9870-D497-2DF6-509E-708B5AE6AE1F}"/>
                </a:ext>
              </a:extLst>
            </p:cNvPr>
            <p:cNvSpPr txBox="1"/>
            <p:nvPr/>
          </p:nvSpPr>
          <p:spPr>
            <a:xfrm>
              <a:off x="958474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8B4DAD1-D25A-C656-1C41-56B757AD4666}"/>
                </a:ext>
              </a:extLst>
            </p:cNvPr>
            <p:cNvSpPr txBox="1"/>
            <p:nvPr/>
          </p:nvSpPr>
          <p:spPr>
            <a:xfrm>
              <a:off x="844174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Cross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96FE061-F4BB-6495-D768-7502C9F9FFD3}"/>
                </a:ext>
              </a:extLst>
            </p:cNvPr>
            <p:cNvSpPr txBox="1"/>
            <p:nvPr/>
          </p:nvSpPr>
          <p:spPr>
            <a:xfrm>
              <a:off x="920374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3268B2B2-2311-A40C-D9F9-B62A125C9332}"/>
                </a:ext>
              </a:extLst>
            </p:cNvPr>
            <p:cNvSpPr txBox="1"/>
            <p:nvPr/>
          </p:nvSpPr>
          <p:spPr>
            <a:xfrm>
              <a:off x="996574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6DC9D080-9C98-FBE7-ABB7-C9683409469B}"/>
                </a:ext>
              </a:extLst>
            </p:cNvPr>
            <p:cNvSpPr txBox="1"/>
            <p:nvPr/>
          </p:nvSpPr>
          <p:spPr>
            <a:xfrm>
              <a:off x="10346743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Pause</a:t>
              </a:r>
            </a:p>
          </p:txBody>
        </p:sp>
        <p:sp>
          <p:nvSpPr>
            <p:cNvPr id="1784" name="TextBox 1783">
              <a:extLst>
                <a:ext uri="{FF2B5EF4-FFF2-40B4-BE49-F238E27FC236}">
                  <a16:creationId xmlns:a16="http://schemas.microsoft.com/office/drawing/2014/main" id="{DB300B0D-63B2-566F-D08E-8454B6F76042}"/>
                </a:ext>
              </a:extLst>
            </p:cNvPr>
            <p:cNvSpPr txBox="1"/>
            <p:nvPr/>
          </p:nvSpPr>
          <p:spPr>
            <a:xfrm>
              <a:off x="11108738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761" name="TextBox 1760">
              <a:extLst>
                <a:ext uri="{FF2B5EF4-FFF2-40B4-BE49-F238E27FC236}">
                  <a16:creationId xmlns:a16="http://schemas.microsoft.com/office/drawing/2014/main" id="{2F1BCBD6-6BF5-68C3-281F-F232325870AE}"/>
                </a:ext>
              </a:extLst>
            </p:cNvPr>
            <p:cNvSpPr txBox="1"/>
            <p:nvPr/>
          </p:nvSpPr>
          <p:spPr>
            <a:xfrm>
              <a:off x="10727742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Plus</a:t>
              </a:r>
            </a:p>
          </p:txBody>
        </p:sp>
      </p:grp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5D2B933C-C985-D5B0-17A5-94E7108D65E6}"/>
              </a:ext>
            </a:extLst>
          </p:cNvPr>
          <p:cNvGrpSpPr/>
          <p:nvPr/>
        </p:nvGrpSpPr>
        <p:grpSpPr>
          <a:xfrm>
            <a:off x="3183332" y="3604517"/>
            <a:ext cx="8354442" cy="134663"/>
            <a:chOff x="3183332" y="3520067"/>
            <a:chExt cx="8354442" cy="134663"/>
          </a:xfrm>
        </p:grpSpPr>
        <p:sp>
          <p:nvSpPr>
            <p:cNvPr id="1302" name="TextBox 1301">
              <a:extLst>
                <a:ext uri="{FF2B5EF4-FFF2-40B4-BE49-F238E27FC236}">
                  <a16:creationId xmlns:a16="http://schemas.microsoft.com/office/drawing/2014/main" id="{03C1F436-B4E5-30D1-D1BC-C670D6083AB9}"/>
                </a:ext>
              </a:extLst>
            </p:cNvPr>
            <p:cNvSpPr txBox="1"/>
            <p:nvPr/>
          </p:nvSpPr>
          <p:spPr>
            <a:xfrm>
              <a:off x="3183332" y="3520067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53F142E4-B848-DEBF-F2A6-CC60C11D3D6B}"/>
                </a:ext>
              </a:extLst>
            </p:cNvPr>
            <p:cNvSpPr txBox="1"/>
            <p:nvPr/>
          </p:nvSpPr>
          <p:spPr>
            <a:xfrm>
              <a:off x="348876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</a:p>
          </p:txBody>
        </p:sp>
        <p:sp>
          <p:nvSpPr>
            <p:cNvPr id="1394" name="TextBox 1393">
              <a:extLst>
                <a:ext uri="{FF2B5EF4-FFF2-40B4-BE49-F238E27FC236}">
                  <a16:creationId xmlns:a16="http://schemas.microsoft.com/office/drawing/2014/main" id="{634878C6-AE0D-91BD-1D46-867FFAF3AD5E}"/>
                </a:ext>
              </a:extLst>
            </p:cNvPr>
            <p:cNvSpPr txBox="1"/>
            <p:nvPr/>
          </p:nvSpPr>
          <p:spPr>
            <a:xfrm>
              <a:off x="463175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Clock</a:t>
              </a:r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46F5A3DE-997D-C71D-DBBC-61B55CD7A510}"/>
                </a:ext>
              </a:extLst>
            </p:cNvPr>
            <p:cNvSpPr txBox="1"/>
            <p:nvPr/>
          </p:nvSpPr>
          <p:spPr>
            <a:xfrm>
              <a:off x="425075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Claim Credit</a:t>
              </a: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9D0991DB-4E86-CAB5-719C-D896A9055714}"/>
                </a:ext>
              </a:extLst>
            </p:cNvPr>
            <p:cNvSpPr txBox="1"/>
            <p:nvPr/>
          </p:nvSpPr>
          <p:spPr>
            <a:xfrm>
              <a:off x="386976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95630C9D-A0D1-0BC3-E72C-915D26691E27}"/>
                </a:ext>
              </a:extLst>
            </p:cNvPr>
            <p:cNvSpPr txBox="1"/>
            <p:nvPr/>
          </p:nvSpPr>
          <p:spPr>
            <a:xfrm>
              <a:off x="501275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F75F32DC-3365-B335-95B0-EDE46194CC41}"/>
                </a:ext>
              </a:extLst>
            </p:cNvPr>
            <p:cNvSpPr txBox="1"/>
            <p:nvPr/>
          </p:nvSpPr>
          <p:spPr>
            <a:xfrm>
              <a:off x="539375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Left Right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24240788-BE33-A4AD-3C14-932836CAD018}"/>
                </a:ext>
              </a:extLst>
            </p:cNvPr>
            <p:cNvSpPr txBox="1"/>
            <p:nvPr/>
          </p:nvSpPr>
          <p:spPr>
            <a:xfrm>
              <a:off x="577475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Phone</a:t>
              </a:r>
            </a:p>
          </p:txBody>
        </p:sp>
        <p:sp>
          <p:nvSpPr>
            <p:cNvPr id="1509" name="TextBox 1508">
              <a:extLst>
                <a:ext uri="{FF2B5EF4-FFF2-40B4-BE49-F238E27FC236}">
                  <a16:creationId xmlns:a16="http://schemas.microsoft.com/office/drawing/2014/main" id="{FC716FF9-5F3E-6E76-0B63-E0C10D949172}"/>
                </a:ext>
              </a:extLst>
            </p:cNvPr>
            <p:cNvSpPr txBox="1"/>
            <p:nvPr/>
          </p:nvSpPr>
          <p:spPr>
            <a:xfrm>
              <a:off x="6536753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Download</a:t>
              </a:r>
            </a:p>
          </p:txBody>
        </p: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1833A8E1-D859-9386-F9D2-059BA4EE4A05}"/>
                </a:ext>
              </a:extLst>
            </p:cNvPr>
            <p:cNvSpPr txBox="1"/>
            <p:nvPr/>
          </p:nvSpPr>
          <p:spPr>
            <a:xfrm>
              <a:off x="767975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Network</a:t>
              </a:r>
            </a:p>
          </p:txBody>
        </p:sp>
        <p:sp>
          <p:nvSpPr>
            <p:cNvPr id="1555" name="TextBox 1554">
              <a:extLst>
                <a:ext uri="{FF2B5EF4-FFF2-40B4-BE49-F238E27FC236}">
                  <a16:creationId xmlns:a16="http://schemas.microsoft.com/office/drawing/2014/main" id="{C5FDD641-0FAF-3588-25FF-DBA196C600BF}"/>
                </a:ext>
              </a:extLst>
            </p:cNvPr>
            <p:cNvSpPr txBox="1"/>
            <p:nvPr/>
          </p:nvSpPr>
          <p:spPr>
            <a:xfrm>
              <a:off x="729875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Modem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2129ADBA-1548-24EA-926E-C01A9DC662DD}"/>
                </a:ext>
              </a:extLst>
            </p:cNvPr>
            <p:cNvSpPr txBox="1"/>
            <p:nvPr/>
          </p:nvSpPr>
          <p:spPr>
            <a:xfrm>
              <a:off x="806074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Sun</a:t>
              </a: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97CE8BC5-035C-81E2-6D34-C2FF9A990492}"/>
                </a:ext>
              </a:extLst>
            </p:cNvPr>
            <p:cNvSpPr txBox="1"/>
            <p:nvPr/>
          </p:nvSpPr>
          <p:spPr>
            <a:xfrm>
              <a:off x="6917752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Drive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CF0AF2C8-1CB1-608D-7770-76D26A1979AB}"/>
                </a:ext>
              </a:extLst>
            </p:cNvPr>
            <p:cNvSpPr txBox="1"/>
            <p:nvPr/>
          </p:nvSpPr>
          <p:spPr>
            <a:xfrm>
              <a:off x="615575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CO2</a:t>
              </a: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CC2B79F5-931D-0B39-3737-8513706D70CC}"/>
                </a:ext>
              </a:extLst>
            </p:cNvPr>
            <p:cNvSpPr txBox="1"/>
            <p:nvPr/>
          </p:nvSpPr>
          <p:spPr>
            <a:xfrm>
              <a:off x="882274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</a:t>
              </a:r>
            </a:p>
          </p:txBody>
        </p:sp>
        <p:sp>
          <p:nvSpPr>
            <p:cNvPr id="1693" name="TextBox 1692">
              <a:extLst>
                <a:ext uri="{FF2B5EF4-FFF2-40B4-BE49-F238E27FC236}">
                  <a16:creationId xmlns:a16="http://schemas.microsoft.com/office/drawing/2014/main" id="{6D7667BB-D98F-9B38-1439-9246782D241E}"/>
                </a:ext>
              </a:extLst>
            </p:cNvPr>
            <p:cNvSpPr txBox="1"/>
            <p:nvPr/>
          </p:nvSpPr>
          <p:spPr>
            <a:xfrm>
              <a:off x="958474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Coat Hanger</a:t>
              </a:r>
            </a:p>
          </p:txBody>
        </p:sp>
        <p:sp>
          <p:nvSpPr>
            <p:cNvPr id="1624" name="TextBox 1623">
              <a:extLst>
                <a:ext uri="{FF2B5EF4-FFF2-40B4-BE49-F238E27FC236}">
                  <a16:creationId xmlns:a16="http://schemas.microsoft.com/office/drawing/2014/main" id="{3C2FCAC0-1B0A-F449-ED71-B6368C91939A}"/>
                </a:ext>
              </a:extLst>
            </p:cNvPr>
            <p:cNvSpPr txBox="1"/>
            <p:nvPr/>
          </p:nvSpPr>
          <p:spPr>
            <a:xfrm>
              <a:off x="844174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Upload</a:t>
              </a:r>
            </a:p>
          </p:txBody>
        </p:sp>
        <p:sp>
          <p:nvSpPr>
            <p:cNvPr id="1670" name="TextBox 1669">
              <a:extLst>
                <a:ext uri="{FF2B5EF4-FFF2-40B4-BE49-F238E27FC236}">
                  <a16:creationId xmlns:a16="http://schemas.microsoft.com/office/drawing/2014/main" id="{C95C5509-153F-CD00-8615-E72D758CA4BB}"/>
                </a:ext>
              </a:extLst>
            </p:cNvPr>
            <p:cNvSpPr txBox="1"/>
            <p:nvPr/>
          </p:nvSpPr>
          <p:spPr>
            <a:xfrm>
              <a:off x="920374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 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 Carbon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Offset</a:t>
              </a: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91CBA79E-941D-C627-F1F9-56EEC0DAB50F}"/>
                </a:ext>
              </a:extLst>
            </p:cNvPr>
            <p:cNvSpPr txBox="1"/>
            <p:nvPr/>
          </p:nvSpPr>
          <p:spPr>
            <a:xfrm>
              <a:off x="996574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Cup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D5557EAF-C834-41C0-BD11-0C8B02D4D3E9}"/>
                </a:ext>
              </a:extLst>
            </p:cNvPr>
            <p:cNvSpPr txBox="1"/>
            <p:nvPr/>
          </p:nvSpPr>
          <p:spPr>
            <a:xfrm>
              <a:off x="10346743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Mug</a:t>
              </a:r>
            </a:p>
          </p:txBody>
        </p:sp>
        <p:sp>
          <p:nvSpPr>
            <p:cNvPr id="1785" name="TextBox 1784">
              <a:extLst>
                <a:ext uri="{FF2B5EF4-FFF2-40B4-BE49-F238E27FC236}">
                  <a16:creationId xmlns:a16="http://schemas.microsoft.com/office/drawing/2014/main" id="{DD377F4D-4307-6739-7DE2-023314A7CB41}"/>
                </a:ext>
              </a:extLst>
            </p:cNvPr>
            <p:cNvSpPr txBox="1"/>
            <p:nvPr/>
          </p:nvSpPr>
          <p:spPr>
            <a:xfrm>
              <a:off x="11108738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Wrench</a:t>
              </a:r>
            </a:p>
          </p:txBody>
        </p:sp>
        <p:sp>
          <p:nvSpPr>
            <p:cNvPr id="1762" name="TextBox 1761">
              <a:extLst>
                <a:ext uri="{FF2B5EF4-FFF2-40B4-BE49-F238E27FC236}">
                  <a16:creationId xmlns:a16="http://schemas.microsoft.com/office/drawing/2014/main" id="{61195D7A-D443-6DCA-A008-9338921B236F}"/>
                </a:ext>
              </a:extLst>
            </p:cNvPr>
            <p:cNvSpPr txBox="1"/>
            <p:nvPr/>
          </p:nvSpPr>
          <p:spPr>
            <a:xfrm>
              <a:off x="10727742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</a:t>
              </a:r>
            </a:p>
          </p:txBody>
        </p:sp>
      </p:grpSp>
      <p:grpSp>
        <p:nvGrpSpPr>
          <p:cNvPr id="1566" name="Group 1565">
            <a:extLst>
              <a:ext uri="{FF2B5EF4-FFF2-40B4-BE49-F238E27FC236}">
                <a16:creationId xmlns:a16="http://schemas.microsoft.com/office/drawing/2014/main" id="{CF4AF1C1-9E93-5B09-8CBC-7085DA78BBA9}"/>
              </a:ext>
            </a:extLst>
          </p:cNvPr>
          <p:cNvGrpSpPr/>
          <p:nvPr/>
        </p:nvGrpSpPr>
        <p:grpSpPr>
          <a:xfrm>
            <a:off x="3183332" y="4034745"/>
            <a:ext cx="8354442" cy="134623"/>
            <a:chOff x="3183332" y="3952981"/>
            <a:chExt cx="8354442" cy="134623"/>
          </a:xfrm>
        </p:grpSpPr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BF72A8BB-BFA7-7FFE-17F7-F6342C7B853A}"/>
                </a:ext>
              </a:extLst>
            </p:cNvPr>
            <p:cNvSpPr txBox="1"/>
            <p:nvPr/>
          </p:nvSpPr>
          <p:spPr>
            <a:xfrm>
              <a:off x="3183332" y="395298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Community</a:t>
              </a:r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72F2478F-DDEA-4967-2271-94FA69958A6D}"/>
                </a:ext>
              </a:extLst>
            </p:cNvPr>
            <p:cNvSpPr txBox="1"/>
            <p:nvPr/>
          </p:nvSpPr>
          <p:spPr>
            <a:xfrm>
              <a:off x="348876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Compass</a:t>
              </a:r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C86C017-A293-6890-720A-2F235BA8DC6A}"/>
                </a:ext>
              </a:extLst>
            </p:cNvPr>
            <p:cNvSpPr txBox="1"/>
            <p:nvPr/>
          </p:nvSpPr>
          <p:spPr>
            <a:xfrm>
              <a:off x="463175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88045642-86B1-0A32-E281-2C928DAB9AA3}"/>
                </a:ext>
              </a:extLst>
            </p:cNvPr>
            <p:cNvSpPr txBox="1"/>
            <p:nvPr/>
          </p:nvSpPr>
          <p:spPr>
            <a:xfrm>
              <a:off x="425075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Concierge Bell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B8F56622-44F6-5E89-C22A-7C875856A90E}"/>
                </a:ext>
              </a:extLst>
            </p:cNvPr>
            <p:cNvSpPr txBox="1"/>
            <p:nvPr/>
          </p:nvSpPr>
          <p:spPr>
            <a:xfrm>
              <a:off x="386976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</a:p>
          </p:txBody>
        </p:sp>
        <p:sp>
          <p:nvSpPr>
            <p:cNvPr id="1418" name="TextBox 1417">
              <a:extLst>
                <a:ext uri="{FF2B5EF4-FFF2-40B4-BE49-F238E27FC236}">
                  <a16:creationId xmlns:a16="http://schemas.microsoft.com/office/drawing/2014/main" id="{7244F471-84D1-7E75-3E93-2ECBCA288507}"/>
                </a:ext>
              </a:extLst>
            </p:cNvPr>
            <p:cNvSpPr txBox="1"/>
            <p:nvPr/>
          </p:nvSpPr>
          <p:spPr>
            <a:xfrm>
              <a:off x="501275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Cone</a:t>
              </a:r>
            </a:p>
          </p:txBody>
        </p:sp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B863ED17-3CA5-72EE-680E-7D784882941C}"/>
                </a:ext>
              </a:extLst>
            </p:cNvPr>
            <p:cNvSpPr txBox="1"/>
            <p:nvPr/>
          </p:nvSpPr>
          <p:spPr>
            <a:xfrm>
              <a:off x="539375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Copy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6177BB3B-EAE3-BC08-266B-D74C3F65737C}"/>
                </a:ext>
              </a:extLst>
            </p:cNvPr>
            <p:cNvSpPr txBox="1"/>
            <p:nvPr/>
          </p:nvSpPr>
          <p:spPr>
            <a:xfrm>
              <a:off x="577475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</a:p>
          </p:txBody>
        </p:sp>
        <p:sp>
          <p:nvSpPr>
            <p:cNvPr id="1510" name="TextBox 1509">
              <a:extLst>
                <a:ext uri="{FF2B5EF4-FFF2-40B4-BE49-F238E27FC236}">
                  <a16:creationId xmlns:a16="http://schemas.microsoft.com/office/drawing/2014/main" id="{1A909021-69FE-3629-BC5F-CBB4EF3EF13E}"/>
                </a:ext>
              </a:extLst>
            </p:cNvPr>
            <p:cNvSpPr txBox="1"/>
            <p:nvPr/>
          </p:nvSpPr>
          <p:spPr>
            <a:xfrm>
              <a:off x="6536753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Cricket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F92BC61A-965E-30E7-B453-A94088D80020}"/>
                </a:ext>
              </a:extLst>
            </p:cNvPr>
            <p:cNvSpPr txBox="1"/>
            <p:nvPr/>
          </p:nvSpPr>
          <p:spPr>
            <a:xfrm>
              <a:off x="767975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Dashboard</a:t>
              </a:r>
            </a:p>
          </p:txBody>
        </p:sp>
        <p:sp>
          <p:nvSpPr>
            <p:cNvPr id="1556" name="TextBox 1555">
              <a:extLst>
                <a:ext uri="{FF2B5EF4-FFF2-40B4-BE49-F238E27FC236}">
                  <a16:creationId xmlns:a16="http://schemas.microsoft.com/office/drawing/2014/main" id="{86E54589-F8A6-5C26-891F-004E1F4CA5A8}"/>
                </a:ext>
              </a:extLst>
            </p:cNvPr>
            <p:cNvSpPr txBox="1"/>
            <p:nvPr/>
          </p:nvSpPr>
          <p:spPr>
            <a:xfrm>
              <a:off x="729875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 Filled</a:t>
              </a: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0C29D810-F89F-3E51-6782-BCDDE2B8130F}"/>
                </a:ext>
              </a:extLst>
            </p:cNvPr>
            <p:cNvSpPr txBox="1"/>
            <p:nvPr/>
          </p:nvSpPr>
          <p:spPr>
            <a:xfrm>
              <a:off x="806074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</a:t>
              </a: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DCD82229-A8B9-E876-558E-0675FF097C03}"/>
                </a:ext>
              </a:extLst>
            </p:cNvPr>
            <p:cNvSpPr txBox="1"/>
            <p:nvPr/>
          </p:nvSpPr>
          <p:spPr>
            <a:xfrm>
              <a:off x="6917752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95859D9C-2750-9632-D6FE-AC3AC91F0147}"/>
                </a:ext>
              </a:extLst>
            </p:cNvPr>
            <p:cNvSpPr txBox="1"/>
            <p:nvPr/>
          </p:nvSpPr>
          <p:spPr>
            <a:xfrm>
              <a:off x="615575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Forward</a:t>
              </a: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EB72BF1C-0AE1-97F2-8359-5498E52C3990}"/>
                </a:ext>
              </a:extLst>
            </p:cNvPr>
            <p:cNvSpPr txBox="1"/>
            <p:nvPr/>
          </p:nvSpPr>
          <p:spPr>
            <a:xfrm>
              <a:off x="882274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Connection</a:t>
              </a:r>
            </a:p>
          </p:txBody>
        </p:sp>
        <p:sp>
          <p:nvSpPr>
            <p:cNvPr id="1694" name="TextBox 1693">
              <a:extLst>
                <a:ext uri="{FF2B5EF4-FFF2-40B4-BE49-F238E27FC236}">
                  <a16:creationId xmlns:a16="http://schemas.microsoft.com/office/drawing/2014/main" id="{91753672-6234-BD2F-31CE-377706344583}"/>
                </a:ext>
              </a:extLst>
            </p:cNvPr>
            <p:cNvSpPr txBox="1"/>
            <p:nvPr/>
          </p:nvSpPr>
          <p:spPr>
            <a:xfrm>
              <a:off x="958474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HD</a:t>
              </a:r>
            </a:p>
          </p:txBody>
        </p:sp>
        <p:sp>
          <p:nvSpPr>
            <p:cNvPr id="1625" name="TextBox 1624">
              <a:extLst>
                <a:ext uri="{FF2B5EF4-FFF2-40B4-BE49-F238E27FC236}">
                  <a16:creationId xmlns:a16="http://schemas.microsoft.com/office/drawing/2014/main" id="{65C1D288-9D95-83D0-CC34-BFDF0B44C3B7}"/>
                </a:ext>
              </a:extLst>
            </p:cNvPr>
            <p:cNvSpPr txBox="1"/>
            <p:nvPr/>
          </p:nvSpPr>
          <p:spPr>
            <a:xfrm>
              <a:off x="844174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671" name="TextBox 1670">
              <a:extLst>
                <a:ext uri="{FF2B5EF4-FFF2-40B4-BE49-F238E27FC236}">
                  <a16:creationId xmlns:a16="http://schemas.microsoft.com/office/drawing/2014/main" id="{CA8C25E6-C73C-8A4B-F91E-1817FC19158A}"/>
                </a:ext>
              </a:extLst>
            </p:cNvPr>
            <p:cNvSpPr txBox="1"/>
            <p:nvPr/>
          </p:nvSpPr>
          <p:spPr>
            <a:xfrm>
              <a:off x="920374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4K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D1CE7C11-28BA-F8DD-2DC4-5E460B47FB41}"/>
                </a:ext>
              </a:extLst>
            </p:cNvPr>
            <p:cNvSpPr txBox="1"/>
            <p:nvPr/>
          </p:nvSpPr>
          <p:spPr>
            <a:xfrm>
              <a:off x="996574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SD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22A6FC43-A58B-54F7-D297-84BF88AA3DA2}"/>
                </a:ext>
              </a:extLst>
            </p:cNvPr>
            <p:cNvSpPr txBox="1"/>
            <p:nvPr/>
          </p:nvSpPr>
          <p:spPr>
            <a:xfrm>
              <a:off x="10346743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281ABB4A-95AF-0F4A-E566-C33AB74ED79A}"/>
                </a:ext>
              </a:extLst>
            </p:cNvPr>
            <p:cNvSpPr txBox="1"/>
            <p:nvPr/>
          </p:nvSpPr>
          <p:spPr>
            <a:xfrm>
              <a:off x="11108738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Download</a:t>
              </a:r>
            </a:p>
          </p:txBody>
        </p:sp>
        <p:sp>
          <p:nvSpPr>
            <p:cNvPr id="1763" name="TextBox 1762">
              <a:extLst>
                <a:ext uri="{FF2B5EF4-FFF2-40B4-BE49-F238E27FC236}">
                  <a16:creationId xmlns:a16="http://schemas.microsoft.com/office/drawing/2014/main" id="{F71A7F68-6409-895D-4C53-E43469ACC253}"/>
                </a:ext>
              </a:extLst>
            </p:cNvPr>
            <p:cNvSpPr txBox="1"/>
            <p:nvPr/>
          </p:nvSpPr>
          <p:spPr>
            <a:xfrm>
              <a:off x="10727742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Add</a:t>
              </a:r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9A854E38-71F0-AF00-CA04-2175E3991AD8}"/>
              </a:ext>
            </a:extLst>
          </p:cNvPr>
          <p:cNvGrpSpPr/>
          <p:nvPr/>
        </p:nvGrpSpPr>
        <p:grpSpPr>
          <a:xfrm>
            <a:off x="3183332" y="4464933"/>
            <a:ext cx="8354442" cy="134052"/>
            <a:chOff x="3183332" y="4391292"/>
            <a:chExt cx="8354442" cy="134052"/>
          </a:xfrm>
        </p:grpSpPr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CA28E8A8-5AF9-DFBA-BC50-B19ADAEE9F7B}"/>
                </a:ext>
              </a:extLst>
            </p:cNvPr>
            <p:cNvSpPr txBox="1"/>
            <p:nvPr/>
          </p:nvSpPr>
          <p:spPr>
            <a:xfrm>
              <a:off x="3183332" y="4391292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Pencil</a:t>
              </a:r>
            </a:p>
          </p:txBody>
        </p:sp>
        <p:sp>
          <p:nvSpPr>
            <p:cNvPr id="1327" name="TextBox 1326">
              <a:extLst>
                <a:ext uri="{FF2B5EF4-FFF2-40B4-BE49-F238E27FC236}">
                  <a16:creationId xmlns:a16="http://schemas.microsoft.com/office/drawing/2014/main" id="{661C9350-3C7C-9200-388A-D1F66306928B}"/>
                </a:ext>
              </a:extLst>
            </p:cNvPr>
            <p:cNvSpPr txBox="1"/>
            <p:nvPr/>
          </p:nvSpPr>
          <p:spPr>
            <a:xfrm>
              <a:off x="348876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</a:p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Multi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3DD8A685-7007-2F13-6381-4F92FC34B4EC}"/>
                </a:ext>
              </a:extLst>
            </p:cNvPr>
            <p:cNvSpPr txBox="1"/>
            <p:nvPr/>
          </p:nvSpPr>
          <p:spPr>
            <a:xfrm>
              <a:off x="463175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373" name="TextBox 1372">
              <a:extLst>
                <a:ext uri="{FF2B5EF4-FFF2-40B4-BE49-F238E27FC236}">
                  <a16:creationId xmlns:a16="http://schemas.microsoft.com/office/drawing/2014/main" id="{ACB7578B-2652-CC2C-D7D6-70DE2F5674B3}"/>
                </a:ext>
              </a:extLst>
            </p:cNvPr>
            <p:cNvSpPr txBox="1"/>
            <p:nvPr/>
          </p:nvSpPr>
          <p:spPr>
            <a:xfrm>
              <a:off x="425075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DA3567A1-2FCB-0C00-38DB-25B784B29D83}"/>
                </a:ext>
              </a:extLst>
            </p:cNvPr>
            <p:cNvSpPr txBox="1"/>
            <p:nvPr/>
          </p:nvSpPr>
          <p:spPr>
            <a:xfrm>
              <a:off x="386976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Pdf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9" name="TextBox 1418">
              <a:extLst>
                <a:ext uri="{FF2B5EF4-FFF2-40B4-BE49-F238E27FC236}">
                  <a16:creationId xmlns:a16="http://schemas.microsoft.com/office/drawing/2014/main" id="{44D06A77-E22F-FFCA-9ACB-4629A0E8E3E0}"/>
                </a:ext>
              </a:extLst>
            </p:cNvPr>
            <p:cNvSpPr txBox="1"/>
            <p:nvPr/>
          </p:nvSpPr>
          <p:spPr>
            <a:xfrm>
              <a:off x="501275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Shield Tick</a:t>
              </a:r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B5A25E77-1B2A-F2EF-2CDB-A27A05D38CA1}"/>
                </a:ext>
              </a:extLst>
            </p:cNvPr>
            <p:cNvSpPr txBox="1"/>
            <p:nvPr/>
          </p:nvSpPr>
          <p:spPr>
            <a:xfrm>
              <a:off x="539375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Summary</a:t>
              </a: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1813428A-BA81-2A9E-0C24-0C4A90E97E69}"/>
                </a:ext>
              </a:extLst>
            </p:cNvPr>
            <p:cNvSpPr txBox="1"/>
            <p:nvPr/>
          </p:nvSpPr>
          <p:spPr>
            <a:xfrm>
              <a:off x="577475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511" name="TextBox 1510">
              <a:extLst>
                <a:ext uri="{FF2B5EF4-FFF2-40B4-BE49-F238E27FC236}">
                  <a16:creationId xmlns:a16="http://schemas.microsoft.com/office/drawing/2014/main" id="{EA40993F-D3F9-133D-EFD5-BA07CD1E9D88}"/>
                </a:ext>
              </a:extLst>
            </p:cNvPr>
            <p:cNvSpPr txBox="1"/>
            <p:nvPr/>
          </p:nvSpPr>
          <p:spPr>
            <a:xfrm>
              <a:off x="6536753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Curved</a:t>
              </a: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0D2F6240-A766-4286-2F01-61AD6A2402F6}"/>
                </a:ext>
              </a:extLst>
            </p:cNvPr>
            <p:cNvSpPr txBox="1"/>
            <p:nvPr/>
          </p:nvSpPr>
          <p:spPr>
            <a:xfrm>
              <a:off x="767975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 Filled</a:t>
              </a:r>
            </a:p>
          </p:txBody>
        </p: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EAF0F55A-CBE3-D5DC-CCB8-5A6B1A7FF20F}"/>
                </a:ext>
              </a:extLst>
            </p:cNvPr>
            <p:cNvSpPr txBox="1"/>
            <p:nvPr/>
          </p:nvSpPr>
          <p:spPr>
            <a:xfrm>
              <a:off x="729875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</a:t>
              </a: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E0CF9F86-4456-E0C1-6F44-2A78CABB93EA}"/>
                </a:ext>
              </a:extLst>
            </p:cNvPr>
            <p:cNvSpPr txBox="1"/>
            <p:nvPr/>
          </p:nvSpPr>
          <p:spPr>
            <a:xfrm>
              <a:off x="806074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8B48E31E-56B7-EBB8-BE43-ECF0FC302B2A}"/>
                </a:ext>
              </a:extLst>
            </p:cNvPr>
            <p:cNvSpPr txBox="1"/>
            <p:nvPr/>
          </p:nvSpPr>
          <p:spPr>
            <a:xfrm>
              <a:off x="6917752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56CB1288-08B6-53DF-C9F7-42A9E6074654}"/>
                </a:ext>
              </a:extLst>
            </p:cNvPr>
            <p:cNvSpPr txBox="1"/>
            <p:nvPr/>
          </p:nvSpPr>
          <p:spPr>
            <a:xfrm>
              <a:off x="615575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Circle</a:t>
              </a:r>
            </a:p>
          </p:txBody>
        </p:sp>
        <p:sp>
          <p:nvSpPr>
            <p:cNvPr id="1649" name="TextBox 1648">
              <a:extLst>
                <a:ext uri="{FF2B5EF4-FFF2-40B4-BE49-F238E27FC236}">
                  <a16:creationId xmlns:a16="http://schemas.microsoft.com/office/drawing/2014/main" id="{F267A91A-9647-09FD-702C-FE09DB9BBB20}"/>
                </a:ext>
              </a:extLst>
            </p:cNvPr>
            <p:cNvSpPr txBox="1"/>
            <p:nvPr/>
          </p:nvSpPr>
          <p:spPr>
            <a:xfrm>
              <a:off x="882274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Donate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Your Device</a:t>
              </a:r>
            </a:p>
          </p:txBody>
        </p:sp>
        <p:sp>
          <p:nvSpPr>
            <p:cNvPr id="1695" name="TextBox 1694">
              <a:extLst>
                <a:ext uri="{FF2B5EF4-FFF2-40B4-BE49-F238E27FC236}">
                  <a16:creationId xmlns:a16="http://schemas.microsoft.com/office/drawing/2014/main" id="{A41BBD93-4C38-5201-00BC-87BB3E1E5AC4}"/>
                </a:ext>
              </a:extLst>
            </p:cNvPr>
            <p:cNvSpPr txBox="1"/>
            <p:nvPr/>
          </p:nvSpPr>
          <p:spPr>
            <a:xfrm>
              <a:off x="958474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Drone</a:t>
              </a: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435AFFD7-5098-9611-53BA-5B7415129AB4}"/>
                </a:ext>
              </a:extLst>
            </p:cNvPr>
            <p:cNvSpPr txBox="1"/>
            <p:nvPr/>
          </p:nvSpPr>
          <p:spPr>
            <a:xfrm>
              <a:off x="844174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Tag</a:t>
              </a:r>
            </a:p>
          </p:txBody>
        </p:sp>
        <p:sp>
          <p:nvSpPr>
            <p:cNvPr id="1672" name="TextBox 1671">
              <a:extLst>
                <a:ext uri="{FF2B5EF4-FFF2-40B4-BE49-F238E27FC236}">
                  <a16:creationId xmlns:a16="http://schemas.microsoft.com/office/drawing/2014/main" id="{6EB4166E-E28D-99A6-F007-76873F62C8FC}"/>
                </a:ext>
              </a:extLst>
            </p:cNvPr>
            <p:cNvSpPr txBox="1"/>
            <p:nvPr/>
          </p:nvSpPr>
          <p:spPr>
            <a:xfrm>
              <a:off x="920374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Donut</a:t>
              </a: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205DB684-40AB-3C99-1D24-3BFE765B10AF}"/>
                </a:ext>
              </a:extLst>
            </p:cNvPr>
            <p:cNvSpPr txBox="1"/>
            <p:nvPr/>
          </p:nvSpPr>
          <p:spPr>
            <a:xfrm>
              <a:off x="996574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Earth</a:t>
              </a: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68766848-C917-910D-2206-AC2ADBD50609}"/>
                </a:ext>
              </a:extLst>
            </p:cNvPr>
            <p:cNvSpPr txBox="1"/>
            <p:nvPr/>
          </p:nvSpPr>
          <p:spPr>
            <a:xfrm>
              <a:off x="10346743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Eco</a:t>
              </a:r>
            </a:p>
          </p:txBody>
        </p: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09EB4151-E1D5-056E-0DD0-AF72479B1A70}"/>
                </a:ext>
              </a:extLst>
            </p:cNvPr>
            <p:cNvSpPr txBox="1"/>
            <p:nvPr/>
          </p:nvSpPr>
          <p:spPr>
            <a:xfrm>
              <a:off x="11108738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Elevator</a:t>
              </a:r>
            </a:p>
          </p:txBody>
        </p:sp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2F5A50EA-E3BE-384B-D2EC-F119552CE9BD}"/>
                </a:ext>
              </a:extLst>
            </p:cNvPr>
            <p:cNvSpPr txBox="1"/>
            <p:nvPr/>
          </p:nvSpPr>
          <p:spPr>
            <a:xfrm>
              <a:off x="10727742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Education</a:t>
              </a:r>
            </a:p>
          </p:txBody>
        </p:sp>
      </p:grp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229382EA-2EF1-BC30-E8EB-F7452D68D505}"/>
              </a:ext>
            </a:extLst>
          </p:cNvPr>
          <p:cNvGrpSpPr/>
          <p:nvPr/>
        </p:nvGrpSpPr>
        <p:grpSpPr>
          <a:xfrm>
            <a:off x="3183332" y="4894550"/>
            <a:ext cx="8354442" cy="133914"/>
            <a:chOff x="3183332" y="4834036"/>
            <a:chExt cx="8354442" cy="133914"/>
          </a:xfrm>
        </p:grpSpPr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4E2DA914-B7FE-9E35-B131-4EBCAAC36A41}"/>
                </a:ext>
              </a:extLst>
            </p:cNvPr>
            <p:cNvSpPr txBox="1"/>
            <p:nvPr/>
          </p:nvSpPr>
          <p:spPr>
            <a:xfrm>
              <a:off x="3183332" y="4834036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Envelope</a:t>
              </a: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C041DBD6-7F47-2F75-B96B-FC684DDE3BA5}"/>
                </a:ext>
              </a:extLst>
            </p:cNvPr>
            <p:cNvSpPr txBox="1"/>
            <p:nvPr/>
          </p:nvSpPr>
          <p:spPr>
            <a:xfrm>
              <a:off x="348876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Equals</a:t>
              </a:r>
            </a:p>
          </p:txBody>
        </p: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1706A5D3-AB04-8254-86DB-4D3583002B18}"/>
                </a:ext>
              </a:extLst>
            </p:cNvPr>
            <p:cNvSpPr txBox="1"/>
            <p:nvPr/>
          </p:nvSpPr>
          <p:spPr>
            <a:xfrm>
              <a:off x="463175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 err="1">
                  <a:latin typeface="Yes Sans Text" panose="020B0504030101010103" pitchFamily="34" charset="77"/>
                </a:rPr>
                <a:t>eSIM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5E9B6496-9BDF-0929-D428-629B9F38EBCB}"/>
                </a:ext>
              </a:extLst>
            </p:cNvPr>
            <p:cNvSpPr txBox="1"/>
            <p:nvPr/>
          </p:nvSpPr>
          <p:spPr>
            <a:xfrm>
              <a:off x="425075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4F156B87-3C8F-3074-78F1-4002B5E00725}"/>
                </a:ext>
              </a:extLst>
            </p:cNvPr>
            <p:cNvSpPr txBox="1"/>
            <p:nvPr/>
          </p:nvSpPr>
          <p:spPr>
            <a:xfrm>
              <a:off x="386976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420" name="TextBox 1419">
              <a:extLst>
                <a:ext uri="{FF2B5EF4-FFF2-40B4-BE49-F238E27FC236}">
                  <a16:creationId xmlns:a16="http://schemas.microsoft.com/office/drawing/2014/main" id="{AED73F74-F7B3-796A-24E0-9E3007D6DB0E}"/>
                </a:ext>
              </a:extLst>
            </p:cNvPr>
            <p:cNvSpPr txBox="1"/>
            <p:nvPr/>
          </p:nvSpPr>
          <p:spPr>
            <a:xfrm>
              <a:off x="501275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Expand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EB814FCB-E922-B9D1-F037-E054CB8E6D17}"/>
                </a:ext>
              </a:extLst>
            </p:cNvPr>
            <p:cNvSpPr txBox="1"/>
            <p:nvPr/>
          </p:nvSpPr>
          <p:spPr>
            <a:xfrm>
              <a:off x="539375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D5A0AFC8-C1E2-B308-068F-F4B9AEE34F88}"/>
                </a:ext>
              </a:extLst>
            </p:cNvPr>
            <p:cNvSpPr txBox="1"/>
            <p:nvPr/>
          </p:nvSpPr>
          <p:spPr>
            <a:xfrm>
              <a:off x="577475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Closed</a:t>
              </a:r>
            </a:p>
          </p:txBody>
        </p:sp>
        <p:sp>
          <p:nvSpPr>
            <p:cNvPr id="1512" name="TextBox 1511">
              <a:extLst>
                <a:ext uri="{FF2B5EF4-FFF2-40B4-BE49-F238E27FC236}">
                  <a16:creationId xmlns:a16="http://schemas.microsoft.com/office/drawing/2014/main" id="{D74A890C-1CBA-A0C2-4091-A7564CC7AC5D}"/>
                </a:ext>
              </a:extLst>
            </p:cNvPr>
            <p:cNvSpPr txBox="1"/>
            <p:nvPr/>
          </p:nvSpPr>
          <p:spPr>
            <a:xfrm>
              <a:off x="6536753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Stroke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E944351B-A586-72FA-CD4E-6252CA3844D4}"/>
                </a:ext>
              </a:extLst>
            </p:cNvPr>
            <p:cNvSpPr txBox="1"/>
            <p:nvPr/>
          </p:nvSpPr>
          <p:spPr>
            <a:xfrm>
              <a:off x="767975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Factory</a:t>
              </a: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89D9C2AF-A750-403F-B4AE-3D23912ADF21}"/>
                </a:ext>
              </a:extLst>
            </p:cNvPr>
            <p:cNvSpPr txBox="1"/>
            <p:nvPr/>
          </p:nvSpPr>
          <p:spPr>
            <a:xfrm>
              <a:off x="729875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 Filled</a:t>
              </a: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A1BB4BB9-1D53-9493-539A-09D2DA8C1D12}"/>
                </a:ext>
              </a:extLst>
            </p:cNvPr>
            <p:cNvSpPr txBox="1"/>
            <p:nvPr/>
          </p:nvSpPr>
          <p:spPr>
            <a:xfrm>
              <a:off x="806074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Fan Wind</a:t>
              </a:r>
            </a:p>
          </p:txBody>
        </p:sp>
        <p:sp>
          <p:nvSpPr>
            <p:cNvPr id="1535" name="TextBox 1534">
              <a:extLst>
                <a:ext uri="{FF2B5EF4-FFF2-40B4-BE49-F238E27FC236}">
                  <a16:creationId xmlns:a16="http://schemas.microsoft.com/office/drawing/2014/main" id="{C323510E-D7D2-586E-A325-B0226CAA0034}"/>
                </a:ext>
              </a:extLst>
            </p:cNvPr>
            <p:cNvSpPr txBox="1"/>
            <p:nvPr/>
          </p:nvSpPr>
          <p:spPr>
            <a:xfrm>
              <a:off x="6917752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7D130D2A-CC44-A590-FADA-7466D3796449}"/>
                </a:ext>
              </a:extLst>
            </p:cNvPr>
            <p:cNvSpPr txBox="1"/>
            <p:nvPr/>
          </p:nvSpPr>
          <p:spPr>
            <a:xfrm>
              <a:off x="615575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Filled</a:t>
              </a:r>
            </a:p>
          </p:txBody>
        </p:sp>
        <p:sp>
          <p:nvSpPr>
            <p:cNvPr id="1650" name="TextBox 1649">
              <a:extLst>
                <a:ext uri="{FF2B5EF4-FFF2-40B4-BE49-F238E27FC236}">
                  <a16:creationId xmlns:a16="http://schemas.microsoft.com/office/drawing/2014/main" id="{D684A102-578A-5B79-C03C-394256BFDC03}"/>
                </a:ext>
              </a:extLst>
            </p:cNvPr>
            <p:cNvSpPr txBox="1"/>
            <p:nvPr/>
          </p:nvSpPr>
          <p:spPr>
            <a:xfrm>
              <a:off x="882274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D8D1E56E-0997-8C60-2F6D-69D36E116EDB}"/>
                </a:ext>
              </a:extLst>
            </p:cNvPr>
            <p:cNvSpPr txBox="1"/>
            <p:nvPr/>
          </p:nvSpPr>
          <p:spPr>
            <a:xfrm>
              <a:off x="958474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7" name="TextBox 1626">
              <a:extLst>
                <a:ext uri="{FF2B5EF4-FFF2-40B4-BE49-F238E27FC236}">
                  <a16:creationId xmlns:a16="http://schemas.microsoft.com/office/drawing/2014/main" id="{9CBC93F5-CA89-1CAF-0C99-F66B6F2C4E09}"/>
                </a:ext>
              </a:extLst>
            </p:cNvPr>
            <p:cNvSpPr txBox="1"/>
            <p:nvPr/>
          </p:nvSpPr>
          <p:spPr>
            <a:xfrm>
              <a:off x="844174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</a:p>
          </p:txBody>
        </p:sp>
        <p:sp>
          <p:nvSpPr>
            <p:cNvPr id="1673" name="TextBox 1672">
              <a:extLst>
                <a:ext uri="{FF2B5EF4-FFF2-40B4-BE49-F238E27FC236}">
                  <a16:creationId xmlns:a16="http://schemas.microsoft.com/office/drawing/2014/main" id="{5060D106-9A5B-ADD5-018E-E1AA6EC4AD34}"/>
                </a:ext>
              </a:extLst>
            </p:cNvPr>
            <p:cNvSpPr txBox="1"/>
            <p:nvPr/>
          </p:nvSpPr>
          <p:spPr>
            <a:xfrm>
              <a:off x="920374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CB62E368-8FDB-5608-F597-910DCEA4ADD3}"/>
                </a:ext>
              </a:extLst>
            </p:cNvPr>
            <p:cNvSpPr txBox="1"/>
            <p:nvPr/>
          </p:nvSpPr>
          <p:spPr>
            <a:xfrm>
              <a:off x="996574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Ferry</a:t>
              </a: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8BE1AD2-5733-27BD-0998-5C8FAC70647F}"/>
                </a:ext>
              </a:extLst>
            </p:cNvPr>
            <p:cNvSpPr txBox="1"/>
            <p:nvPr/>
          </p:nvSpPr>
          <p:spPr>
            <a:xfrm>
              <a:off x="10346743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Filter</a:t>
              </a: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C15471FD-D726-0BC7-B9D1-6CCE9F7CB9D6}"/>
                </a:ext>
              </a:extLst>
            </p:cNvPr>
            <p:cNvSpPr txBox="1"/>
            <p:nvPr/>
          </p:nvSpPr>
          <p:spPr>
            <a:xfrm>
              <a:off x="11108738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765" name="TextBox 1764">
              <a:extLst>
                <a:ext uri="{FF2B5EF4-FFF2-40B4-BE49-F238E27FC236}">
                  <a16:creationId xmlns:a16="http://schemas.microsoft.com/office/drawing/2014/main" id="{840B0D35-CBE5-12BB-02DC-66CFFB528076}"/>
                </a:ext>
              </a:extLst>
            </p:cNvPr>
            <p:cNvSpPr txBox="1"/>
            <p:nvPr/>
          </p:nvSpPr>
          <p:spPr>
            <a:xfrm>
              <a:off x="10727742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</a:t>
              </a:r>
            </a:p>
          </p:txBody>
        </p:sp>
      </p:grpSp>
      <p:grpSp>
        <p:nvGrpSpPr>
          <p:cNvPr id="1569" name="Group 1568">
            <a:extLst>
              <a:ext uri="{FF2B5EF4-FFF2-40B4-BE49-F238E27FC236}">
                <a16:creationId xmlns:a16="http://schemas.microsoft.com/office/drawing/2014/main" id="{650628C0-131E-2D0E-8A77-027558225A70}"/>
              </a:ext>
            </a:extLst>
          </p:cNvPr>
          <p:cNvGrpSpPr/>
          <p:nvPr/>
        </p:nvGrpSpPr>
        <p:grpSpPr>
          <a:xfrm>
            <a:off x="3183332" y="5324029"/>
            <a:ext cx="8354442" cy="133914"/>
            <a:chOff x="3183332" y="5266208"/>
            <a:chExt cx="8354442" cy="133914"/>
          </a:xfrm>
        </p:grpSpPr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AF6729DC-8597-9B73-E6A8-4DA495BCDB38}"/>
                </a:ext>
              </a:extLst>
            </p:cNvPr>
            <p:cNvSpPr txBox="1"/>
            <p:nvPr/>
          </p:nvSpPr>
          <p:spPr>
            <a:xfrm>
              <a:off x="3183332" y="526902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Fire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678AA7-F851-02BC-93C8-CBDE286088DB}"/>
                </a:ext>
              </a:extLst>
            </p:cNvPr>
            <p:cNvSpPr txBox="1"/>
            <p:nvPr/>
          </p:nvSpPr>
          <p:spPr>
            <a:xfrm>
              <a:off x="348876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Fist</a:t>
              </a:r>
            </a:p>
          </p:txBody>
        </p:sp>
        <p:sp>
          <p:nvSpPr>
            <p:cNvPr id="1398" name="TextBox 1397">
              <a:extLst>
                <a:ext uri="{FF2B5EF4-FFF2-40B4-BE49-F238E27FC236}">
                  <a16:creationId xmlns:a16="http://schemas.microsoft.com/office/drawing/2014/main" id="{87BCD235-862B-39EC-2BA1-C6ACCBDBB5B3}"/>
                </a:ext>
              </a:extLst>
            </p:cNvPr>
            <p:cNvSpPr txBox="1"/>
            <p:nvPr/>
          </p:nvSpPr>
          <p:spPr>
            <a:xfrm>
              <a:off x="463175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Fork Knife</a:t>
              </a:r>
            </a:p>
          </p:txBody>
        </p: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F3CBF2BF-23D9-06D7-858C-A7C4E2582528}"/>
                </a:ext>
              </a:extLst>
            </p:cNvPr>
            <p:cNvSpPr txBox="1"/>
            <p:nvPr/>
          </p:nvSpPr>
          <p:spPr>
            <a:xfrm>
              <a:off x="425075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Forest</a:t>
              </a:r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B7D2756-B993-F8F6-00FA-B6D59B837967}"/>
                </a:ext>
              </a:extLst>
            </p:cNvPr>
            <p:cNvSpPr txBox="1"/>
            <p:nvPr/>
          </p:nvSpPr>
          <p:spPr>
            <a:xfrm>
              <a:off x="386976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Flower</a:t>
              </a:r>
            </a:p>
          </p:txBody>
        </p:sp>
        <p:sp>
          <p:nvSpPr>
            <p:cNvPr id="1421" name="TextBox 1420">
              <a:extLst>
                <a:ext uri="{FF2B5EF4-FFF2-40B4-BE49-F238E27FC236}">
                  <a16:creationId xmlns:a16="http://schemas.microsoft.com/office/drawing/2014/main" id="{B8E37C33-D41B-1492-BB84-BD4D13F33551}"/>
                </a:ext>
              </a:extLst>
            </p:cNvPr>
            <p:cNvSpPr txBox="1"/>
            <p:nvPr/>
          </p:nvSpPr>
          <p:spPr>
            <a:xfrm>
              <a:off x="501275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 Path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D9F7C6BC-1853-471F-96C8-A74EC9F25744}"/>
                </a:ext>
              </a:extLst>
            </p:cNvPr>
            <p:cNvSpPr txBox="1"/>
            <p:nvPr/>
          </p:nvSpPr>
          <p:spPr>
            <a:xfrm>
              <a:off x="539375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Games</a:t>
              </a:r>
            </a:p>
          </p:txBody>
        </p:sp>
        <p:sp>
          <p:nvSpPr>
            <p:cNvPr id="1467" name="TextBox 1466">
              <a:extLst>
                <a:ext uri="{FF2B5EF4-FFF2-40B4-BE49-F238E27FC236}">
                  <a16:creationId xmlns:a16="http://schemas.microsoft.com/office/drawing/2014/main" id="{492526B9-1AA0-618F-0807-A19B4088C13A}"/>
                </a:ext>
              </a:extLst>
            </p:cNvPr>
            <p:cNvSpPr txBox="1"/>
            <p:nvPr/>
          </p:nvSpPr>
          <p:spPr>
            <a:xfrm>
              <a:off x="577475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</a:t>
              </a:r>
            </a:p>
          </p:txBody>
        </p:sp>
        <p:sp>
          <p:nvSpPr>
            <p:cNvPr id="1513" name="TextBox 1512">
              <a:extLst>
                <a:ext uri="{FF2B5EF4-FFF2-40B4-BE49-F238E27FC236}">
                  <a16:creationId xmlns:a16="http://schemas.microsoft.com/office/drawing/2014/main" id="{1FAE3C36-A2C7-AFFF-8E85-713490D187E1}"/>
                </a:ext>
              </a:extLst>
            </p:cNvPr>
            <p:cNvSpPr txBox="1"/>
            <p:nvPr/>
          </p:nvSpPr>
          <p:spPr>
            <a:xfrm>
              <a:off x="6536753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Glasses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4E50B92C-0BF1-628E-5982-0D9CBA1F03A4}"/>
                </a:ext>
              </a:extLst>
            </p:cNvPr>
            <p:cNvSpPr txBox="1"/>
            <p:nvPr/>
          </p:nvSpPr>
          <p:spPr>
            <a:xfrm>
              <a:off x="767975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Phone</a:t>
              </a:r>
            </a:p>
          </p:txBody>
        </p:sp>
        <p:sp>
          <p:nvSpPr>
            <p:cNvPr id="1559" name="TextBox 1558">
              <a:extLst>
                <a:ext uri="{FF2B5EF4-FFF2-40B4-BE49-F238E27FC236}">
                  <a16:creationId xmlns:a16="http://schemas.microsoft.com/office/drawing/2014/main" id="{047A04AD-FDB1-8258-A4AA-AA544CC604DA}"/>
                </a:ext>
              </a:extLst>
            </p:cNvPr>
            <p:cNvSpPr txBox="1"/>
            <p:nvPr/>
          </p:nvSpPr>
          <p:spPr>
            <a:xfrm>
              <a:off x="729875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Network</a:t>
              </a: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15A01FD5-4C81-AC00-DF4C-D9A4E59A0C71}"/>
                </a:ext>
              </a:extLst>
            </p:cNvPr>
            <p:cNvSpPr txBox="1"/>
            <p:nvPr/>
          </p:nvSpPr>
          <p:spPr>
            <a:xfrm>
              <a:off x="806074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Plane</a:t>
              </a:r>
            </a:p>
          </p:txBody>
        </p:sp>
        <p:sp>
          <p:nvSpPr>
            <p:cNvPr id="1536" name="TextBox 1535">
              <a:extLst>
                <a:ext uri="{FF2B5EF4-FFF2-40B4-BE49-F238E27FC236}">
                  <a16:creationId xmlns:a16="http://schemas.microsoft.com/office/drawing/2014/main" id="{CD81EBEB-35EE-E858-4D7E-8BA13DCEEF6D}"/>
                </a:ext>
              </a:extLst>
            </p:cNvPr>
            <p:cNvSpPr txBox="1"/>
            <p:nvPr/>
          </p:nvSpPr>
          <p:spPr>
            <a:xfrm>
              <a:off x="6917752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</a:t>
              </a: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1A12EA34-B414-DB9C-2731-B22D18A20517}"/>
                </a:ext>
              </a:extLst>
            </p:cNvPr>
            <p:cNvSpPr txBox="1"/>
            <p:nvPr/>
          </p:nvSpPr>
          <p:spPr>
            <a:xfrm>
              <a:off x="615575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 Filled</a:t>
              </a:r>
            </a:p>
          </p:txBody>
        </p: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A8561721-5CB5-3C89-7021-B30680413913}"/>
                </a:ext>
              </a:extLst>
            </p:cNvPr>
            <p:cNvSpPr txBox="1"/>
            <p:nvPr/>
          </p:nvSpPr>
          <p:spPr>
            <a:xfrm>
              <a:off x="882274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Roaming</a:t>
              </a:r>
            </a:p>
          </p:txBody>
        </p:sp>
        <p:sp>
          <p:nvSpPr>
            <p:cNvPr id="1697" name="TextBox 1696">
              <a:extLst>
                <a:ext uri="{FF2B5EF4-FFF2-40B4-BE49-F238E27FC236}">
                  <a16:creationId xmlns:a16="http://schemas.microsoft.com/office/drawing/2014/main" id="{05F8C78C-AD6C-3D19-CC04-A13191603D92}"/>
                </a:ext>
              </a:extLst>
            </p:cNvPr>
            <p:cNvSpPr txBox="1"/>
            <p:nvPr/>
          </p:nvSpPr>
          <p:spPr>
            <a:xfrm>
              <a:off x="958474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F8A6AA56-B927-6D1E-0077-BFCC6150FA6E}"/>
                </a:ext>
              </a:extLst>
            </p:cNvPr>
            <p:cNvSpPr txBox="1"/>
            <p:nvPr/>
          </p:nvSpPr>
          <p:spPr>
            <a:xfrm>
              <a:off x="844174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E85B5CBF-63AE-7555-1D9F-C6F193365A91}"/>
                </a:ext>
              </a:extLst>
            </p:cNvPr>
            <p:cNvSpPr txBox="1"/>
            <p:nvPr/>
          </p:nvSpPr>
          <p:spPr>
            <a:xfrm>
              <a:off x="920374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</a:p>
          </p:txBody>
        </p:sp>
        <p:sp>
          <p:nvSpPr>
            <p:cNvPr id="1720" name="TextBox 1719">
              <a:extLst>
                <a:ext uri="{FF2B5EF4-FFF2-40B4-BE49-F238E27FC236}">
                  <a16:creationId xmlns:a16="http://schemas.microsoft.com/office/drawing/2014/main" id="{0EC21FB7-8AD6-896A-712F-390005152317}"/>
                </a:ext>
              </a:extLst>
            </p:cNvPr>
            <p:cNvSpPr txBox="1"/>
            <p:nvPr/>
          </p:nvSpPr>
          <p:spPr>
            <a:xfrm>
              <a:off x="996574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Stand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AEC464B3-016C-99AC-5CEE-736D931B374E}"/>
                </a:ext>
              </a:extLst>
            </p:cNvPr>
            <p:cNvSpPr txBox="1"/>
            <p:nvPr/>
          </p:nvSpPr>
          <p:spPr>
            <a:xfrm>
              <a:off x="10346743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Thermometer</a:t>
              </a: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EDCEA86E-2DEC-22A7-043F-CA8C5CB851EE}"/>
                </a:ext>
              </a:extLst>
            </p:cNvPr>
            <p:cNvSpPr txBox="1"/>
            <p:nvPr/>
          </p:nvSpPr>
          <p:spPr>
            <a:xfrm>
              <a:off x="11108738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Grid 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766" name="TextBox 1765">
              <a:extLst>
                <a:ext uri="{FF2B5EF4-FFF2-40B4-BE49-F238E27FC236}">
                  <a16:creationId xmlns:a16="http://schemas.microsoft.com/office/drawing/2014/main" id="{2FBEF4A1-E3E8-7673-059D-6FE57FFBADB3}"/>
                </a:ext>
              </a:extLst>
            </p:cNvPr>
            <p:cNvSpPr txBox="1"/>
            <p:nvPr/>
          </p:nvSpPr>
          <p:spPr>
            <a:xfrm>
              <a:off x="10727742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Graph Column</a:t>
              </a:r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C38063DF-430E-F5AA-9511-E3FA470C6AB3}"/>
              </a:ext>
            </a:extLst>
          </p:cNvPr>
          <p:cNvGrpSpPr/>
          <p:nvPr/>
        </p:nvGrpSpPr>
        <p:grpSpPr>
          <a:xfrm>
            <a:off x="3183332" y="5753507"/>
            <a:ext cx="8354442" cy="138738"/>
            <a:chOff x="3183332" y="5711764"/>
            <a:chExt cx="8354442" cy="138738"/>
          </a:xfrm>
        </p:grpSpPr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9F25C9B-3C83-D484-A657-B876026CED59}"/>
                </a:ext>
              </a:extLst>
            </p:cNvPr>
            <p:cNvSpPr txBox="1"/>
            <p:nvPr/>
          </p:nvSpPr>
          <p:spPr>
            <a:xfrm>
              <a:off x="3183332" y="5711764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Guitar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B538E04A-AACE-46DA-81FF-209215BBB20D}"/>
                </a:ext>
              </a:extLst>
            </p:cNvPr>
            <p:cNvSpPr txBox="1"/>
            <p:nvPr/>
          </p:nvSpPr>
          <p:spPr>
            <a:xfrm>
              <a:off x="348876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Bar </a:t>
              </a:r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B079A4AD-CBDC-4607-572D-18BF8E96A90C}"/>
                </a:ext>
              </a:extLst>
            </p:cNvPr>
            <p:cNvSpPr txBox="1"/>
            <p:nvPr/>
          </p:nvSpPr>
          <p:spPr>
            <a:xfrm>
              <a:off x="463175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 Stroke</a:t>
              </a:r>
            </a:p>
          </p:txBody>
        </p:sp>
        <p:sp>
          <p:nvSpPr>
            <p:cNvPr id="1376" name="TextBox 1375">
              <a:extLst>
                <a:ext uri="{FF2B5EF4-FFF2-40B4-BE49-F238E27FC236}">
                  <a16:creationId xmlns:a16="http://schemas.microsoft.com/office/drawing/2014/main" id="{DD50B725-4652-A75C-A4D6-9C92D4BBC65E}"/>
                </a:ext>
              </a:extLst>
            </p:cNvPr>
            <p:cNvSpPr txBox="1"/>
            <p:nvPr/>
          </p:nvSpPr>
          <p:spPr>
            <a:xfrm>
              <a:off x="425075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</a:t>
              </a: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DF8D72A5-1EDD-B3C6-C4F3-2FAE41071B71}"/>
                </a:ext>
              </a:extLst>
            </p:cNvPr>
            <p:cNvSpPr txBox="1"/>
            <p:nvPr/>
          </p:nvSpPr>
          <p:spPr>
            <a:xfrm>
              <a:off x="386976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Number One</a:t>
              </a:r>
            </a:p>
          </p:txBody>
        </p:sp>
        <p:sp>
          <p:nvSpPr>
            <p:cNvPr id="1422" name="TextBox 1421">
              <a:extLst>
                <a:ext uri="{FF2B5EF4-FFF2-40B4-BE49-F238E27FC236}">
                  <a16:creationId xmlns:a16="http://schemas.microsoft.com/office/drawing/2014/main" id="{94CA7CD5-A1FB-9F43-D2FE-74F938977F43}"/>
                </a:ext>
              </a:extLst>
            </p:cNvPr>
            <p:cNvSpPr txBox="1"/>
            <p:nvPr/>
          </p:nvSpPr>
          <p:spPr>
            <a:xfrm>
              <a:off x="501275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Handshake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DFDC7A9E-564C-4D12-7144-7395157058A3}"/>
                </a:ext>
              </a:extLst>
            </p:cNvPr>
            <p:cNvSpPr txBox="1"/>
            <p:nvPr/>
          </p:nvSpPr>
          <p:spPr>
            <a:xfrm>
              <a:off x="539375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Headphones</a:t>
              </a:r>
            </a:p>
          </p:txBody>
        </p:sp>
        <p:sp>
          <p:nvSpPr>
            <p:cNvPr id="1468" name="TextBox 1467">
              <a:extLst>
                <a:ext uri="{FF2B5EF4-FFF2-40B4-BE49-F238E27FC236}">
                  <a16:creationId xmlns:a16="http://schemas.microsoft.com/office/drawing/2014/main" id="{B6F3A682-FB58-C150-1B8E-4DE64AC4822C}"/>
                </a:ext>
              </a:extLst>
            </p:cNvPr>
            <p:cNvSpPr txBox="1"/>
            <p:nvPr/>
          </p:nvSpPr>
          <p:spPr>
            <a:xfrm>
              <a:off x="577475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Headset</a:t>
              </a:r>
            </a:p>
          </p:txBody>
        </p:sp>
        <p:sp>
          <p:nvSpPr>
            <p:cNvPr id="1514" name="TextBox 1513">
              <a:extLst>
                <a:ext uri="{FF2B5EF4-FFF2-40B4-BE49-F238E27FC236}">
                  <a16:creationId xmlns:a16="http://schemas.microsoft.com/office/drawing/2014/main" id="{54CB1253-4137-C00A-B609-6C60222DF0FE}"/>
                </a:ext>
              </a:extLst>
            </p:cNvPr>
            <p:cNvSpPr txBox="1"/>
            <p:nvPr/>
          </p:nvSpPr>
          <p:spPr>
            <a:xfrm>
              <a:off x="6536753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Add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5BB7D265-2C28-7E77-E2AC-518F4DD995AE}"/>
                </a:ext>
              </a:extLst>
            </p:cNvPr>
            <p:cNvSpPr txBox="1"/>
            <p:nvPr/>
          </p:nvSpPr>
          <p:spPr>
            <a:xfrm>
              <a:off x="767975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Filled</a:t>
              </a:r>
            </a:p>
          </p:txBody>
        </p:sp>
        <p:sp>
          <p:nvSpPr>
            <p:cNvPr id="1560" name="TextBox 1559">
              <a:extLst>
                <a:ext uri="{FF2B5EF4-FFF2-40B4-BE49-F238E27FC236}">
                  <a16:creationId xmlns:a16="http://schemas.microsoft.com/office/drawing/2014/main" id="{3B7125DF-76F3-6CD6-EA91-EBA55D58865B}"/>
                </a:ext>
              </a:extLst>
            </p:cNvPr>
            <p:cNvSpPr txBox="1"/>
            <p:nvPr/>
          </p:nvSpPr>
          <p:spPr>
            <a:xfrm>
              <a:off x="729875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</a:t>
              </a: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4F398797-B9C2-DF45-AC0A-2D89652F5DE2}"/>
                </a:ext>
              </a:extLst>
            </p:cNvPr>
            <p:cNvSpPr txBox="1"/>
            <p:nvPr/>
          </p:nvSpPr>
          <p:spPr>
            <a:xfrm>
              <a:off x="806074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Filled</a:t>
              </a:r>
            </a:p>
          </p:txBody>
        </p:sp>
        <p:sp>
          <p:nvSpPr>
            <p:cNvPr id="1537" name="TextBox 1536">
              <a:extLst>
                <a:ext uri="{FF2B5EF4-FFF2-40B4-BE49-F238E27FC236}">
                  <a16:creationId xmlns:a16="http://schemas.microsoft.com/office/drawing/2014/main" id="{715EB61C-49DE-95C0-3E24-59893F76D313}"/>
                </a:ext>
              </a:extLst>
            </p:cNvPr>
            <p:cNvSpPr txBox="1"/>
            <p:nvPr/>
          </p:nvSpPr>
          <p:spPr>
            <a:xfrm>
              <a:off x="6917752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Add Filled</a:t>
              </a: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B34AC87E-B952-50A9-7874-F1FF01A18210}"/>
                </a:ext>
              </a:extLst>
            </p:cNvPr>
            <p:cNvSpPr txBox="1"/>
            <p:nvPr/>
          </p:nvSpPr>
          <p:spPr>
            <a:xfrm>
              <a:off x="615575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</a:t>
              </a:r>
            </a:p>
          </p:txBody>
        </p:sp>
        <p:sp>
          <p:nvSpPr>
            <p:cNvPr id="1652" name="TextBox 1651">
              <a:extLst>
                <a:ext uri="{FF2B5EF4-FFF2-40B4-BE49-F238E27FC236}">
                  <a16:creationId xmlns:a16="http://schemas.microsoft.com/office/drawing/2014/main" id="{C69B6B5C-CBFA-044D-7925-B29AC72E0F64}"/>
                </a:ext>
              </a:extLst>
            </p:cNvPr>
            <p:cNvSpPr txBox="1"/>
            <p:nvPr/>
          </p:nvSpPr>
          <p:spPr>
            <a:xfrm>
              <a:off x="882274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Filled</a:t>
              </a:r>
            </a:p>
          </p:txBody>
        </p:sp>
        <p:sp>
          <p:nvSpPr>
            <p:cNvPr id="1698" name="TextBox 1697">
              <a:extLst>
                <a:ext uri="{FF2B5EF4-FFF2-40B4-BE49-F238E27FC236}">
                  <a16:creationId xmlns:a16="http://schemas.microsoft.com/office/drawing/2014/main" id="{FBD015F9-0B2C-FB84-9113-6BABE31381FC}"/>
                </a:ext>
              </a:extLst>
            </p:cNvPr>
            <p:cNvSpPr txBox="1"/>
            <p:nvPr/>
          </p:nvSpPr>
          <p:spPr>
            <a:xfrm>
              <a:off x="958474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DCF34B5F-F615-03B4-7C93-73EE6D61D09A}"/>
                </a:ext>
              </a:extLst>
            </p:cNvPr>
            <p:cNvSpPr txBox="1"/>
            <p:nvPr/>
          </p:nvSpPr>
          <p:spPr>
            <a:xfrm>
              <a:off x="844174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</a:t>
              </a: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6133B0E4-F57D-9A54-6257-17B9E74A96A6}"/>
                </a:ext>
              </a:extLst>
            </p:cNvPr>
            <p:cNvSpPr txBox="1"/>
            <p:nvPr/>
          </p:nvSpPr>
          <p:spPr>
            <a:xfrm>
              <a:off x="920374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Houses</a:t>
              </a:r>
            </a:p>
          </p:txBody>
        </p: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6E07EB6-D516-7EF5-E2E3-B18DA4D028EB}"/>
                </a:ext>
              </a:extLst>
            </p:cNvPr>
            <p:cNvSpPr txBox="1"/>
            <p:nvPr/>
          </p:nvSpPr>
          <p:spPr>
            <a:xfrm>
              <a:off x="996574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Ice Cream</a:t>
              </a: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D26F2AA6-A145-3516-5B05-15EC4966F3D4}"/>
                </a:ext>
              </a:extLst>
            </p:cNvPr>
            <p:cNvSpPr txBox="1"/>
            <p:nvPr/>
          </p:nvSpPr>
          <p:spPr>
            <a:xfrm>
              <a:off x="10346743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Infinity</a:t>
              </a: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29450E8-C6E0-91C0-37B4-41C8517D53DA}"/>
                </a:ext>
              </a:extLst>
            </p:cNvPr>
            <p:cNvSpPr txBox="1"/>
            <p:nvPr/>
          </p:nvSpPr>
          <p:spPr>
            <a:xfrm>
              <a:off x="11108738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 Filled</a:t>
              </a:r>
            </a:p>
          </p:txBody>
        </p:sp>
        <p:sp>
          <p:nvSpPr>
            <p:cNvPr id="1767" name="TextBox 1766">
              <a:extLst>
                <a:ext uri="{FF2B5EF4-FFF2-40B4-BE49-F238E27FC236}">
                  <a16:creationId xmlns:a16="http://schemas.microsoft.com/office/drawing/2014/main" id="{7D1AB5BA-A327-3FB4-36D5-368A531D81AA}"/>
                </a:ext>
              </a:extLst>
            </p:cNvPr>
            <p:cNvSpPr txBox="1"/>
            <p:nvPr/>
          </p:nvSpPr>
          <p:spPr>
            <a:xfrm>
              <a:off x="10727742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804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4014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796" name="Graphic 1795">
            <a:extLst>
              <a:ext uri="{FF2B5EF4-FFF2-40B4-BE49-F238E27FC236}">
                <a16:creationId xmlns:a16="http://schemas.microsoft.com/office/drawing/2014/main" id="{6C6B978D-CD59-5457-FBE3-1C7A17DF16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40144" y="2540349"/>
            <a:ext cx="168950" cy="168950"/>
          </a:xfrm>
          <a:prstGeom prst="rect">
            <a:avLst/>
          </a:prstGeom>
        </p:spPr>
      </p:pic>
      <p:pic>
        <p:nvPicPr>
          <p:cNvPr id="1797" name="Graphic 1796">
            <a:extLst>
              <a:ext uri="{FF2B5EF4-FFF2-40B4-BE49-F238E27FC236}">
                <a16:creationId xmlns:a16="http://schemas.microsoft.com/office/drawing/2014/main" id="{0E01028C-71BC-3C11-6FAB-D55206F9FC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618804" y="2540349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761801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4380802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99803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2800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523799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904798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66796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14785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47795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285797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3618804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761801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4380802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999803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142800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523799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904798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666796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809793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428794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8190792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047795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285797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952790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9714788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571791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9333789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0095787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0476786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857785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47B82429-508D-D10D-2D9A-C0C84D280FC1}"/>
              </a:ext>
            </a:extLst>
          </p:cNvPr>
          <p:cNvGrpSpPr/>
          <p:nvPr/>
        </p:nvGrpSpPr>
        <p:grpSpPr>
          <a:xfrm>
            <a:off x="3240144" y="5129253"/>
            <a:ext cx="8167587" cy="168950"/>
            <a:chOff x="3240144" y="5040626"/>
            <a:chExt cx="8167587" cy="168950"/>
          </a:xfrm>
        </p:grpSpPr>
        <p:pic>
          <p:nvPicPr>
            <p:cNvPr id="1881" name="Graphic 1880">
              <a:extLst>
                <a:ext uri="{FF2B5EF4-FFF2-40B4-BE49-F238E27FC236}">
                  <a16:creationId xmlns:a16="http://schemas.microsoft.com/office/drawing/2014/main" id="{B4E2DE0B-FF17-EFA9-B672-B20E8CAA63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40144" y="5040626"/>
              <a:ext cx="168950" cy="168950"/>
            </a:xfrm>
            <a:prstGeom prst="rect">
              <a:avLst/>
            </a:prstGeom>
          </p:spPr>
        </p:pic>
        <p:pic>
          <p:nvPicPr>
            <p:cNvPr id="1882" name="Graphic 1881">
              <a:extLst>
                <a:ext uri="{FF2B5EF4-FFF2-40B4-BE49-F238E27FC236}">
                  <a16:creationId xmlns:a16="http://schemas.microsoft.com/office/drawing/2014/main" id="{49C35D3D-41F5-4656-5023-087789A9F76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3618804" y="5040626"/>
              <a:ext cx="168950" cy="168950"/>
            </a:xfrm>
            <a:prstGeom prst="rect">
              <a:avLst/>
            </a:prstGeom>
          </p:spPr>
        </p:pic>
        <p:pic>
          <p:nvPicPr>
            <p:cNvPr id="1885" name="Graphic 1884">
              <a:extLst>
                <a:ext uri="{FF2B5EF4-FFF2-40B4-BE49-F238E27FC236}">
                  <a16:creationId xmlns:a16="http://schemas.microsoft.com/office/drawing/2014/main" id="{8588CA7F-6943-4C1E-2FA7-417FDE2C3C3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4761801" y="5040626"/>
              <a:ext cx="168950" cy="168950"/>
            </a:xfrm>
            <a:prstGeom prst="rect">
              <a:avLst/>
            </a:prstGeom>
          </p:spPr>
        </p:pic>
        <p:pic>
          <p:nvPicPr>
            <p:cNvPr id="1884" name="Graphic 1883">
              <a:extLst>
                <a:ext uri="{FF2B5EF4-FFF2-40B4-BE49-F238E27FC236}">
                  <a16:creationId xmlns:a16="http://schemas.microsoft.com/office/drawing/2014/main" id="{8D318439-DC29-46C2-D8FD-B637F7E79EF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4380802" y="5040626"/>
              <a:ext cx="168950" cy="168950"/>
            </a:xfrm>
            <a:prstGeom prst="rect">
              <a:avLst/>
            </a:prstGeom>
          </p:spPr>
        </p:pic>
        <p:pic>
          <p:nvPicPr>
            <p:cNvPr id="1883" name="Graphic 1882">
              <a:extLst>
                <a:ext uri="{FF2B5EF4-FFF2-40B4-BE49-F238E27FC236}">
                  <a16:creationId xmlns:a16="http://schemas.microsoft.com/office/drawing/2014/main" id="{A96941E1-8CD9-AE51-F69D-9018E428EF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3999803" y="5040626"/>
              <a:ext cx="168950" cy="168950"/>
            </a:xfrm>
            <a:prstGeom prst="rect">
              <a:avLst/>
            </a:prstGeom>
          </p:spPr>
        </p:pic>
        <p:pic>
          <p:nvPicPr>
            <p:cNvPr id="1886" name="Graphic 1885">
              <a:extLst>
                <a:ext uri="{FF2B5EF4-FFF2-40B4-BE49-F238E27FC236}">
                  <a16:creationId xmlns:a16="http://schemas.microsoft.com/office/drawing/2014/main" id="{35D72791-D850-8932-78EE-912F9877C3A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5142800" y="5040626"/>
              <a:ext cx="168950" cy="168950"/>
            </a:xfrm>
            <a:prstGeom prst="rect">
              <a:avLst/>
            </a:prstGeom>
          </p:spPr>
        </p:pic>
        <p:pic>
          <p:nvPicPr>
            <p:cNvPr id="1887" name="Graphic 1886">
              <a:extLst>
                <a:ext uri="{FF2B5EF4-FFF2-40B4-BE49-F238E27FC236}">
                  <a16:creationId xmlns:a16="http://schemas.microsoft.com/office/drawing/2014/main" id="{FF24FC0B-A6C5-3F37-FB08-80F5D87E00B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523799" y="5040626"/>
              <a:ext cx="168950" cy="168950"/>
            </a:xfrm>
            <a:prstGeom prst="rect">
              <a:avLst/>
            </a:prstGeom>
          </p:spPr>
        </p:pic>
        <p:pic>
          <p:nvPicPr>
            <p:cNvPr id="1889" name="Graphic 1888">
              <a:extLst>
                <a:ext uri="{FF2B5EF4-FFF2-40B4-BE49-F238E27FC236}">
                  <a16:creationId xmlns:a16="http://schemas.microsoft.com/office/drawing/2014/main" id="{233C50B5-F573-7DB1-2783-54065933A6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5904798" y="5040626"/>
              <a:ext cx="168950" cy="168950"/>
            </a:xfrm>
            <a:prstGeom prst="rect">
              <a:avLst/>
            </a:prstGeom>
          </p:spPr>
        </p:pic>
        <p:pic>
          <p:nvPicPr>
            <p:cNvPr id="1890" name="Graphic 1889">
              <a:extLst>
                <a:ext uri="{FF2B5EF4-FFF2-40B4-BE49-F238E27FC236}">
                  <a16:creationId xmlns:a16="http://schemas.microsoft.com/office/drawing/2014/main" id="{2707779D-1A42-6E1C-B4D3-ABF138734C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666796" y="5040626"/>
              <a:ext cx="168950" cy="168950"/>
            </a:xfrm>
            <a:prstGeom prst="rect">
              <a:avLst/>
            </a:prstGeom>
          </p:spPr>
        </p:pic>
        <p:pic>
          <p:nvPicPr>
            <p:cNvPr id="1892" name="Graphic 1891">
              <a:extLst>
                <a:ext uri="{FF2B5EF4-FFF2-40B4-BE49-F238E27FC236}">
                  <a16:creationId xmlns:a16="http://schemas.microsoft.com/office/drawing/2014/main" id="{D26EDAE3-4D6E-9DCC-8B0D-22645E95BEE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7809793" y="5040626"/>
              <a:ext cx="168950" cy="168950"/>
            </a:xfrm>
            <a:prstGeom prst="rect">
              <a:avLst/>
            </a:prstGeom>
          </p:spPr>
        </p:pic>
        <p:pic>
          <p:nvPicPr>
            <p:cNvPr id="1891" name="Graphic 1890">
              <a:extLst>
                <a:ext uri="{FF2B5EF4-FFF2-40B4-BE49-F238E27FC236}">
                  <a16:creationId xmlns:a16="http://schemas.microsoft.com/office/drawing/2014/main" id="{04FD4886-746B-7CCC-1B33-4521A9372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7428794" y="5040626"/>
              <a:ext cx="168950" cy="168950"/>
            </a:xfrm>
            <a:prstGeom prst="rect">
              <a:avLst/>
            </a:prstGeom>
          </p:spPr>
        </p:pic>
        <p:pic>
          <p:nvPicPr>
            <p:cNvPr id="1893" name="Graphic 1892">
              <a:extLst>
                <a:ext uri="{FF2B5EF4-FFF2-40B4-BE49-F238E27FC236}">
                  <a16:creationId xmlns:a16="http://schemas.microsoft.com/office/drawing/2014/main" id="{2555E5C2-9738-C0C5-5191-07AD92D842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8190792" y="5040626"/>
              <a:ext cx="168950" cy="168950"/>
            </a:xfrm>
            <a:prstGeom prst="rect">
              <a:avLst/>
            </a:prstGeom>
          </p:spPr>
        </p:pic>
        <p:pic>
          <p:nvPicPr>
            <p:cNvPr id="1900" name="Graphic 1899">
              <a:extLst>
                <a:ext uri="{FF2B5EF4-FFF2-40B4-BE49-F238E27FC236}">
                  <a16:creationId xmlns:a16="http://schemas.microsoft.com/office/drawing/2014/main" id="{42421DA5-0AA5-9313-EF0B-379D48C216C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7047795" y="5040626"/>
              <a:ext cx="168950" cy="168950"/>
            </a:xfrm>
            <a:prstGeom prst="rect">
              <a:avLst/>
            </a:prstGeom>
          </p:spPr>
        </p:pic>
        <p:pic>
          <p:nvPicPr>
            <p:cNvPr id="1888" name="Graphic 1887">
              <a:extLst>
                <a:ext uri="{FF2B5EF4-FFF2-40B4-BE49-F238E27FC236}">
                  <a16:creationId xmlns:a16="http://schemas.microsoft.com/office/drawing/2014/main" id="{ADACFC42-29D3-F566-A1B5-3E00E067AEB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285797" y="5040626"/>
              <a:ext cx="168950" cy="168950"/>
            </a:xfrm>
            <a:prstGeom prst="rect">
              <a:avLst/>
            </a:prstGeom>
          </p:spPr>
        </p:pic>
        <p:pic>
          <p:nvPicPr>
            <p:cNvPr id="1895" name="Graphic 1894">
              <a:extLst>
                <a:ext uri="{FF2B5EF4-FFF2-40B4-BE49-F238E27FC236}">
                  <a16:creationId xmlns:a16="http://schemas.microsoft.com/office/drawing/2014/main" id="{31CCBC2F-9B8F-C5FC-4E79-D350A6B533A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952790" y="5040626"/>
              <a:ext cx="168950" cy="168950"/>
            </a:xfrm>
            <a:prstGeom prst="rect">
              <a:avLst/>
            </a:prstGeom>
          </p:spPr>
        </p:pic>
        <p:pic>
          <p:nvPicPr>
            <p:cNvPr id="1896" name="Graphic 1895">
              <a:extLst>
                <a:ext uri="{FF2B5EF4-FFF2-40B4-BE49-F238E27FC236}">
                  <a16:creationId xmlns:a16="http://schemas.microsoft.com/office/drawing/2014/main" id="{AE2B3065-1883-D656-F956-A2683F7304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9714788" y="5040626"/>
              <a:ext cx="168950" cy="168950"/>
            </a:xfrm>
            <a:prstGeom prst="rect">
              <a:avLst/>
            </a:prstGeom>
          </p:spPr>
        </p:pic>
        <p:pic>
          <p:nvPicPr>
            <p:cNvPr id="1894" name="Graphic 1893">
              <a:extLst>
                <a:ext uri="{FF2B5EF4-FFF2-40B4-BE49-F238E27FC236}">
                  <a16:creationId xmlns:a16="http://schemas.microsoft.com/office/drawing/2014/main" id="{4DF59A93-4548-B588-A58E-ACABC7BAF95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571791" y="5040626"/>
              <a:ext cx="168950" cy="168950"/>
            </a:xfrm>
            <a:prstGeom prst="rect">
              <a:avLst/>
            </a:prstGeom>
          </p:spPr>
        </p:pic>
        <p:pic>
          <p:nvPicPr>
            <p:cNvPr id="1897" name="Graphic 1896">
              <a:extLst>
                <a:ext uri="{FF2B5EF4-FFF2-40B4-BE49-F238E27FC236}">
                  <a16:creationId xmlns:a16="http://schemas.microsoft.com/office/drawing/2014/main" id="{8104141F-E2F7-74A3-217D-82EF472FBF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333789" y="5040626"/>
              <a:ext cx="168950" cy="168950"/>
            </a:xfrm>
            <a:prstGeom prst="rect">
              <a:avLst/>
            </a:prstGeom>
          </p:spPr>
        </p:pic>
        <p:pic>
          <p:nvPicPr>
            <p:cNvPr id="1898" name="Graphic 1897">
              <a:extLst>
                <a:ext uri="{FF2B5EF4-FFF2-40B4-BE49-F238E27FC236}">
                  <a16:creationId xmlns:a16="http://schemas.microsoft.com/office/drawing/2014/main" id="{60517592-1072-C364-9D89-3616C97E61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10095787" y="5040626"/>
              <a:ext cx="168950" cy="168950"/>
            </a:xfrm>
            <a:prstGeom prst="rect">
              <a:avLst/>
            </a:prstGeom>
          </p:spPr>
        </p:pic>
        <p:pic>
          <p:nvPicPr>
            <p:cNvPr id="1899" name="Graphic 1898">
              <a:extLst>
                <a:ext uri="{FF2B5EF4-FFF2-40B4-BE49-F238E27FC236}">
                  <a16:creationId xmlns:a16="http://schemas.microsoft.com/office/drawing/2014/main" id="{64579355-3BDE-8BF9-6A39-EF9FE269C3C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476786" y="5040626"/>
              <a:ext cx="168950" cy="168950"/>
            </a:xfrm>
            <a:prstGeom prst="rect">
              <a:avLst/>
            </a:prstGeom>
          </p:spPr>
        </p:pic>
        <p:pic>
          <p:nvPicPr>
            <p:cNvPr id="1902" name="Graphic 1901">
              <a:extLst>
                <a:ext uri="{FF2B5EF4-FFF2-40B4-BE49-F238E27FC236}">
                  <a16:creationId xmlns:a16="http://schemas.microsoft.com/office/drawing/2014/main" id="{08D92473-3016-F319-FA35-737C497861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11238781" y="5040626"/>
              <a:ext cx="168950" cy="168950"/>
            </a:xfrm>
            <a:prstGeom prst="rect">
              <a:avLst/>
            </a:prstGeom>
          </p:spPr>
        </p:pic>
        <p:pic>
          <p:nvPicPr>
            <p:cNvPr id="1901" name="Graphic 1900">
              <a:extLst>
                <a:ext uri="{FF2B5EF4-FFF2-40B4-BE49-F238E27FC236}">
                  <a16:creationId xmlns:a16="http://schemas.microsoft.com/office/drawing/2014/main" id="{C863330F-E92A-62B4-F6AB-5B87903DAF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857785" y="5040626"/>
              <a:ext cx="168950" cy="168950"/>
            </a:xfrm>
            <a:prstGeom prst="rect">
              <a:avLst/>
            </a:prstGeom>
          </p:spPr>
        </p:pic>
      </p:grpSp>
      <p:grpSp>
        <p:nvGrpSpPr>
          <p:cNvPr id="1548" name="Group 1547">
            <a:extLst>
              <a:ext uri="{FF2B5EF4-FFF2-40B4-BE49-F238E27FC236}">
                <a16:creationId xmlns:a16="http://schemas.microsoft.com/office/drawing/2014/main" id="{67F7C59E-D7C1-8521-AC3D-DAA4DE405ED3}"/>
              </a:ext>
            </a:extLst>
          </p:cNvPr>
          <p:cNvGrpSpPr/>
          <p:nvPr/>
        </p:nvGrpSpPr>
        <p:grpSpPr>
          <a:xfrm>
            <a:off x="3240144" y="5559392"/>
            <a:ext cx="8167587" cy="168950"/>
            <a:chOff x="3240144" y="5481300"/>
            <a:chExt cx="8167587" cy="168950"/>
          </a:xfrm>
        </p:grpSpPr>
        <p:pic>
          <p:nvPicPr>
            <p:cNvPr id="1903" name="Graphic 1902">
              <a:extLst>
                <a:ext uri="{FF2B5EF4-FFF2-40B4-BE49-F238E27FC236}">
                  <a16:creationId xmlns:a16="http://schemas.microsoft.com/office/drawing/2014/main" id="{66F486EC-A0EB-5FBC-BDD7-4E15F28377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3240144" y="5481300"/>
              <a:ext cx="168950" cy="168950"/>
            </a:xfrm>
            <a:prstGeom prst="rect">
              <a:avLst/>
            </a:prstGeom>
          </p:spPr>
        </p:pic>
        <p:pic>
          <p:nvPicPr>
            <p:cNvPr id="1904" name="Graphic 1903">
              <a:extLst>
                <a:ext uri="{FF2B5EF4-FFF2-40B4-BE49-F238E27FC236}">
                  <a16:creationId xmlns:a16="http://schemas.microsoft.com/office/drawing/2014/main" id="{F045B07E-5844-7B69-79C3-B4BFAA62F1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3618804" y="5481300"/>
              <a:ext cx="168950" cy="168950"/>
            </a:xfrm>
            <a:prstGeom prst="rect">
              <a:avLst/>
            </a:prstGeom>
          </p:spPr>
        </p:pic>
        <p:pic>
          <p:nvPicPr>
            <p:cNvPr id="1905" name="Graphic 1904">
              <a:extLst>
                <a:ext uri="{FF2B5EF4-FFF2-40B4-BE49-F238E27FC236}">
                  <a16:creationId xmlns:a16="http://schemas.microsoft.com/office/drawing/2014/main" id="{5E196FC9-CDFB-4F64-C816-9FBC2E8416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4761801" y="5481300"/>
              <a:ext cx="168950" cy="168950"/>
            </a:xfrm>
            <a:prstGeom prst="rect">
              <a:avLst/>
            </a:prstGeom>
          </p:spPr>
        </p:pic>
        <p:pic>
          <p:nvPicPr>
            <p:cNvPr id="1906" name="Graphic 1905">
              <a:extLst>
                <a:ext uri="{FF2B5EF4-FFF2-40B4-BE49-F238E27FC236}">
                  <a16:creationId xmlns:a16="http://schemas.microsoft.com/office/drawing/2014/main" id="{EFF0B6E2-2609-A62F-329C-CF3408F00C4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4380802" y="5481300"/>
              <a:ext cx="168950" cy="168950"/>
            </a:xfrm>
            <a:prstGeom prst="rect">
              <a:avLst/>
            </a:prstGeom>
          </p:spPr>
        </p:pic>
        <p:pic>
          <p:nvPicPr>
            <p:cNvPr id="1907" name="Graphic 1906">
              <a:extLst>
                <a:ext uri="{FF2B5EF4-FFF2-40B4-BE49-F238E27FC236}">
                  <a16:creationId xmlns:a16="http://schemas.microsoft.com/office/drawing/2014/main" id="{95D2C3AD-BAF6-731C-9A90-0E4C9B46B2B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3999803" y="5481300"/>
              <a:ext cx="168950" cy="168950"/>
            </a:xfrm>
            <a:prstGeom prst="rect">
              <a:avLst/>
            </a:prstGeom>
          </p:spPr>
        </p:pic>
        <p:pic>
          <p:nvPicPr>
            <p:cNvPr id="1908" name="Graphic 1907">
              <a:extLst>
                <a:ext uri="{FF2B5EF4-FFF2-40B4-BE49-F238E27FC236}">
                  <a16:creationId xmlns:a16="http://schemas.microsoft.com/office/drawing/2014/main" id="{EE99EA7A-5715-B08E-BDC3-F84C20D64D1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142800" y="5481300"/>
              <a:ext cx="168950" cy="168950"/>
            </a:xfrm>
            <a:prstGeom prst="rect">
              <a:avLst/>
            </a:prstGeom>
          </p:spPr>
        </p:pic>
        <p:pic>
          <p:nvPicPr>
            <p:cNvPr id="1909" name="Graphic 1908">
              <a:extLst>
                <a:ext uri="{FF2B5EF4-FFF2-40B4-BE49-F238E27FC236}">
                  <a16:creationId xmlns:a16="http://schemas.microsoft.com/office/drawing/2014/main" id="{80086D73-91DD-F583-C268-7A3C84CE03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5523799" y="5481300"/>
              <a:ext cx="168950" cy="168950"/>
            </a:xfrm>
            <a:prstGeom prst="rect">
              <a:avLst/>
            </a:prstGeom>
          </p:spPr>
        </p:pic>
        <p:pic>
          <p:nvPicPr>
            <p:cNvPr id="1910" name="Graphic 1909">
              <a:extLst>
                <a:ext uri="{FF2B5EF4-FFF2-40B4-BE49-F238E27FC236}">
                  <a16:creationId xmlns:a16="http://schemas.microsoft.com/office/drawing/2014/main" id="{60F583AE-F666-8C3F-AC5F-6EA16A4ADC1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904798" y="5481300"/>
              <a:ext cx="168950" cy="168950"/>
            </a:xfrm>
            <a:prstGeom prst="rect">
              <a:avLst/>
            </a:prstGeom>
          </p:spPr>
        </p:pic>
        <p:pic>
          <p:nvPicPr>
            <p:cNvPr id="1911" name="Graphic 1910">
              <a:extLst>
                <a:ext uri="{FF2B5EF4-FFF2-40B4-BE49-F238E27FC236}">
                  <a16:creationId xmlns:a16="http://schemas.microsoft.com/office/drawing/2014/main" id="{54B4ED30-3EDD-14EE-AAF4-D698393DD1B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6666796" y="5481300"/>
              <a:ext cx="168950" cy="168950"/>
            </a:xfrm>
            <a:prstGeom prst="rect">
              <a:avLst/>
            </a:prstGeom>
          </p:spPr>
        </p:pic>
        <p:pic>
          <p:nvPicPr>
            <p:cNvPr id="1912" name="Graphic 1911">
              <a:extLst>
                <a:ext uri="{FF2B5EF4-FFF2-40B4-BE49-F238E27FC236}">
                  <a16:creationId xmlns:a16="http://schemas.microsoft.com/office/drawing/2014/main" id="{FFA7C94A-31F2-2507-B0A0-E87D75755A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7809793" y="5481300"/>
              <a:ext cx="168950" cy="168950"/>
            </a:xfrm>
            <a:prstGeom prst="rect">
              <a:avLst/>
            </a:prstGeom>
          </p:spPr>
        </p:pic>
        <p:pic>
          <p:nvPicPr>
            <p:cNvPr id="1913" name="Graphic 1912">
              <a:extLst>
                <a:ext uri="{FF2B5EF4-FFF2-40B4-BE49-F238E27FC236}">
                  <a16:creationId xmlns:a16="http://schemas.microsoft.com/office/drawing/2014/main" id="{CC46C9E5-C969-ECAA-70C8-F76364BB0F6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7428794" y="5481300"/>
              <a:ext cx="168950" cy="168950"/>
            </a:xfrm>
            <a:prstGeom prst="rect">
              <a:avLst/>
            </a:prstGeom>
          </p:spPr>
        </p:pic>
        <p:pic>
          <p:nvPicPr>
            <p:cNvPr id="1914" name="Graphic 1913">
              <a:extLst>
                <a:ext uri="{FF2B5EF4-FFF2-40B4-BE49-F238E27FC236}">
                  <a16:creationId xmlns:a16="http://schemas.microsoft.com/office/drawing/2014/main" id="{ADA2DD37-0221-5981-9A0B-8212362E0F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190792" y="5481300"/>
              <a:ext cx="168950" cy="168950"/>
            </a:xfrm>
            <a:prstGeom prst="rect">
              <a:avLst/>
            </a:prstGeom>
          </p:spPr>
        </p:pic>
        <p:pic>
          <p:nvPicPr>
            <p:cNvPr id="1915" name="Graphic 1914">
              <a:extLst>
                <a:ext uri="{FF2B5EF4-FFF2-40B4-BE49-F238E27FC236}">
                  <a16:creationId xmlns:a16="http://schemas.microsoft.com/office/drawing/2014/main" id="{8012046E-B76E-A53E-A014-A414E59E3EC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47795" y="5481300"/>
              <a:ext cx="168950" cy="168950"/>
            </a:xfrm>
            <a:prstGeom prst="rect">
              <a:avLst/>
            </a:prstGeom>
          </p:spPr>
        </p:pic>
        <p:pic>
          <p:nvPicPr>
            <p:cNvPr id="1916" name="Graphic 1915">
              <a:extLst>
                <a:ext uri="{FF2B5EF4-FFF2-40B4-BE49-F238E27FC236}">
                  <a16:creationId xmlns:a16="http://schemas.microsoft.com/office/drawing/2014/main" id="{1727266D-EF76-802B-C2DA-8B7BA233FA9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6285797" y="5481300"/>
              <a:ext cx="168950" cy="168950"/>
            </a:xfrm>
            <a:prstGeom prst="rect">
              <a:avLst/>
            </a:prstGeom>
          </p:spPr>
        </p:pic>
        <p:pic>
          <p:nvPicPr>
            <p:cNvPr id="1917" name="Graphic 1916">
              <a:extLst>
                <a:ext uri="{FF2B5EF4-FFF2-40B4-BE49-F238E27FC236}">
                  <a16:creationId xmlns:a16="http://schemas.microsoft.com/office/drawing/2014/main" id="{1362306C-EF91-9108-71C3-B0675710CE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952790" y="5481300"/>
              <a:ext cx="168950" cy="168950"/>
            </a:xfrm>
            <a:prstGeom prst="rect">
              <a:avLst/>
            </a:prstGeom>
          </p:spPr>
        </p:pic>
        <p:pic>
          <p:nvPicPr>
            <p:cNvPr id="1918" name="Graphic 1917">
              <a:extLst>
                <a:ext uri="{FF2B5EF4-FFF2-40B4-BE49-F238E27FC236}">
                  <a16:creationId xmlns:a16="http://schemas.microsoft.com/office/drawing/2014/main" id="{DD89E7C2-AE09-5A34-D829-6D5EBF3975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9714788" y="5481300"/>
              <a:ext cx="168950" cy="168950"/>
            </a:xfrm>
            <a:prstGeom prst="rect">
              <a:avLst/>
            </a:prstGeom>
          </p:spPr>
        </p:pic>
        <p:pic>
          <p:nvPicPr>
            <p:cNvPr id="1919" name="Graphic 1918">
              <a:extLst>
                <a:ext uri="{FF2B5EF4-FFF2-40B4-BE49-F238E27FC236}">
                  <a16:creationId xmlns:a16="http://schemas.microsoft.com/office/drawing/2014/main" id="{A4DEEB14-E0E9-2154-2B32-E5D6A0FA32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571791" y="5481300"/>
              <a:ext cx="168950" cy="168950"/>
            </a:xfrm>
            <a:prstGeom prst="rect">
              <a:avLst/>
            </a:prstGeom>
          </p:spPr>
        </p:pic>
        <p:pic>
          <p:nvPicPr>
            <p:cNvPr id="1472" name="Graphic 1471">
              <a:extLst>
                <a:ext uri="{FF2B5EF4-FFF2-40B4-BE49-F238E27FC236}">
                  <a16:creationId xmlns:a16="http://schemas.microsoft.com/office/drawing/2014/main" id="{74A711B1-0468-013F-A669-CDA628392D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9333789" y="5481300"/>
              <a:ext cx="168950" cy="168950"/>
            </a:xfrm>
            <a:prstGeom prst="rect">
              <a:avLst/>
            </a:prstGeom>
          </p:spPr>
        </p:pic>
        <p:pic>
          <p:nvPicPr>
            <p:cNvPr id="1473" name="Graphic 1472">
              <a:extLst>
                <a:ext uri="{FF2B5EF4-FFF2-40B4-BE49-F238E27FC236}">
                  <a16:creationId xmlns:a16="http://schemas.microsoft.com/office/drawing/2014/main" id="{B1B0EF28-B61F-DF1C-A926-D1F80243641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10095787" y="5481300"/>
              <a:ext cx="168950" cy="168950"/>
            </a:xfrm>
            <a:prstGeom prst="rect">
              <a:avLst/>
            </a:prstGeom>
          </p:spPr>
        </p:pic>
        <p:pic>
          <p:nvPicPr>
            <p:cNvPr id="1474" name="Graphic 1473">
              <a:extLst>
                <a:ext uri="{FF2B5EF4-FFF2-40B4-BE49-F238E27FC236}">
                  <a16:creationId xmlns:a16="http://schemas.microsoft.com/office/drawing/2014/main" id="{63A5811D-147D-6F5D-4666-8BA15235D4E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10476786" y="5481300"/>
              <a:ext cx="168950" cy="168950"/>
            </a:xfrm>
            <a:prstGeom prst="rect">
              <a:avLst/>
            </a:prstGeom>
          </p:spPr>
        </p:pic>
        <p:pic>
          <p:nvPicPr>
            <p:cNvPr id="1475" name="Graphic 1474">
              <a:extLst>
                <a:ext uri="{FF2B5EF4-FFF2-40B4-BE49-F238E27FC236}">
                  <a16:creationId xmlns:a16="http://schemas.microsoft.com/office/drawing/2014/main" id="{5755030A-093F-ABBE-FA4D-7982745CF06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11238781" y="5481300"/>
              <a:ext cx="168950" cy="168950"/>
            </a:xfrm>
            <a:prstGeom prst="rect">
              <a:avLst/>
            </a:prstGeom>
          </p:spPr>
        </p:pic>
        <p:pic>
          <p:nvPicPr>
            <p:cNvPr id="1476" name="Graphic 1475">
              <a:extLst>
                <a:ext uri="{FF2B5EF4-FFF2-40B4-BE49-F238E27FC236}">
                  <a16:creationId xmlns:a16="http://schemas.microsoft.com/office/drawing/2014/main" id="{4A21CF7F-C3C8-68D5-03B8-46FF0BA0981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857785" y="5481300"/>
              <a:ext cx="168950" cy="168950"/>
            </a:xfrm>
            <a:prstGeom prst="rect">
              <a:avLst/>
            </a:prstGeom>
          </p:spPr>
        </p:pic>
      </p:grpSp>
      <p:pic>
        <p:nvPicPr>
          <p:cNvPr id="1810" name="Graphic 1809">
            <a:extLst>
              <a:ext uri="{FF2B5EF4-FFF2-40B4-BE49-F238E27FC236}">
                <a16:creationId xmlns:a16="http://schemas.microsoft.com/office/drawing/2014/main" id="{2AC4984B-5681-5C54-7D72-9B293D3416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324014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2A4523-42A2-719A-B837-80D8A7FA2B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1812" name="Graphic 1811">
            <a:extLst>
              <a:ext uri="{FF2B5EF4-FFF2-40B4-BE49-F238E27FC236}">
                <a16:creationId xmlns:a16="http://schemas.microsoft.com/office/drawing/2014/main" id="{6757EAEC-CD82-3761-DC08-AB9462D373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477" name="Graphic 1476">
            <a:extLst>
              <a:ext uri="{FF2B5EF4-FFF2-40B4-BE49-F238E27FC236}">
                <a16:creationId xmlns:a16="http://schemas.microsoft.com/office/drawing/2014/main" id="{476350C6-B36E-9BBD-3149-8BCEF0C9E1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478" name="Graphic 1477">
            <a:extLst>
              <a:ext uri="{FF2B5EF4-FFF2-40B4-BE49-F238E27FC236}">
                <a16:creationId xmlns:a16="http://schemas.microsoft.com/office/drawing/2014/main" id="{E97E3CAF-AB9A-1716-9A9F-13907AD91EC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7424771" y="2109944"/>
            <a:ext cx="168950" cy="1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5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848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E7FA63B-30F9-93BF-3269-531F9BE248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031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3848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3477CB-E22A-9D16-20E7-E839419420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7428794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A6A58BF-0EE1-9690-B120-976C74EA24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4001584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620585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239586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4382583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763582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5144581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5906579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6283139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5525580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20" name="Graphic 1819">
            <a:extLst>
              <a:ext uri="{FF2B5EF4-FFF2-40B4-BE49-F238E27FC236}">
                <a16:creationId xmlns:a16="http://schemas.microsoft.com/office/drawing/2014/main" id="{E189FA45-2C9D-D37E-8C34-94CEEA85DD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14788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1" name="Graphic 1830">
            <a:extLst>
              <a:ext uri="{FF2B5EF4-FFF2-40B4-BE49-F238E27FC236}">
                <a16:creationId xmlns:a16="http://schemas.microsoft.com/office/drawing/2014/main" id="{106E56D3-09C0-A1CD-869E-EA2F6A74AA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3621031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763692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4382805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4001918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5144579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5525466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5906353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6668127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7810788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7429901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191675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7049014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6287240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953449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9715223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572562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9334336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10096110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10476997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10857884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pic>
        <p:nvPicPr>
          <p:cNvPr id="1882" name="Graphic 1881">
            <a:extLst>
              <a:ext uri="{FF2B5EF4-FFF2-40B4-BE49-F238E27FC236}">
                <a16:creationId xmlns:a16="http://schemas.microsoft.com/office/drawing/2014/main" id="{49C35D3D-41F5-4656-5023-087789A9F7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243641" y="5129253"/>
            <a:ext cx="168950" cy="168950"/>
          </a:xfrm>
          <a:prstGeom prst="rect">
            <a:avLst/>
          </a:prstGeom>
        </p:spPr>
      </p:pic>
      <p:pic>
        <p:nvPicPr>
          <p:cNvPr id="1885" name="Graphic 1884">
            <a:extLst>
              <a:ext uri="{FF2B5EF4-FFF2-40B4-BE49-F238E27FC236}">
                <a16:creationId xmlns:a16="http://schemas.microsoft.com/office/drawing/2014/main" id="{8588CA7F-6943-4C1E-2FA7-417FDE2C3C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4386638" y="5129253"/>
            <a:ext cx="168950" cy="168950"/>
          </a:xfrm>
          <a:prstGeom prst="rect">
            <a:avLst/>
          </a:prstGeom>
        </p:spPr>
      </p:pic>
      <p:pic>
        <p:nvPicPr>
          <p:cNvPr id="1884" name="Graphic 1883">
            <a:extLst>
              <a:ext uri="{FF2B5EF4-FFF2-40B4-BE49-F238E27FC236}">
                <a16:creationId xmlns:a16="http://schemas.microsoft.com/office/drawing/2014/main" id="{8D318439-DC29-46C2-D8FD-B637F7E79E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4005639" y="5129253"/>
            <a:ext cx="168950" cy="168950"/>
          </a:xfrm>
          <a:prstGeom prst="rect">
            <a:avLst/>
          </a:prstGeom>
        </p:spPr>
      </p:pic>
      <p:pic>
        <p:nvPicPr>
          <p:cNvPr id="1883" name="Graphic 1882">
            <a:extLst>
              <a:ext uri="{FF2B5EF4-FFF2-40B4-BE49-F238E27FC236}">
                <a16:creationId xmlns:a16="http://schemas.microsoft.com/office/drawing/2014/main" id="{A96941E1-8CD9-AE51-F69D-9018E428EFE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3624640" y="5129253"/>
            <a:ext cx="168950" cy="168950"/>
          </a:xfrm>
          <a:prstGeom prst="rect">
            <a:avLst/>
          </a:prstGeom>
        </p:spPr>
      </p:pic>
      <p:pic>
        <p:nvPicPr>
          <p:cNvPr id="1886" name="Graphic 1885">
            <a:extLst>
              <a:ext uri="{FF2B5EF4-FFF2-40B4-BE49-F238E27FC236}">
                <a16:creationId xmlns:a16="http://schemas.microsoft.com/office/drawing/2014/main" id="{35D72791-D850-8932-78EE-912F9877C3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4767637" y="5129253"/>
            <a:ext cx="168950" cy="168950"/>
          </a:xfrm>
          <a:prstGeom prst="rect">
            <a:avLst/>
          </a:prstGeom>
        </p:spPr>
      </p:pic>
      <p:pic>
        <p:nvPicPr>
          <p:cNvPr id="1887" name="Graphic 1886">
            <a:extLst>
              <a:ext uri="{FF2B5EF4-FFF2-40B4-BE49-F238E27FC236}">
                <a16:creationId xmlns:a16="http://schemas.microsoft.com/office/drawing/2014/main" id="{FF24FC0B-A6C5-3F37-FB08-80F5D87E0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5148636" y="5129253"/>
            <a:ext cx="168950" cy="168950"/>
          </a:xfrm>
          <a:prstGeom prst="rect">
            <a:avLst/>
          </a:prstGeom>
        </p:spPr>
      </p:pic>
      <p:pic>
        <p:nvPicPr>
          <p:cNvPr id="1889" name="Graphic 1888">
            <a:extLst>
              <a:ext uri="{FF2B5EF4-FFF2-40B4-BE49-F238E27FC236}">
                <a16:creationId xmlns:a16="http://schemas.microsoft.com/office/drawing/2014/main" id="{233C50B5-F573-7DB1-2783-54065933A6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5529635" y="5129253"/>
            <a:ext cx="168950" cy="168950"/>
          </a:xfrm>
          <a:prstGeom prst="rect">
            <a:avLst/>
          </a:prstGeom>
        </p:spPr>
      </p:pic>
      <p:pic>
        <p:nvPicPr>
          <p:cNvPr id="1890" name="Graphic 1889">
            <a:extLst>
              <a:ext uri="{FF2B5EF4-FFF2-40B4-BE49-F238E27FC236}">
                <a16:creationId xmlns:a16="http://schemas.microsoft.com/office/drawing/2014/main" id="{2707779D-1A42-6E1C-B4D3-ABF138734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6291633" y="5129253"/>
            <a:ext cx="168950" cy="168950"/>
          </a:xfrm>
          <a:prstGeom prst="rect">
            <a:avLst/>
          </a:prstGeom>
        </p:spPr>
      </p:pic>
      <p:pic>
        <p:nvPicPr>
          <p:cNvPr id="1892" name="Graphic 1891">
            <a:extLst>
              <a:ext uri="{FF2B5EF4-FFF2-40B4-BE49-F238E27FC236}">
                <a16:creationId xmlns:a16="http://schemas.microsoft.com/office/drawing/2014/main" id="{D26EDAE3-4D6E-9DCC-8B0D-22645E95BEE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7434630" y="5129253"/>
            <a:ext cx="168950" cy="168950"/>
          </a:xfrm>
          <a:prstGeom prst="rect">
            <a:avLst/>
          </a:prstGeom>
        </p:spPr>
      </p:pic>
      <p:pic>
        <p:nvPicPr>
          <p:cNvPr id="1891" name="Graphic 1890">
            <a:extLst>
              <a:ext uri="{FF2B5EF4-FFF2-40B4-BE49-F238E27FC236}">
                <a16:creationId xmlns:a16="http://schemas.microsoft.com/office/drawing/2014/main" id="{04FD4886-746B-7CCC-1B33-4521A9372C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7053631" y="5129253"/>
            <a:ext cx="168950" cy="168950"/>
          </a:xfrm>
          <a:prstGeom prst="rect">
            <a:avLst/>
          </a:prstGeom>
        </p:spPr>
      </p:pic>
      <p:pic>
        <p:nvPicPr>
          <p:cNvPr id="1893" name="Graphic 1892">
            <a:extLst>
              <a:ext uri="{FF2B5EF4-FFF2-40B4-BE49-F238E27FC236}">
                <a16:creationId xmlns:a16="http://schemas.microsoft.com/office/drawing/2014/main" id="{2555E5C2-9738-C0C5-5191-07AD92D842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7815629" y="5129253"/>
            <a:ext cx="168950" cy="168950"/>
          </a:xfrm>
          <a:prstGeom prst="rect">
            <a:avLst/>
          </a:prstGeom>
        </p:spPr>
      </p:pic>
      <p:pic>
        <p:nvPicPr>
          <p:cNvPr id="1900" name="Graphic 1899">
            <a:extLst>
              <a:ext uri="{FF2B5EF4-FFF2-40B4-BE49-F238E27FC236}">
                <a16:creationId xmlns:a16="http://schemas.microsoft.com/office/drawing/2014/main" id="{42421DA5-0AA5-9313-EF0B-379D48C216C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6672632" y="5129253"/>
            <a:ext cx="168950" cy="168950"/>
          </a:xfrm>
          <a:prstGeom prst="rect">
            <a:avLst/>
          </a:prstGeom>
        </p:spPr>
      </p:pic>
      <p:pic>
        <p:nvPicPr>
          <p:cNvPr id="1888" name="Graphic 1887">
            <a:extLst>
              <a:ext uri="{FF2B5EF4-FFF2-40B4-BE49-F238E27FC236}">
                <a16:creationId xmlns:a16="http://schemas.microsoft.com/office/drawing/2014/main" id="{ADACFC42-29D3-F566-A1B5-3E00E067AEB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5910634" y="5129253"/>
            <a:ext cx="168950" cy="168950"/>
          </a:xfrm>
          <a:prstGeom prst="rect">
            <a:avLst/>
          </a:prstGeom>
        </p:spPr>
      </p:pic>
      <p:pic>
        <p:nvPicPr>
          <p:cNvPr id="1895" name="Graphic 1894">
            <a:extLst>
              <a:ext uri="{FF2B5EF4-FFF2-40B4-BE49-F238E27FC236}">
                <a16:creationId xmlns:a16="http://schemas.microsoft.com/office/drawing/2014/main" id="{31CCBC2F-9B8F-C5FC-4E79-D350A6B533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8577627" y="5129253"/>
            <a:ext cx="168950" cy="168950"/>
          </a:xfrm>
          <a:prstGeom prst="rect">
            <a:avLst/>
          </a:prstGeom>
        </p:spPr>
      </p:pic>
      <p:pic>
        <p:nvPicPr>
          <p:cNvPr id="1896" name="Graphic 1895">
            <a:extLst>
              <a:ext uri="{FF2B5EF4-FFF2-40B4-BE49-F238E27FC236}">
                <a16:creationId xmlns:a16="http://schemas.microsoft.com/office/drawing/2014/main" id="{AE2B3065-1883-D656-F956-A2683F730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9339625" y="5129253"/>
            <a:ext cx="168950" cy="168950"/>
          </a:xfrm>
          <a:prstGeom prst="rect">
            <a:avLst/>
          </a:prstGeom>
        </p:spPr>
      </p:pic>
      <p:pic>
        <p:nvPicPr>
          <p:cNvPr id="1894" name="Graphic 1893">
            <a:extLst>
              <a:ext uri="{FF2B5EF4-FFF2-40B4-BE49-F238E27FC236}">
                <a16:creationId xmlns:a16="http://schemas.microsoft.com/office/drawing/2014/main" id="{4DF59A93-4548-B588-A58E-ACABC7BAF9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8196628" y="5129253"/>
            <a:ext cx="168950" cy="168950"/>
          </a:xfrm>
          <a:prstGeom prst="rect">
            <a:avLst/>
          </a:prstGeom>
        </p:spPr>
      </p:pic>
      <p:pic>
        <p:nvPicPr>
          <p:cNvPr id="1897" name="Graphic 1896">
            <a:extLst>
              <a:ext uri="{FF2B5EF4-FFF2-40B4-BE49-F238E27FC236}">
                <a16:creationId xmlns:a16="http://schemas.microsoft.com/office/drawing/2014/main" id="{8104141F-E2F7-74A3-217D-82EF472FBF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8958626" y="5129253"/>
            <a:ext cx="168950" cy="168950"/>
          </a:xfrm>
          <a:prstGeom prst="rect">
            <a:avLst/>
          </a:prstGeom>
        </p:spPr>
      </p:pic>
      <p:pic>
        <p:nvPicPr>
          <p:cNvPr id="1898" name="Graphic 1897">
            <a:extLst>
              <a:ext uri="{FF2B5EF4-FFF2-40B4-BE49-F238E27FC236}">
                <a16:creationId xmlns:a16="http://schemas.microsoft.com/office/drawing/2014/main" id="{60517592-1072-C364-9D89-3616C97E61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9720624" y="5129253"/>
            <a:ext cx="168950" cy="168950"/>
          </a:xfrm>
          <a:prstGeom prst="rect">
            <a:avLst/>
          </a:prstGeom>
        </p:spPr>
      </p:pic>
      <p:pic>
        <p:nvPicPr>
          <p:cNvPr id="1899" name="Graphic 1898">
            <a:extLst>
              <a:ext uri="{FF2B5EF4-FFF2-40B4-BE49-F238E27FC236}">
                <a16:creationId xmlns:a16="http://schemas.microsoft.com/office/drawing/2014/main" id="{64579355-3BDE-8BF9-6A39-EF9FE269C3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101623" y="5129253"/>
            <a:ext cx="168950" cy="168950"/>
          </a:xfrm>
          <a:prstGeom prst="rect">
            <a:avLst/>
          </a:prstGeom>
        </p:spPr>
      </p:pic>
      <p:pic>
        <p:nvPicPr>
          <p:cNvPr id="1902" name="Graphic 1901">
            <a:extLst>
              <a:ext uri="{FF2B5EF4-FFF2-40B4-BE49-F238E27FC236}">
                <a16:creationId xmlns:a16="http://schemas.microsoft.com/office/drawing/2014/main" id="{08D92473-3016-F319-FA35-737C497861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863618" y="5129253"/>
            <a:ext cx="168950" cy="168950"/>
          </a:xfrm>
          <a:prstGeom prst="rect">
            <a:avLst/>
          </a:prstGeom>
        </p:spPr>
      </p:pic>
      <p:pic>
        <p:nvPicPr>
          <p:cNvPr id="1901" name="Graphic 1900">
            <a:extLst>
              <a:ext uri="{FF2B5EF4-FFF2-40B4-BE49-F238E27FC236}">
                <a16:creationId xmlns:a16="http://schemas.microsoft.com/office/drawing/2014/main" id="{C863330F-E92A-62B4-F6AB-5B87903DAF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482622" y="5129253"/>
            <a:ext cx="168950" cy="168950"/>
          </a:xfrm>
          <a:prstGeom prst="rect">
            <a:avLst/>
          </a:prstGeom>
        </p:spPr>
      </p:pic>
      <p:pic>
        <p:nvPicPr>
          <p:cNvPr id="1903" name="Graphic 1902">
            <a:extLst>
              <a:ext uri="{FF2B5EF4-FFF2-40B4-BE49-F238E27FC236}">
                <a16:creationId xmlns:a16="http://schemas.microsoft.com/office/drawing/2014/main" id="{66F486EC-A0EB-5FBC-BDD7-4E15F28377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3238484" y="5559392"/>
            <a:ext cx="168950" cy="168950"/>
          </a:xfrm>
          <a:prstGeom prst="rect">
            <a:avLst/>
          </a:prstGeom>
        </p:spPr>
      </p:pic>
      <p:pic>
        <p:nvPicPr>
          <p:cNvPr id="1904" name="Graphic 1903">
            <a:extLst>
              <a:ext uri="{FF2B5EF4-FFF2-40B4-BE49-F238E27FC236}">
                <a16:creationId xmlns:a16="http://schemas.microsoft.com/office/drawing/2014/main" id="{F045B07E-5844-7B69-79C3-B4BFAA62F1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3618804" y="5559392"/>
            <a:ext cx="168950" cy="168950"/>
          </a:xfrm>
          <a:prstGeom prst="rect">
            <a:avLst/>
          </a:prstGeom>
        </p:spPr>
      </p:pic>
      <p:pic>
        <p:nvPicPr>
          <p:cNvPr id="1905" name="Graphic 1904">
            <a:extLst>
              <a:ext uri="{FF2B5EF4-FFF2-40B4-BE49-F238E27FC236}">
                <a16:creationId xmlns:a16="http://schemas.microsoft.com/office/drawing/2014/main" id="{5E196FC9-CDFB-4F64-C816-9FBC2E841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4761801" y="5559392"/>
            <a:ext cx="168950" cy="168950"/>
          </a:xfrm>
          <a:prstGeom prst="rect">
            <a:avLst/>
          </a:prstGeom>
        </p:spPr>
      </p:pic>
      <p:pic>
        <p:nvPicPr>
          <p:cNvPr id="1906" name="Graphic 1905">
            <a:extLst>
              <a:ext uri="{FF2B5EF4-FFF2-40B4-BE49-F238E27FC236}">
                <a16:creationId xmlns:a16="http://schemas.microsoft.com/office/drawing/2014/main" id="{EFF0B6E2-2609-A62F-329C-CF3408F00C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4380802" y="5559392"/>
            <a:ext cx="168950" cy="168950"/>
          </a:xfrm>
          <a:prstGeom prst="rect">
            <a:avLst/>
          </a:prstGeom>
        </p:spPr>
      </p:pic>
      <p:pic>
        <p:nvPicPr>
          <p:cNvPr id="1907" name="Graphic 1906">
            <a:extLst>
              <a:ext uri="{FF2B5EF4-FFF2-40B4-BE49-F238E27FC236}">
                <a16:creationId xmlns:a16="http://schemas.microsoft.com/office/drawing/2014/main" id="{95D2C3AD-BAF6-731C-9A90-0E4C9B46B2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3999803" y="5559392"/>
            <a:ext cx="168950" cy="168950"/>
          </a:xfrm>
          <a:prstGeom prst="rect">
            <a:avLst/>
          </a:prstGeom>
        </p:spPr>
      </p:pic>
      <p:pic>
        <p:nvPicPr>
          <p:cNvPr id="1908" name="Graphic 1907">
            <a:extLst>
              <a:ext uri="{FF2B5EF4-FFF2-40B4-BE49-F238E27FC236}">
                <a16:creationId xmlns:a16="http://schemas.microsoft.com/office/drawing/2014/main" id="{EE99EA7A-5715-B08E-BDC3-F84C20D64D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5142800" y="5559392"/>
            <a:ext cx="168950" cy="168950"/>
          </a:xfrm>
          <a:prstGeom prst="rect">
            <a:avLst/>
          </a:prstGeom>
        </p:spPr>
      </p:pic>
      <p:pic>
        <p:nvPicPr>
          <p:cNvPr id="1909" name="Graphic 1908">
            <a:extLst>
              <a:ext uri="{FF2B5EF4-FFF2-40B4-BE49-F238E27FC236}">
                <a16:creationId xmlns:a16="http://schemas.microsoft.com/office/drawing/2014/main" id="{80086D73-91DD-F583-C268-7A3C84CE03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5523799" y="5559392"/>
            <a:ext cx="168950" cy="168950"/>
          </a:xfrm>
          <a:prstGeom prst="rect">
            <a:avLst/>
          </a:prstGeom>
        </p:spPr>
      </p:pic>
      <p:pic>
        <p:nvPicPr>
          <p:cNvPr id="1910" name="Graphic 1909">
            <a:extLst>
              <a:ext uri="{FF2B5EF4-FFF2-40B4-BE49-F238E27FC236}">
                <a16:creationId xmlns:a16="http://schemas.microsoft.com/office/drawing/2014/main" id="{60F583AE-F666-8C3F-AC5F-6EA16A4ADC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5904798" y="5559392"/>
            <a:ext cx="168950" cy="168950"/>
          </a:xfrm>
          <a:prstGeom prst="rect">
            <a:avLst/>
          </a:prstGeom>
        </p:spPr>
      </p:pic>
      <p:pic>
        <p:nvPicPr>
          <p:cNvPr id="1911" name="Graphic 1910">
            <a:extLst>
              <a:ext uri="{FF2B5EF4-FFF2-40B4-BE49-F238E27FC236}">
                <a16:creationId xmlns:a16="http://schemas.microsoft.com/office/drawing/2014/main" id="{54B4ED30-3EDD-14EE-AAF4-D698393DD1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6666796" y="5559392"/>
            <a:ext cx="168950" cy="168950"/>
          </a:xfrm>
          <a:prstGeom prst="rect">
            <a:avLst/>
          </a:prstGeom>
        </p:spPr>
      </p:pic>
      <p:pic>
        <p:nvPicPr>
          <p:cNvPr id="1912" name="Graphic 1911">
            <a:extLst>
              <a:ext uri="{FF2B5EF4-FFF2-40B4-BE49-F238E27FC236}">
                <a16:creationId xmlns:a16="http://schemas.microsoft.com/office/drawing/2014/main" id="{FFA7C94A-31F2-2507-B0A0-E87D75755A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7809793" y="5559392"/>
            <a:ext cx="168950" cy="168950"/>
          </a:xfrm>
          <a:prstGeom prst="rect">
            <a:avLst/>
          </a:prstGeom>
        </p:spPr>
      </p:pic>
      <p:pic>
        <p:nvPicPr>
          <p:cNvPr id="1913" name="Graphic 1912">
            <a:extLst>
              <a:ext uri="{FF2B5EF4-FFF2-40B4-BE49-F238E27FC236}">
                <a16:creationId xmlns:a16="http://schemas.microsoft.com/office/drawing/2014/main" id="{CC46C9E5-C969-ECAA-70C8-F76364BB0F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7428794" y="5559392"/>
            <a:ext cx="168950" cy="168950"/>
          </a:xfrm>
          <a:prstGeom prst="rect">
            <a:avLst/>
          </a:prstGeom>
        </p:spPr>
      </p:pic>
      <p:pic>
        <p:nvPicPr>
          <p:cNvPr id="1914" name="Graphic 1913">
            <a:extLst>
              <a:ext uri="{FF2B5EF4-FFF2-40B4-BE49-F238E27FC236}">
                <a16:creationId xmlns:a16="http://schemas.microsoft.com/office/drawing/2014/main" id="{ADA2DD37-0221-5981-9A0B-8212362E0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8190792" y="5559392"/>
            <a:ext cx="168950" cy="168950"/>
          </a:xfrm>
          <a:prstGeom prst="rect">
            <a:avLst/>
          </a:prstGeom>
        </p:spPr>
      </p:pic>
      <p:pic>
        <p:nvPicPr>
          <p:cNvPr id="1915" name="Graphic 1914">
            <a:extLst>
              <a:ext uri="{FF2B5EF4-FFF2-40B4-BE49-F238E27FC236}">
                <a16:creationId xmlns:a16="http://schemas.microsoft.com/office/drawing/2014/main" id="{8012046E-B76E-A53E-A014-A414E59E3E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7047795" y="5559392"/>
            <a:ext cx="168950" cy="168950"/>
          </a:xfrm>
          <a:prstGeom prst="rect">
            <a:avLst/>
          </a:prstGeom>
        </p:spPr>
      </p:pic>
      <p:pic>
        <p:nvPicPr>
          <p:cNvPr id="1916" name="Graphic 1915">
            <a:extLst>
              <a:ext uri="{FF2B5EF4-FFF2-40B4-BE49-F238E27FC236}">
                <a16:creationId xmlns:a16="http://schemas.microsoft.com/office/drawing/2014/main" id="{1727266D-EF76-802B-C2DA-8B7BA233FA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6285797" y="5559392"/>
            <a:ext cx="168950" cy="168950"/>
          </a:xfrm>
          <a:prstGeom prst="rect">
            <a:avLst/>
          </a:prstGeom>
        </p:spPr>
      </p:pic>
      <p:pic>
        <p:nvPicPr>
          <p:cNvPr id="1917" name="Graphic 1916">
            <a:extLst>
              <a:ext uri="{FF2B5EF4-FFF2-40B4-BE49-F238E27FC236}">
                <a16:creationId xmlns:a16="http://schemas.microsoft.com/office/drawing/2014/main" id="{1362306C-EF91-9108-71C3-B0675710CE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8952790" y="5559392"/>
            <a:ext cx="168950" cy="168950"/>
          </a:xfrm>
          <a:prstGeom prst="rect">
            <a:avLst/>
          </a:prstGeom>
        </p:spPr>
      </p:pic>
      <p:pic>
        <p:nvPicPr>
          <p:cNvPr id="1919" name="Graphic 1918">
            <a:extLst>
              <a:ext uri="{FF2B5EF4-FFF2-40B4-BE49-F238E27FC236}">
                <a16:creationId xmlns:a16="http://schemas.microsoft.com/office/drawing/2014/main" id="{A4DEEB14-E0E9-2154-2B32-E5D6A0FA32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571791" y="5559392"/>
            <a:ext cx="168950" cy="168950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B3A03256-C35C-DAD6-A1B8-2FD4166C07A8}"/>
              </a:ext>
            </a:extLst>
          </p:cNvPr>
          <p:cNvSpPr txBox="1"/>
          <p:nvPr/>
        </p:nvSpPr>
        <p:spPr>
          <a:xfrm>
            <a:off x="313946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539" name="TextBox 1538">
            <a:extLst>
              <a:ext uri="{FF2B5EF4-FFF2-40B4-BE49-F238E27FC236}">
                <a16:creationId xmlns:a16="http://schemas.microsoft.com/office/drawing/2014/main" id="{970EA967-F99E-75FC-51B2-8BD5574B0C15}"/>
              </a:ext>
            </a:extLst>
          </p:cNvPr>
          <p:cNvSpPr txBox="1"/>
          <p:nvPr/>
        </p:nvSpPr>
        <p:spPr>
          <a:xfrm>
            <a:off x="352363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9B948934-9089-CC75-9D7F-CAB99C0EA864}"/>
              </a:ext>
            </a:extLst>
          </p:cNvPr>
          <p:cNvSpPr txBox="1"/>
          <p:nvPr/>
        </p:nvSpPr>
        <p:spPr>
          <a:xfrm>
            <a:off x="390191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3A42E35-6332-CB76-790F-C6731616160C}"/>
              </a:ext>
            </a:extLst>
          </p:cNvPr>
          <p:cNvSpPr txBox="1"/>
          <p:nvPr/>
        </p:nvSpPr>
        <p:spPr>
          <a:xfrm>
            <a:off x="4285751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DD3B360B-7615-E104-86EE-E9A89ABB446C}"/>
              </a:ext>
            </a:extLst>
          </p:cNvPr>
          <p:cNvSpPr txBox="1"/>
          <p:nvPr/>
        </p:nvSpPr>
        <p:spPr>
          <a:xfrm>
            <a:off x="467064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BF85FFAB-CCD2-F226-FF9D-C8AA0A698003}"/>
              </a:ext>
            </a:extLst>
          </p:cNvPr>
          <p:cNvSpPr txBox="1"/>
          <p:nvPr/>
        </p:nvSpPr>
        <p:spPr>
          <a:xfrm>
            <a:off x="504932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8F668EA-6BB9-059E-E63D-23E86A2E5F64}"/>
              </a:ext>
            </a:extLst>
          </p:cNvPr>
          <p:cNvSpPr txBox="1"/>
          <p:nvPr/>
        </p:nvSpPr>
        <p:spPr>
          <a:xfrm>
            <a:off x="5424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4A71D99-D1FB-F8BF-F8C9-89F043146B09}"/>
              </a:ext>
            </a:extLst>
          </p:cNvPr>
          <p:cNvSpPr txBox="1"/>
          <p:nvPr/>
        </p:nvSpPr>
        <p:spPr>
          <a:xfrm>
            <a:off x="5809393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79819F47-F399-1618-0FBA-CEF83446EC39}"/>
              </a:ext>
            </a:extLst>
          </p:cNvPr>
          <p:cNvSpPr txBox="1"/>
          <p:nvPr/>
        </p:nvSpPr>
        <p:spPr>
          <a:xfrm>
            <a:off x="619441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A858198-882B-93F7-63EA-0B9B3D16F937}"/>
              </a:ext>
            </a:extLst>
          </p:cNvPr>
          <p:cNvSpPr txBox="1"/>
          <p:nvPr/>
        </p:nvSpPr>
        <p:spPr>
          <a:xfrm>
            <a:off x="657514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9FDC4985-E45D-F36D-10EC-8B4973764FD9}"/>
              </a:ext>
            </a:extLst>
          </p:cNvPr>
          <p:cNvSpPr txBox="1"/>
          <p:nvPr/>
        </p:nvSpPr>
        <p:spPr>
          <a:xfrm>
            <a:off x="6948140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332" name="TextBox 1331">
            <a:extLst>
              <a:ext uri="{FF2B5EF4-FFF2-40B4-BE49-F238E27FC236}">
                <a16:creationId xmlns:a16="http://schemas.microsoft.com/office/drawing/2014/main" id="{58EFB2B8-55CB-83EF-AB16-48D4EFF2AE7E}"/>
              </a:ext>
            </a:extLst>
          </p:cNvPr>
          <p:cNvSpPr txBox="1"/>
          <p:nvPr/>
        </p:nvSpPr>
        <p:spPr>
          <a:xfrm>
            <a:off x="733316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A4723455-4E81-79EC-C787-88AF14A0F900}"/>
              </a:ext>
            </a:extLst>
          </p:cNvPr>
          <p:cNvSpPr txBox="1"/>
          <p:nvPr/>
        </p:nvSpPr>
        <p:spPr>
          <a:xfrm>
            <a:off x="771002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C05894E7-1888-6965-1F2E-A19BF984BA76}"/>
              </a:ext>
            </a:extLst>
          </p:cNvPr>
          <p:cNvSpPr txBox="1"/>
          <p:nvPr/>
        </p:nvSpPr>
        <p:spPr>
          <a:xfrm>
            <a:off x="809505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</a:t>
            </a:r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DBB84A82-9C59-B7C7-6009-888678B9F712}"/>
              </a:ext>
            </a:extLst>
          </p:cNvPr>
          <p:cNvSpPr txBox="1"/>
          <p:nvPr/>
        </p:nvSpPr>
        <p:spPr>
          <a:xfrm>
            <a:off x="848007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Port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CF4C4B93-B57F-F691-49C8-5DEEDD51BC7F}"/>
              </a:ext>
            </a:extLst>
          </p:cNvPr>
          <p:cNvSpPr txBox="1"/>
          <p:nvPr/>
        </p:nvSpPr>
        <p:spPr>
          <a:xfrm>
            <a:off x="8865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Sign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CEA43200-6C6C-DFBC-B153-96A77AC940FB}"/>
              </a:ext>
            </a:extLst>
          </p:cNvPr>
          <p:cNvSpPr txBox="1"/>
          <p:nvPr/>
        </p:nvSpPr>
        <p:spPr>
          <a:xfrm>
            <a:off x="925012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5C7DC9DC-EB77-20B1-57FF-A183E80B1328}"/>
              </a:ext>
            </a:extLst>
          </p:cNvPr>
          <p:cNvSpPr txBox="1"/>
          <p:nvPr/>
        </p:nvSpPr>
        <p:spPr>
          <a:xfrm>
            <a:off x="961882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AC3B0B76-221E-7DE5-A63D-66BF0EAE8200}"/>
              </a:ext>
            </a:extLst>
          </p:cNvPr>
          <p:cNvSpPr txBox="1"/>
          <p:nvPr/>
        </p:nvSpPr>
        <p:spPr>
          <a:xfrm>
            <a:off x="3203596" y="144287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497" name="TextBox 1496">
            <a:extLst>
              <a:ext uri="{FF2B5EF4-FFF2-40B4-BE49-F238E27FC236}">
                <a16:creationId xmlns:a16="http://schemas.microsoft.com/office/drawing/2014/main" id="{F316D4C6-10AA-A8D9-2619-3E773F9D9CC0}"/>
              </a:ext>
            </a:extLst>
          </p:cNvPr>
          <p:cNvSpPr txBox="1"/>
          <p:nvPr/>
        </p:nvSpPr>
        <p:spPr>
          <a:xfrm>
            <a:off x="351463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6A316B11-EFEA-A3B3-23A9-C2DB1EFE6553}"/>
              </a:ext>
            </a:extLst>
          </p:cNvPr>
          <p:cNvSpPr txBox="1"/>
          <p:nvPr/>
        </p:nvSpPr>
        <p:spPr>
          <a:xfrm>
            <a:off x="389879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0BD79AA-3828-A265-FB43-516F9CC5F56F}"/>
              </a:ext>
            </a:extLst>
          </p:cNvPr>
          <p:cNvSpPr txBox="1"/>
          <p:nvPr/>
        </p:nvSpPr>
        <p:spPr>
          <a:xfrm>
            <a:off x="427708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58302423-AF70-60F1-1FD9-09D279B89615}"/>
              </a:ext>
            </a:extLst>
          </p:cNvPr>
          <p:cNvSpPr txBox="1"/>
          <p:nvPr/>
        </p:nvSpPr>
        <p:spPr>
          <a:xfrm>
            <a:off x="4660914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A705DD82-4C5E-E121-9678-4FF76D754B7F}"/>
              </a:ext>
            </a:extLst>
          </p:cNvPr>
          <p:cNvSpPr txBox="1"/>
          <p:nvPr/>
        </p:nvSpPr>
        <p:spPr>
          <a:xfrm>
            <a:off x="504580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09E3E3-9EB5-B2FE-F1DD-F38934702781}"/>
              </a:ext>
            </a:extLst>
          </p:cNvPr>
          <p:cNvSpPr txBox="1"/>
          <p:nvPr/>
        </p:nvSpPr>
        <p:spPr>
          <a:xfrm>
            <a:off x="542448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0F20CDEB-CA3F-446C-8BDE-95980FAABEFD}"/>
              </a:ext>
            </a:extLst>
          </p:cNvPr>
          <p:cNvSpPr txBox="1"/>
          <p:nvPr/>
        </p:nvSpPr>
        <p:spPr>
          <a:xfrm>
            <a:off x="5799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948D9540-46D5-941D-B8EF-66CD0AEB1FAB}"/>
              </a:ext>
            </a:extLst>
          </p:cNvPr>
          <p:cNvSpPr txBox="1"/>
          <p:nvPr/>
        </p:nvSpPr>
        <p:spPr>
          <a:xfrm>
            <a:off x="6184556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B780DFC-1FE9-F3FD-0ACF-BA191883C687}"/>
              </a:ext>
            </a:extLst>
          </p:cNvPr>
          <p:cNvSpPr txBox="1"/>
          <p:nvPr/>
        </p:nvSpPr>
        <p:spPr>
          <a:xfrm>
            <a:off x="656958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CB06D554-5C01-32A4-B7C9-617DF3084C32}"/>
              </a:ext>
            </a:extLst>
          </p:cNvPr>
          <p:cNvSpPr txBox="1"/>
          <p:nvPr/>
        </p:nvSpPr>
        <p:spPr>
          <a:xfrm>
            <a:off x="695031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469ECB3A-84C6-DC5E-AF76-8746095FF0A3}"/>
              </a:ext>
            </a:extLst>
          </p:cNvPr>
          <p:cNvSpPr txBox="1"/>
          <p:nvPr/>
        </p:nvSpPr>
        <p:spPr>
          <a:xfrm>
            <a:off x="73233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312" name="TextBox 1311">
            <a:extLst>
              <a:ext uri="{FF2B5EF4-FFF2-40B4-BE49-F238E27FC236}">
                <a16:creationId xmlns:a16="http://schemas.microsoft.com/office/drawing/2014/main" id="{002D43A8-9A0D-76CF-780E-87061AEED36D}"/>
              </a:ext>
            </a:extLst>
          </p:cNvPr>
          <p:cNvSpPr txBox="1"/>
          <p:nvPr/>
        </p:nvSpPr>
        <p:spPr>
          <a:xfrm>
            <a:off x="770832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0E3D14CD-4064-3A0F-B3EB-4E767D0FCF4F}"/>
              </a:ext>
            </a:extLst>
          </p:cNvPr>
          <p:cNvSpPr txBox="1"/>
          <p:nvPr/>
        </p:nvSpPr>
        <p:spPr>
          <a:xfrm>
            <a:off x="808518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D49C9E1-E3DC-772F-DB80-F6FB9672316B}"/>
              </a:ext>
            </a:extLst>
          </p:cNvPr>
          <p:cNvSpPr txBox="1"/>
          <p:nvPr/>
        </p:nvSpPr>
        <p:spPr>
          <a:xfrm>
            <a:off x="847021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9F944CBC-F6F4-E925-CEF6-ACE59C731AFB}"/>
              </a:ext>
            </a:extLst>
          </p:cNvPr>
          <p:cNvSpPr txBox="1"/>
          <p:nvPr/>
        </p:nvSpPr>
        <p:spPr>
          <a:xfrm>
            <a:off x="885524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66035018-A877-999B-EE86-DD3C0A7DE1CA}"/>
              </a:ext>
            </a:extLst>
          </p:cNvPr>
          <p:cNvSpPr txBox="1"/>
          <p:nvPr/>
        </p:nvSpPr>
        <p:spPr>
          <a:xfrm>
            <a:off x="9240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57F74633-B079-8167-8EB1-445079D2D509}"/>
              </a:ext>
            </a:extLst>
          </p:cNvPr>
          <p:cNvSpPr txBox="1"/>
          <p:nvPr/>
        </p:nvSpPr>
        <p:spPr>
          <a:xfrm>
            <a:off x="962529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EB0838E7-6525-F383-5784-93DD757CD422}"/>
              </a:ext>
            </a:extLst>
          </p:cNvPr>
          <p:cNvSpPr txBox="1"/>
          <p:nvPr/>
        </p:nvSpPr>
        <p:spPr>
          <a:xfrm>
            <a:off x="999398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03E847EF-B5C2-766D-9B33-5970DF2E7837}"/>
              </a:ext>
            </a:extLst>
          </p:cNvPr>
          <p:cNvSpPr txBox="1"/>
          <p:nvPr/>
        </p:nvSpPr>
        <p:spPr>
          <a:xfrm>
            <a:off x="1037901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33CE8515-D34F-C11E-4148-E37FC07252D8}"/>
              </a:ext>
            </a:extLst>
          </p:cNvPr>
          <p:cNvSpPr txBox="1"/>
          <p:nvPr/>
        </p:nvSpPr>
        <p:spPr>
          <a:xfrm>
            <a:off x="1076403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44179A61-FA9D-74FD-F7AE-E85825833CF2}"/>
              </a:ext>
            </a:extLst>
          </p:cNvPr>
          <p:cNvSpPr txBox="1"/>
          <p:nvPr/>
        </p:nvSpPr>
        <p:spPr>
          <a:xfrm>
            <a:off x="111425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D5227045-79C9-10B6-5BF0-48D9B8119BCD}"/>
              </a:ext>
            </a:extLst>
          </p:cNvPr>
          <p:cNvSpPr txBox="1"/>
          <p:nvPr/>
        </p:nvSpPr>
        <p:spPr>
          <a:xfrm>
            <a:off x="3203596" y="187324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97815CBB-7209-884F-5439-AF6A68BF54A2}"/>
              </a:ext>
            </a:extLst>
          </p:cNvPr>
          <p:cNvSpPr txBox="1"/>
          <p:nvPr/>
        </p:nvSpPr>
        <p:spPr>
          <a:xfrm>
            <a:off x="351463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520" name="TextBox 1519">
            <a:extLst>
              <a:ext uri="{FF2B5EF4-FFF2-40B4-BE49-F238E27FC236}">
                <a16:creationId xmlns:a16="http://schemas.microsoft.com/office/drawing/2014/main" id="{41A2A900-615A-5A71-647F-2C04030640E5}"/>
              </a:ext>
            </a:extLst>
          </p:cNvPr>
          <p:cNvSpPr txBox="1"/>
          <p:nvPr/>
        </p:nvSpPr>
        <p:spPr>
          <a:xfrm>
            <a:off x="389879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47A0C670-8EB7-9186-C9F3-16F5A5229B91}"/>
              </a:ext>
            </a:extLst>
          </p:cNvPr>
          <p:cNvSpPr txBox="1"/>
          <p:nvPr/>
        </p:nvSpPr>
        <p:spPr>
          <a:xfrm>
            <a:off x="427708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66218FC-D7DE-AFC2-0A9A-BE3F5603FA1F}"/>
              </a:ext>
            </a:extLst>
          </p:cNvPr>
          <p:cNvSpPr txBox="1"/>
          <p:nvPr/>
        </p:nvSpPr>
        <p:spPr>
          <a:xfrm>
            <a:off x="4660914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14419141-6D2A-64A8-47FD-303DE1EB6F17}"/>
              </a:ext>
            </a:extLst>
          </p:cNvPr>
          <p:cNvSpPr txBox="1"/>
          <p:nvPr/>
        </p:nvSpPr>
        <p:spPr>
          <a:xfrm>
            <a:off x="504580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B3DDC7D-7144-A269-F91B-C8594412ED06}"/>
              </a:ext>
            </a:extLst>
          </p:cNvPr>
          <p:cNvSpPr txBox="1"/>
          <p:nvPr/>
        </p:nvSpPr>
        <p:spPr>
          <a:xfrm>
            <a:off x="542448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2B762E56-B186-B68D-6252-A4F310918B26}"/>
              </a:ext>
            </a:extLst>
          </p:cNvPr>
          <p:cNvSpPr txBox="1"/>
          <p:nvPr/>
        </p:nvSpPr>
        <p:spPr>
          <a:xfrm>
            <a:off x="5799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976ADABE-BD3D-0CBD-1558-D0546E5A1AC3}"/>
              </a:ext>
            </a:extLst>
          </p:cNvPr>
          <p:cNvSpPr txBox="1"/>
          <p:nvPr/>
        </p:nvSpPr>
        <p:spPr>
          <a:xfrm>
            <a:off x="6184556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1F86EF27-37C2-525F-EDA7-5D20385D0262}"/>
              </a:ext>
            </a:extLst>
          </p:cNvPr>
          <p:cNvSpPr txBox="1"/>
          <p:nvPr/>
        </p:nvSpPr>
        <p:spPr>
          <a:xfrm>
            <a:off x="656958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FB2D88A6-FBE0-E6C8-4C7B-9025E12FC47B}"/>
              </a:ext>
            </a:extLst>
          </p:cNvPr>
          <p:cNvSpPr txBox="1"/>
          <p:nvPr/>
        </p:nvSpPr>
        <p:spPr>
          <a:xfrm>
            <a:off x="695031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F4C897EF-E856-724D-97EE-0767429A4EB8}"/>
              </a:ext>
            </a:extLst>
          </p:cNvPr>
          <p:cNvSpPr txBox="1"/>
          <p:nvPr/>
        </p:nvSpPr>
        <p:spPr>
          <a:xfrm>
            <a:off x="73233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D7F8CC98-6F21-3D26-06F2-6F0D69B95D65}"/>
              </a:ext>
            </a:extLst>
          </p:cNvPr>
          <p:cNvSpPr txBox="1"/>
          <p:nvPr/>
        </p:nvSpPr>
        <p:spPr>
          <a:xfrm>
            <a:off x="770832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335" name="TextBox 1334">
            <a:extLst>
              <a:ext uri="{FF2B5EF4-FFF2-40B4-BE49-F238E27FC236}">
                <a16:creationId xmlns:a16="http://schemas.microsoft.com/office/drawing/2014/main" id="{1343A335-5E2D-F6FB-56B6-081EE078CD95}"/>
              </a:ext>
            </a:extLst>
          </p:cNvPr>
          <p:cNvSpPr txBox="1"/>
          <p:nvPr/>
        </p:nvSpPr>
        <p:spPr>
          <a:xfrm>
            <a:off x="808518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5FEE918-9799-70CF-BC04-037D2415D01F}"/>
              </a:ext>
            </a:extLst>
          </p:cNvPr>
          <p:cNvSpPr txBox="1"/>
          <p:nvPr/>
        </p:nvSpPr>
        <p:spPr>
          <a:xfrm>
            <a:off x="847021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3A28C454-7818-3C67-E5A1-EF1033F527D0}"/>
              </a:ext>
            </a:extLst>
          </p:cNvPr>
          <p:cNvSpPr txBox="1"/>
          <p:nvPr/>
        </p:nvSpPr>
        <p:spPr>
          <a:xfrm>
            <a:off x="885524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0671F6AB-679F-3DF0-07AB-723CA35C8A3D}"/>
              </a:ext>
            </a:extLst>
          </p:cNvPr>
          <p:cNvSpPr txBox="1"/>
          <p:nvPr/>
        </p:nvSpPr>
        <p:spPr>
          <a:xfrm>
            <a:off x="9240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A13D0FBF-6148-410E-46AD-253E9D18D084}"/>
              </a:ext>
            </a:extLst>
          </p:cNvPr>
          <p:cNvSpPr txBox="1"/>
          <p:nvPr/>
        </p:nvSpPr>
        <p:spPr>
          <a:xfrm>
            <a:off x="962529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BE32D81F-13FE-A0FD-5CBA-DEE93A5EEA3A}"/>
              </a:ext>
            </a:extLst>
          </p:cNvPr>
          <p:cNvSpPr txBox="1"/>
          <p:nvPr/>
        </p:nvSpPr>
        <p:spPr>
          <a:xfrm>
            <a:off x="999398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CF83B7D8-2672-0FBF-9CD0-1B4D590C1119}"/>
              </a:ext>
            </a:extLst>
          </p:cNvPr>
          <p:cNvSpPr txBox="1"/>
          <p:nvPr/>
        </p:nvSpPr>
        <p:spPr>
          <a:xfrm>
            <a:off x="1037901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60FC138C-2B15-542B-1F68-376CCA98AE64}"/>
              </a:ext>
            </a:extLst>
          </p:cNvPr>
          <p:cNvSpPr txBox="1"/>
          <p:nvPr/>
        </p:nvSpPr>
        <p:spPr>
          <a:xfrm>
            <a:off x="1076403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FB61B8F5-0F10-128C-9630-1D8F6CDBC50B}"/>
              </a:ext>
            </a:extLst>
          </p:cNvPr>
          <p:cNvSpPr txBox="1"/>
          <p:nvPr/>
        </p:nvSpPr>
        <p:spPr>
          <a:xfrm>
            <a:off x="111425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3B32ADCC-B89D-02C1-D497-54A41117563D}"/>
              </a:ext>
            </a:extLst>
          </p:cNvPr>
          <p:cNvSpPr txBox="1"/>
          <p:nvPr/>
        </p:nvSpPr>
        <p:spPr>
          <a:xfrm>
            <a:off x="3203596" y="2303608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F90FDB40-AA9F-D6D7-A96E-5F7D771C04E3}"/>
              </a:ext>
            </a:extLst>
          </p:cNvPr>
          <p:cNvSpPr txBox="1"/>
          <p:nvPr/>
        </p:nvSpPr>
        <p:spPr>
          <a:xfrm>
            <a:off x="351463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FFC702AD-F719-949B-211C-B3655CA4E58A}"/>
              </a:ext>
            </a:extLst>
          </p:cNvPr>
          <p:cNvSpPr txBox="1"/>
          <p:nvPr/>
        </p:nvSpPr>
        <p:spPr>
          <a:xfrm>
            <a:off x="389879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7FCF1744-141D-2835-E740-D2202E525E66}"/>
              </a:ext>
            </a:extLst>
          </p:cNvPr>
          <p:cNvSpPr txBox="1"/>
          <p:nvPr/>
        </p:nvSpPr>
        <p:spPr>
          <a:xfrm>
            <a:off x="427708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607" name="TextBox 1606">
            <a:extLst>
              <a:ext uri="{FF2B5EF4-FFF2-40B4-BE49-F238E27FC236}">
                <a16:creationId xmlns:a16="http://schemas.microsoft.com/office/drawing/2014/main" id="{A01BC693-A3B6-7B0E-B8E0-B03550A24129}"/>
              </a:ext>
            </a:extLst>
          </p:cNvPr>
          <p:cNvSpPr txBox="1"/>
          <p:nvPr/>
        </p:nvSpPr>
        <p:spPr>
          <a:xfrm>
            <a:off x="4660914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0E2041B-BE83-5B83-7A2C-601B5269CD6C}"/>
              </a:ext>
            </a:extLst>
          </p:cNvPr>
          <p:cNvSpPr txBox="1"/>
          <p:nvPr/>
        </p:nvSpPr>
        <p:spPr>
          <a:xfrm>
            <a:off x="504580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11F34B2B-1AB5-A620-500C-0ABCC1CCFDDF}"/>
              </a:ext>
            </a:extLst>
          </p:cNvPr>
          <p:cNvSpPr txBox="1"/>
          <p:nvPr/>
        </p:nvSpPr>
        <p:spPr>
          <a:xfrm>
            <a:off x="542448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83EF41B4-4208-CD01-0B61-AC145F02FEDD}"/>
              </a:ext>
            </a:extLst>
          </p:cNvPr>
          <p:cNvSpPr txBox="1"/>
          <p:nvPr/>
        </p:nvSpPr>
        <p:spPr>
          <a:xfrm>
            <a:off x="5799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F0815B78-6090-3D5D-7A28-50E66260E017}"/>
              </a:ext>
            </a:extLst>
          </p:cNvPr>
          <p:cNvSpPr txBox="1"/>
          <p:nvPr/>
        </p:nvSpPr>
        <p:spPr>
          <a:xfrm>
            <a:off x="6184556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66CCC687-41D5-2681-25FE-159FF95CFB87}"/>
              </a:ext>
            </a:extLst>
          </p:cNvPr>
          <p:cNvSpPr txBox="1"/>
          <p:nvPr/>
        </p:nvSpPr>
        <p:spPr>
          <a:xfrm>
            <a:off x="656958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22604B9B-144E-EFE8-D20F-35A8E036980F}"/>
              </a:ext>
            </a:extLst>
          </p:cNvPr>
          <p:cNvSpPr txBox="1"/>
          <p:nvPr/>
        </p:nvSpPr>
        <p:spPr>
          <a:xfrm>
            <a:off x="695031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292" name="TextBox 1291">
            <a:extLst>
              <a:ext uri="{FF2B5EF4-FFF2-40B4-BE49-F238E27FC236}">
                <a16:creationId xmlns:a16="http://schemas.microsoft.com/office/drawing/2014/main" id="{1EA98775-767E-8ED2-E990-CFD0836CC219}"/>
              </a:ext>
            </a:extLst>
          </p:cNvPr>
          <p:cNvSpPr txBox="1"/>
          <p:nvPr/>
        </p:nvSpPr>
        <p:spPr>
          <a:xfrm>
            <a:off x="73233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8D76917-3B65-340C-D249-A93BD34ACAC0}"/>
              </a:ext>
            </a:extLst>
          </p:cNvPr>
          <p:cNvSpPr txBox="1"/>
          <p:nvPr/>
        </p:nvSpPr>
        <p:spPr>
          <a:xfrm>
            <a:off x="770832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3B0B5069-3CF2-3D4C-4EF8-53BA525B945A}"/>
              </a:ext>
            </a:extLst>
          </p:cNvPr>
          <p:cNvSpPr txBox="1"/>
          <p:nvPr/>
        </p:nvSpPr>
        <p:spPr>
          <a:xfrm>
            <a:off x="808518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B0B2B10A-D27C-2D9C-697C-D1C33E8E5741}"/>
              </a:ext>
            </a:extLst>
          </p:cNvPr>
          <p:cNvSpPr txBox="1"/>
          <p:nvPr/>
        </p:nvSpPr>
        <p:spPr>
          <a:xfrm>
            <a:off x="847021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2545BD05-E3D0-0239-F131-08BA49D301FF}"/>
              </a:ext>
            </a:extLst>
          </p:cNvPr>
          <p:cNvSpPr txBox="1"/>
          <p:nvPr/>
        </p:nvSpPr>
        <p:spPr>
          <a:xfrm>
            <a:off x="885524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F013B5F9-CB3F-FC48-9232-8A4DE495BADD}"/>
              </a:ext>
            </a:extLst>
          </p:cNvPr>
          <p:cNvSpPr txBox="1"/>
          <p:nvPr/>
        </p:nvSpPr>
        <p:spPr>
          <a:xfrm>
            <a:off x="9240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28430EC6-D93F-F99D-6C76-0446DEF132C2}"/>
              </a:ext>
            </a:extLst>
          </p:cNvPr>
          <p:cNvSpPr txBox="1"/>
          <p:nvPr/>
        </p:nvSpPr>
        <p:spPr>
          <a:xfrm>
            <a:off x="962529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ED46B3DD-353D-612B-8B2F-873AA52B1B57}"/>
              </a:ext>
            </a:extLst>
          </p:cNvPr>
          <p:cNvSpPr txBox="1"/>
          <p:nvPr/>
        </p:nvSpPr>
        <p:spPr>
          <a:xfrm>
            <a:off x="999398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5FCF0A46-1FD4-0E8F-4732-8980780082C4}"/>
              </a:ext>
            </a:extLst>
          </p:cNvPr>
          <p:cNvSpPr txBox="1"/>
          <p:nvPr/>
        </p:nvSpPr>
        <p:spPr>
          <a:xfrm>
            <a:off x="1037901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79DB5AB7-6BCC-2F4D-BDDE-EDAADD52D1F4}"/>
              </a:ext>
            </a:extLst>
          </p:cNvPr>
          <p:cNvSpPr txBox="1"/>
          <p:nvPr/>
        </p:nvSpPr>
        <p:spPr>
          <a:xfrm>
            <a:off x="1076403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32248A6-B0A7-84E0-0844-F6F02F6188B2}"/>
              </a:ext>
            </a:extLst>
          </p:cNvPr>
          <p:cNvSpPr txBox="1"/>
          <p:nvPr/>
        </p:nvSpPr>
        <p:spPr>
          <a:xfrm>
            <a:off x="111425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522" name="TextBox 1521">
            <a:extLst>
              <a:ext uri="{FF2B5EF4-FFF2-40B4-BE49-F238E27FC236}">
                <a16:creationId xmlns:a16="http://schemas.microsoft.com/office/drawing/2014/main" id="{3054A609-493A-DE34-E48E-296FAC2955C7}"/>
              </a:ext>
            </a:extLst>
          </p:cNvPr>
          <p:cNvSpPr txBox="1"/>
          <p:nvPr/>
        </p:nvSpPr>
        <p:spPr>
          <a:xfrm>
            <a:off x="313858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586" name="TextBox 1585">
            <a:extLst>
              <a:ext uri="{FF2B5EF4-FFF2-40B4-BE49-F238E27FC236}">
                <a16:creationId xmlns:a16="http://schemas.microsoft.com/office/drawing/2014/main" id="{4A669F6B-4105-725B-D1B8-2486FC868F00}"/>
              </a:ext>
            </a:extLst>
          </p:cNvPr>
          <p:cNvSpPr txBox="1"/>
          <p:nvPr/>
        </p:nvSpPr>
        <p:spPr>
          <a:xfrm>
            <a:off x="351242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62113E69-0E09-3BC1-1694-A39C1E94D9E2}"/>
              </a:ext>
            </a:extLst>
          </p:cNvPr>
          <p:cNvSpPr txBox="1"/>
          <p:nvPr/>
        </p:nvSpPr>
        <p:spPr>
          <a:xfrm>
            <a:off x="390069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15C32CDB-8960-4122-715C-5FB7FCE51852}"/>
              </a:ext>
            </a:extLst>
          </p:cNvPr>
          <p:cNvSpPr txBox="1"/>
          <p:nvPr/>
        </p:nvSpPr>
        <p:spPr>
          <a:xfrm>
            <a:off x="428559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8F3A7CCE-C622-539B-9CCF-257AE4708563}"/>
              </a:ext>
            </a:extLst>
          </p:cNvPr>
          <p:cNvSpPr txBox="1"/>
          <p:nvPr/>
        </p:nvSpPr>
        <p:spPr>
          <a:xfrm>
            <a:off x="4664271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4B65D0B4-D772-F101-D99F-638F55B1E671}"/>
              </a:ext>
            </a:extLst>
          </p:cNvPr>
          <p:cNvSpPr txBox="1"/>
          <p:nvPr/>
        </p:nvSpPr>
        <p:spPr>
          <a:xfrm>
            <a:off x="503904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BC5E7E80-7E70-3E8D-4850-996CD91D8FD4}"/>
              </a:ext>
            </a:extLst>
          </p:cNvPr>
          <p:cNvSpPr txBox="1"/>
          <p:nvPr/>
        </p:nvSpPr>
        <p:spPr>
          <a:xfrm>
            <a:off x="542433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D1E8BFB5-A835-2F11-0FB3-23C2E85C19C4}"/>
              </a:ext>
            </a:extLst>
          </p:cNvPr>
          <p:cNvSpPr txBox="1"/>
          <p:nvPr/>
        </p:nvSpPr>
        <p:spPr>
          <a:xfrm>
            <a:off x="580492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82DEE96-18E0-6F8A-4EBB-B39397634BD9}"/>
              </a:ext>
            </a:extLst>
          </p:cNvPr>
          <p:cNvSpPr txBox="1"/>
          <p:nvPr/>
        </p:nvSpPr>
        <p:spPr>
          <a:xfrm>
            <a:off x="618638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0180E343-C385-3D63-B1BB-0247516A5CE4}"/>
              </a:ext>
            </a:extLst>
          </p:cNvPr>
          <p:cNvSpPr txBox="1"/>
          <p:nvPr/>
        </p:nvSpPr>
        <p:spPr>
          <a:xfrm>
            <a:off x="73233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908AE3D2-E91D-907E-F058-2123768F9227}"/>
              </a:ext>
            </a:extLst>
          </p:cNvPr>
          <p:cNvSpPr txBox="1"/>
          <p:nvPr/>
        </p:nvSpPr>
        <p:spPr>
          <a:xfrm>
            <a:off x="770832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E15EFDD8-1DF6-38A0-6063-E8F5B021BA15}"/>
              </a:ext>
            </a:extLst>
          </p:cNvPr>
          <p:cNvSpPr txBox="1"/>
          <p:nvPr/>
        </p:nvSpPr>
        <p:spPr>
          <a:xfrm>
            <a:off x="808518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969E2C91-78F1-9D8F-C09A-96BA290982F2}"/>
              </a:ext>
            </a:extLst>
          </p:cNvPr>
          <p:cNvSpPr txBox="1"/>
          <p:nvPr/>
        </p:nvSpPr>
        <p:spPr>
          <a:xfrm>
            <a:off x="847021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755" name="TextBox 1754">
            <a:extLst>
              <a:ext uri="{FF2B5EF4-FFF2-40B4-BE49-F238E27FC236}">
                <a16:creationId xmlns:a16="http://schemas.microsoft.com/office/drawing/2014/main" id="{0707E37A-7683-7672-5420-51BB258745EF}"/>
              </a:ext>
            </a:extLst>
          </p:cNvPr>
          <p:cNvSpPr txBox="1"/>
          <p:nvPr/>
        </p:nvSpPr>
        <p:spPr>
          <a:xfrm>
            <a:off x="885524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15F9107-B3FC-29EA-A079-10EE431F827F}"/>
              </a:ext>
            </a:extLst>
          </p:cNvPr>
          <p:cNvSpPr txBox="1"/>
          <p:nvPr/>
        </p:nvSpPr>
        <p:spPr>
          <a:xfrm>
            <a:off x="924026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9A46D7B3-30AF-B62F-69B5-DFAF4A9E2DA7}"/>
              </a:ext>
            </a:extLst>
          </p:cNvPr>
          <p:cNvSpPr txBox="1"/>
          <p:nvPr/>
        </p:nvSpPr>
        <p:spPr>
          <a:xfrm>
            <a:off x="962529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7B6135FF-B8DC-EB15-7000-F3F6AF84A8BF}"/>
              </a:ext>
            </a:extLst>
          </p:cNvPr>
          <p:cNvSpPr txBox="1"/>
          <p:nvPr/>
        </p:nvSpPr>
        <p:spPr>
          <a:xfrm>
            <a:off x="999398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27A7E728-4D75-DB2F-E9C6-E39FB696B026}"/>
              </a:ext>
            </a:extLst>
          </p:cNvPr>
          <p:cNvSpPr txBox="1"/>
          <p:nvPr/>
        </p:nvSpPr>
        <p:spPr>
          <a:xfrm>
            <a:off x="1037901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BA701FF4-377E-6CB6-5330-A69CD4DAD47E}"/>
              </a:ext>
            </a:extLst>
          </p:cNvPr>
          <p:cNvSpPr txBox="1"/>
          <p:nvPr/>
        </p:nvSpPr>
        <p:spPr>
          <a:xfrm>
            <a:off x="1076403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3C7B6BDE-3C3F-7A06-1274-B38E69A57458}"/>
              </a:ext>
            </a:extLst>
          </p:cNvPr>
          <p:cNvSpPr txBox="1"/>
          <p:nvPr/>
        </p:nvSpPr>
        <p:spPr>
          <a:xfrm>
            <a:off x="111425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0A5855C-8802-6821-0133-F9F78821C518}"/>
              </a:ext>
            </a:extLst>
          </p:cNvPr>
          <p:cNvSpPr txBox="1"/>
          <p:nvPr/>
        </p:nvSpPr>
        <p:spPr>
          <a:xfrm>
            <a:off x="3203596" y="316434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51777B7D-03D9-DF18-D36D-A87FA0D52D65}"/>
              </a:ext>
            </a:extLst>
          </p:cNvPr>
          <p:cNvSpPr txBox="1"/>
          <p:nvPr/>
        </p:nvSpPr>
        <p:spPr>
          <a:xfrm>
            <a:off x="351463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523" name="TextBox 1522">
            <a:extLst>
              <a:ext uri="{FF2B5EF4-FFF2-40B4-BE49-F238E27FC236}">
                <a16:creationId xmlns:a16="http://schemas.microsoft.com/office/drawing/2014/main" id="{48E513D8-9896-EBE8-A134-4FE2ADB36B8C}"/>
              </a:ext>
            </a:extLst>
          </p:cNvPr>
          <p:cNvSpPr txBox="1"/>
          <p:nvPr/>
        </p:nvSpPr>
        <p:spPr>
          <a:xfrm>
            <a:off x="389879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587" name="TextBox 1586">
            <a:extLst>
              <a:ext uri="{FF2B5EF4-FFF2-40B4-BE49-F238E27FC236}">
                <a16:creationId xmlns:a16="http://schemas.microsoft.com/office/drawing/2014/main" id="{29054A0B-754E-3EB6-04AF-6B596F1C0FC0}"/>
              </a:ext>
            </a:extLst>
          </p:cNvPr>
          <p:cNvSpPr txBox="1"/>
          <p:nvPr/>
        </p:nvSpPr>
        <p:spPr>
          <a:xfrm>
            <a:off x="427708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A2A6A83-266E-57E5-448D-305D9145ED84}"/>
              </a:ext>
            </a:extLst>
          </p:cNvPr>
          <p:cNvSpPr txBox="1"/>
          <p:nvPr/>
        </p:nvSpPr>
        <p:spPr>
          <a:xfrm>
            <a:off x="4660914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37169490-156F-7DD7-BB21-E6245DF46DE4}"/>
              </a:ext>
            </a:extLst>
          </p:cNvPr>
          <p:cNvSpPr txBox="1"/>
          <p:nvPr/>
        </p:nvSpPr>
        <p:spPr>
          <a:xfrm>
            <a:off x="504580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8196893A-9006-6203-30AC-54FCA3A9DE63}"/>
              </a:ext>
            </a:extLst>
          </p:cNvPr>
          <p:cNvSpPr txBox="1"/>
          <p:nvPr/>
        </p:nvSpPr>
        <p:spPr>
          <a:xfrm>
            <a:off x="542448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7F5FF873-8345-1DEF-EFCE-58049B03B6B8}"/>
              </a:ext>
            </a:extLst>
          </p:cNvPr>
          <p:cNvSpPr txBox="1"/>
          <p:nvPr/>
        </p:nvSpPr>
        <p:spPr>
          <a:xfrm>
            <a:off x="5799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A61B1B8-0ACE-8BCF-55C6-CF5A2BC07188}"/>
              </a:ext>
            </a:extLst>
          </p:cNvPr>
          <p:cNvSpPr txBox="1"/>
          <p:nvPr/>
        </p:nvSpPr>
        <p:spPr>
          <a:xfrm>
            <a:off x="6184556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750B7AD-805A-4EDF-9A84-4C7DE0C97594}"/>
              </a:ext>
            </a:extLst>
          </p:cNvPr>
          <p:cNvSpPr txBox="1"/>
          <p:nvPr/>
        </p:nvSpPr>
        <p:spPr>
          <a:xfrm>
            <a:off x="656958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076615C4-8B6F-B205-E78B-1FC4E46A08D3}"/>
              </a:ext>
            </a:extLst>
          </p:cNvPr>
          <p:cNvSpPr txBox="1"/>
          <p:nvPr/>
        </p:nvSpPr>
        <p:spPr>
          <a:xfrm>
            <a:off x="695031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4368A218-574C-204C-6A04-E05DC53044A2}"/>
              </a:ext>
            </a:extLst>
          </p:cNvPr>
          <p:cNvSpPr txBox="1"/>
          <p:nvPr/>
        </p:nvSpPr>
        <p:spPr>
          <a:xfrm>
            <a:off x="73233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C6105415-B469-7C94-6FEC-C07453EAE06B}"/>
              </a:ext>
            </a:extLst>
          </p:cNvPr>
          <p:cNvSpPr txBox="1"/>
          <p:nvPr/>
        </p:nvSpPr>
        <p:spPr>
          <a:xfrm>
            <a:off x="770832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B1E925DA-D21F-4707-D09B-54FFAA47951F}"/>
              </a:ext>
            </a:extLst>
          </p:cNvPr>
          <p:cNvSpPr txBox="1"/>
          <p:nvPr/>
        </p:nvSpPr>
        <p:spPr>
          <a:xfrm>
            <a:off x="808518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1C2C7AE-D058-3716-98FC-A4188A8EC409}"/>
              </a:ext>
            </a:extLst>
          </p:cNvPr>
          <p:cNvSpPr txBox="1"/>
          <p:nvPr/>
        </p:nvSpPr>
        <p:spPr>
          <a:xfrm>
            <a:off x="847021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58222DC1-8289-CC61-4B91-9D5839353465}"/>
              </a:ext>
            </a:extLst>
          </p:cNvPr>
          <p:cNvSpPr txBox="1"/>
          <p:nvPr/>
        </p:nvSpPr>
        <p:spPr>
          <a:xfrm>
            <a:off x="885524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CB650F18-E5FC-CF96-6AB9-8C531CDDE7EB}"/>
              </a:ext>
            </a:extLst>
          </p:cNvPr>
          <p:cNvSpPr txBox="1"/>
          <p:nvPr/>
        </p:nvSpPr>
        <p:spPr>
          <a:xfrm>
            <a:off x="9240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37DDFCCD-B1FF-A835-9E5F-F5C297BC20D3}"/>
              </a:ext>
            </a:extLst>
          </p:cNvPr>
          <p:cNvSpPr txBox="1"/>
          <p:nvPr/>
        </p:nvSpPr>
        <p:spPr>
          <a:xfrm>
            <a:off x="962529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9D43F80B-B255-16C6-528A-9FFF0CF9593D}"/>
              </a:ext>
            </a:extLst>
          </p:cNvPr>
          <p:cNvSpPr txBox="1"/>
          <p:nvPr/>
        </p:nvSpPr>
        <p:spPr>
          <a:xfrm>
            <a:off x="999398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7F1ED0B5-1ECF-2AC6-C703-FFFF205221F7}"/>
              </a:ext>
            </a:extLst>
          </p:cNvPr>
          <p:cNvSpPr txBox="1"/>
          <p:nvPr/>
        </p:nvSpPr>
        <p:spPr>
          <a:xfrm>
            <a:off x="1037901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3CFEF14-1C7A-E9D3-97EB-DE69799677C2}"/>
              </a:ext>
            </a:extLst>
          </p:cNvPr>
          <p:cNvSpPr txBox="1"/>
          <p:nvPr/>
        </p:nvSpPr>
        <p:spPr>
          <a:xfrm>
            <a:off x="1076403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C174D048-E1E6-E02E-4853-5FC1452B5B93}"/>
              </a:ext>
            </a:extLst>
          </p:cNvPr>
          <p:cNvSpPr txBox="1"/>
          <p:nvPr/>
        </p:nvSpPr>
        <p:spPr>
          <a:xfrm>
            <a:off x="111425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C6246D0-CC14-12B0-DC51-C9ABBF7B88BD}"/>
              </a:ext>
            </a:extLst>
          </p:cNvPr>
          <p:cNvSpPr txBox="1"/>
          <p:nvPr/>
        </p:nvSpPr>
        <p:spPr>
          <a:xfrm>
            <a:off x="3203596" y="402508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47344A62-44AA-4352-FE06-4B6A92D896F5}"/>
              </a:ext>
            </a:extLst>
          </p:cNvPr>
          <p:cNvSpPr txBox="1"/>
          <p:nvPr/>
        </p:nvSpPr>
        <p:spPr>
          <a:xfrm>
            <a:off x="3514632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525" name="TextBox 1524">
            <a:extLst>
              <a:ext uri="{FF2B5EF4-FFF2-40B4-BE49-F238E27FC236}">
                <a16:creationId xmlns:a16="http://schemas.microsoft.com/office/drawing/2014/main" id="{A80AD8BA-FA0B-8060-CABA-469B60DFDA81}"/>
              </a:ext>
            </a:extLst>
          </p:cNvPr>
          <p:cNvSpPr txBox="1"/>
          <p:nvPr/>
        </p:nvSpPr>
        <p:spPr>
          <a:xfrm>
            <a:off x="389879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0AA28DD8-F0CB-9904-9946-9B9907071100}"/>
              </a:ext>
            </a:extLst>
          </p:cNvPr>
          <p:cNvSpPr txBox="1"/>
          <p:nvPr/>
        </p:nvSpPr>
        <p:spPr>
          <a:xfrm>
            <a:off x="427708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581DCF7-9014-3ED8-9E66-87E10F94D84E}"/>
              </a:ext>
            </a:extLst>
          </p:cNvPr>
          <p:cNvSpPr txBox="1"/>
          <p:nvPr/>
        </p:nvSpPr>
        <p:spPr>
          <a:xfrm>
            <a:off x="4660914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C379FB3-6E98-0D78-FABD-5839C6E91C61}"/>
              </a:ext>
            </a:extLst>
          </p:cNvPr>
          <p:cNvSpPr txBox="1"/>
          <p:nvPr/>
        </p:nvSpPr>
        <p:spPr>
          <a:xfrm>
            <a:off x="504580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25B9715C-880E-5C8C-8EF1-D0CC636E7D02}"/>
              </a:ext>
            </a:extLst>
          </p:cNvPr>
          <p:cNvSpPr txBox="1"/>
          <p:nvPr/>
        </p:nvSpPr>
        <p:spPr>
          <a:xfrm>
            <a:off x="542448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5A410035-A276-7F2B-98F1-2A6301BE5224}"/>
              </a:ext>
            </a:extLst>
          </p:cNvPr>
          <p:cNvSpPr txBox="1"/>
          <p:nvPr/>
        </p:nvSpPr>
        <p:spPr>
          <a:xfrm>
            <a:off x="5799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67FAC8F1-CF9B-9E42-00EC-C6EF541DF0AE}"/>
              </a:ext>
            </a:extLst>
          </p:cNvPr>
          <p:cNvSpPr txBox="1"/>
          <p:nvPr/>
        </p:nvSpPr>
        <p:spPr>
          <a:xfrm>
            <a:off x="6184556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AADF921E-81F7-46F5-96BD-C163DDCA6447}"/>
              </a:ext>
            </a:extLst>
          </p:cNvPr>
          <p:cNvSpPr txBox="1"/>
          <p:nvPr/>
        </p:nvSpPr>
        <p:spPr>
          <a:xfrm>
            <a:off x="656958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73B431D-4EFE-5BF9-45FE-6A9D8AB21490}"/>
              </a:ext>
            </a:extLst>
          </p:cNvPr>
          <p:cNvSpPr txBox="1"/>
          <p:nvPr/>
        </p:nvSpPr>
        <p:spPr>
          <a:xfrm>
            <a:off x="695031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B80D3CF2-BC72-E622-6ECA-132BE8FAF105}"/>
              </a:ext>
            </a:extLst>
          </p:cNvPr>
          <p:cNvSpPr txBox="1"/>
          <p:nvPr/>
        </p:nvSpPr>
        <p:spPr>
          <a:xfrm>
            <a:off x="7323303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318" name="TextBox 1317">
            <a:extLst>
              <a:ext uri="{FF2B5EF4-FFF2-40B4-BE49-F238E27FC236}">
                <a16:creationId xmlns:a16="http://schemas.microsoft.com/office/drawing/2014/main" id="{B1086FAA-53C9-28BC-2261-03A31D1B6317}"/>
              </a:ext>
            </a:extLst>
          </p:cNvPr>
          <p:cNvSpPr txBox="1"/>
          <p:nvPr/>
        </p:nvSpPr>
        <p:spPr>
          <a:xfrm>
            <a:off x="770832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EC38452-159F-51A3-796D-1BB1CA5285E0}"/>
              </a:ext>
            </a:extLst>
          </p:cNvPr>
          <p:cNvSpPr txBox="1"/>
          <p:nvPr/>
        </p:nvSpPr>
        <p:spPr>
          <a:xfrm>
            <a:off x="808518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A4AD5A16-80CC-E78D-4A9A-96B89EAEA7D0}"/>
              </a:ext>
            </a:extLst>
          </p:cNvPr>
          <p:cNvSpPr txBox="1"/>
          <p:nvPr/>
        </p:nvSpPr>
        <p:spPr>
          <a:xfrm>
            <a:off x="847021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79A8F08C-46FB-BCEB-87E3-55607F8CD267}"/>
              </a:ext>
            </a:extLst>
          </p:cNvPr>
          <p:cNvSpPr txBox="1"/>
          <p:nvPr/>
        </p:nvSpPr>
        <p:spPr>
          <a:xfrm>
            <a:off x="885524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41AC850-E482-3A4A-E18F-1C5E09385F39}"/>
              </a:ext>
            </a:extLst>
          </p:cNvPr>
          <p:cNvSpPr txBox="1"/>
          <p:nvPr/>
        </p:nvSpPr>
        <p:spPr>
          <a:xfrm>
            <a:off x="9240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011F9E82-2555-29DE-025D-C8F7BD9674B5}"/>
              </a:ext>
            </a:extLst>
          </p:cNvPr>
          <p:cNvSpPr txBox="1"/>
          <p:nvPr/>
        </p:nvSpPr>
        <p:spPr>
          <a:xfrm>
            <a:off x="962529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86D89-004E-AE21-B957-1970976519D9}"/>
              </a:ext>
            </a:extLst>
          </p:cNvPr>
          <p:cNvSpPr txBox="1"/>
          <p:nvPr/>
        </p:nvSpPr>
        <p:spPr>
          <a:xfrm>
            <a:off x="999398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ED50C088-C1F7-3333-FD6E-C32B20EBC195}"/>
              </a:ext>
            </a:extLst>
          </p:cNvPr>
          <p:cNvSpPr txBox="1"/>
          <p:nvPr/>
        </p:nvSpPr>
        <p:spPr>
          <a:xfrm>
            <a:off x="10379012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31D09CC9-3879-D502-7D1C-9507B4221006}"/>
              </a:ext>
            </a:extLst>
          </p:cNvPr>
          <p:cNvSpPr txBox="1"/>
          <p:nvPr/>
        </p:nvSpPr>
        <p:spPr>
          <a:xfrm>
            <a:off x="10764037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BEE003E1-EFFF-1BC7-9AD5-EDE9CD4314C9}"/>
              </a:ext>
            </a:extLst>
          </p:cNvPr>
          <p:cNvSpPr txBox="1"/>
          <p:nvPr/>
        </p:nvSpPr>
        <p:spPr>
          <a:xfrm>
            <a:off x="11142503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DC548AD9-E08C-4B11-2942-DFF257E1CED1}"/>
              </a:ext>
            </a:extLst>
          </p:cNvPr>
          <p:cNvSpPr txBox="1"/>
          <p:nvPr/>
        </p:nvSpPr>
        <p:spPr>
          <a:xfrm>
            <a:off x="3203596" y="446207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46042488-F8F7-377B-58F3-A7D6B49F6C10}"/>
              </a:ext>
            </a:extLst>
          </p:cNvPr>
          <p:cNvSpPr txBox="1"/>
          <p:nvPr/>
        </p:nvSpPr>
        <p:spPr>
          <a:xfrm>
            <a:off x="351393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526" name="TextBox 1525">
            <a:extLst>
              <a:ext uri="{FF2B5EF4-FFF2-40B4-BE49-F238E27FC236}">
                <a16:creationId xmlns:a16="http://schemas.microsoft.com/office/drawing/2014/main" id="{0C41E307-3A26-EA82-22EB-0B39B04C0929}"/>
              </a:ext>
            </a:extLst>
          </p:cNvPr>
          <p:cNvSpPr txBox="1"/>
          <p:nvPr/>
        </p:nvSpPr>
        <p:spPr>
          <a:xfrm>
            <a:off x="389739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590" name="TextBox 1589">
            <a:extLst>
              <a:ext uri="{FF2B5EF4-FFF2-40B4-BE49-F238E27FC236}">
                <a16:creationId xmlns:a16="http://schemas.microsoft.com/office/drawing/2014/main" id="{D79E03E3-315E-0380-AE5E-715B3B53E5EE}"/>
              </a:ext>
            </a:extLst>
          </p:cNvPr>
          <p:cNvSpPr txBox="1"/>
          <p:nvPr/>
        </p:nvSpPr>
        <p:spPr>
          <a:xfrm>
            <a:off x="427497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C80AF132-519F-0207-D321-5D04410A1CD7}"/>
              </a:ext>
            </a:extLst>
          </p:cNvPr>
          <p:cNvSpPr txBox="1"/>
          <p:nvPr/>
        </p:nvSpPr>
        <p:spPr>
          <a:xfrm>
            <a:off x="465811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099869B-E503-252B-1D27-A97FD0B64AE3}"/>
              </a:ext>
            </a:extLst>
          </p:cNvPr>
          <p:cNvSpPr txBox="1"/>
          <p:nvPr/>
        </p:nvSpPr>
        <p:spPr>
          <a:xfrm>
            <a:off x="5042304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E5E74E8-ADD6-8BD5-0374-12AF56C4F1C9}"/>
              </a:ext>
            </a:extLst>
          </p:cNvPr>
          <p:cNvSpPr txBox="1"/>
          <p:nvPr/>
        </p:nvSpPr>
        <p:spPr>
          <a:xfrm>
            <a:off x="5420282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60AAA4F-F3ED-1608-DEDA-84758467D678}"/>
              </a:ext>
            </a:extLst>
          </p:cNvPr>
          <p:cNvSpPr txBox="1"/>
          <p:nvPr/>
        </p:nvSpPr>
        <p:spPr>
          <a:xfrm>
            <a:off x="579435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3302BE11-5447-7EB2-B874-878EFAB1BAF4}"/>
              </a:ext>
            </a:extLst>
          </p:cNvPr>
          <p:cNvSpPr txBox="1"/>
          <p:nvPr/>
        </p:nvSpPr>
        <p:spPr>
          <a:xfrm>
            <a:off x="61789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6A637D3D-A7BD-6646-0652-8A09C2C4BCDB}"/>
              </a:ext>
            </a:extLst>
          </p:cNvPr>
          <p:cNvSpPr txBox="1"/>
          <p:nvPr/>
        </p:nvSpPr>
        <p:spPr>
          <a:xfrm>
            <a:off x="65632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17BC31CC-859E-96D1-338A-CF5A57BCCBA0}"/>
              </a:ext>
            </a:extLst>
          </p:cNvPr>
          <p:cNvSpPr txBox="1"/>
          <p:nvPr/>
        </p:nvSpPr>
        <p:spPr>
          <a:xfrm>
            <a:off x="694330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315544DE-D889-18F3-0231-027BFB8A79A7}"/>
              </a:ext>
            </a:extLst>
          </p:cNvPr>
          <p:cNvSpPr txBox="1"/>
          <p:nvPr/>
        </p:nvSpPr>
        <p:spPr>
          <a:xfrm>
            <a:off x="731559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319" name="TextBox 1318">
            <a:extLst>
              <a:ext uri="{FF2B5EF4-FFF2-40B4-BE49-F238E27FC236}">
                <a16:creationId xmlns:a16="http://schemas.microsoft.com/office/drawing/2014/main" id="{118D4284-2E12-BDE7-D9CC-13A6A43C9F87}"/>
              </a:ext>
            </a:extLst>
          </p:cNvPr>
          <p:cNvSpPr txBox="1"/>
          <p:nvPr/>
        </p:nvSpPr>
        <p:spPr>
          <a:xfrm>
            <a:off x="769991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6088A985-6D8D-B62A-1F3D-0B8B95D25A34}"/>
              </a:ext>
            </a:extLst>
          </p:cNvPr>
          <p:cNvSpPr txBox="1"/>
          <p:nvPr/>
        </p:nvSpPr>
        <p:spPr>
          <a:xfrm>
            <a:off x="807607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B044B3E-9A9A-D944-C8E1-0562AD2B5D88}"/>
              </a:ext>
            </a:extLst>
          </p:cNvPr>
          <p:cNvSpPr txBox="1"/>
          <p:nvPr/>
        </p:nvSpPr>
        <p:spPr>
          <a:xfrm>
            <a:off x="8460399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416CB4B2-F221-012C-FE1A-5E8D2E3C49F8}"/>
              </a:ext>
            </a:extLst>
          </p:cNvPr>
          <p:cNvSpPr txBox="1"/>
          <p:nvPr/>
        </p:nvSpPr>
        <p:spPr>
          <a:xfrm>
            <a:off x="8844723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B23F091-43F5-473E-D64D-1AEC7E5BEF6F}"/>
              </a:ext>
            </a:extLst>
          </p:cNvPr>
          <p:cNvSpPr txBox="1"/>
          <p:nvPr/>
        </p:nvSpPr>
        <p:spPr>
          <a:xfrm>
            <a:off x="92290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814DEE75-2152-800A-DF87-3AE4852FC598}"/>
              </a:ext>
            </a:extLst>
          </p:cNvPr>
          <p:cNvSpPr txBox="1"/>
          <p:nvPr/>
        </p:nvSpPr>
        <p:spPr>
          <a:xfrm>
            <a:off x="96133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7BBF9127-939E-4E1E-243B-317AB8B5E30B}"/>
              </a:ext>
            </a:extLst>
          </p:cNvPr>
          <p:cNvSpPr txBox="1"/>
          <p:nvPr/>
        </p:nvSpPr>
        <p:spPr>
          <a:xfrm>
            <a:off x="998136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F1B7B9B-4B22-0A90-1681-48646C0C546C}"/>
              </a:ext>
            </a:extLst>
          </p:cNvPr>
          <p:cNvSpPr txBox="1"/>
          <p:nvPr/>
        </p:nvSpPr>
        <p:spPr>
          <a:xfrm>
            <a:off x="10365691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0981E34E-411F-D64F-B64A-EE4268934A7F}"/>
              </a:ext>
            </a:extLst>
          </p:cNvPr>
          <p:cNvSpPr txBox="1"/>
          <p:nvPr/>
        </p:nvSpPr>
        <p:spPr>
          <a:xfrm>
            <a:off x="10750015" y="446112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F74E2B03-7B53-602C-350D-3F19A7B4321B}"/>
              </a:ext>
            </a:extLst>
          </p:cNvPr>
          <p:cNvSpPr txBox="1"/>
          <p:nvPr/>
        </p:nvSpPr>
        <p:spPr>
          <a:xfrm>
            <a:off x="11142503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63D8108F-F83D-7750-99C5-63E3FBC53F43}"/>
              </a:ext>
            </a:extLst>
          </p:cNvPr>
          <p:cNvSpPr txBox="1"/>
          <p:nvPr/>
        </p:nvSpPr>
        <p:spPr>
          <a:xfrm>
            <a:off x="3203596" y="489244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627C540-7E43-863D-B756-9D2A4BE26B4D}"/>
              </a:ext>
            </a:extLst>
          </p:cNvPr>
          <p:cNvSpPr txBox="1"/>
          <p:nvPr/>
        </p:nvSpPr>
        <p:spPr>
          <a:xfrm>
            <a:off x="3514632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538" name="TextBox 1537">
            <a:extLst>
              <a:ext uri="{FF2B5EF4-FFF2-40B4-BE49-F238E27FC236}">
                <a16:creationId xmlns:a16="http://schemas.microsoft.com/office/drawing/2014/main" id="{0EA169B0-1586-2BCB-405F-0C7006DE7B06}"/>
              </a:ext>
            </a:extLst>
          </p:cNvPr>
          <p:cNvSpPr txBox="1"/>
          <p:nvPr/>
        </p:nvSpPr>
        <p:spPr>
          <a:xfrm>
            <a:off x="389879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591" name="TextBox 1590">
            <a:extLst>
              <a:ext uri="{FF2B5EF4-FFF2-40B4-BE49-F238E27FC236}">
                <a16:creationId xmlns:a16="http://schemas.microsoft.com/office/drawing/2014/main" id="{6C1D0449-9810-A9F3-35B4-83D7910749B8}"/>
              </a:ext>
            </a:extLst>
          </p:cNvPr>
          <p:cNvSpPr txBox="1"/>
          <p:nvPr/>
        </p:nvSpPr>
        <p:spPr>
          <a:xfrm>
            <a:off x="427708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0D90C42-5DD9-EF73-3296-4C4D0324F15D}"/>
              </a:ext>
            </a:extLst>
          </p:cNvPr>
          <p:cNvSpPr txBox="1"/>
          <p:nvPr/>
        </p:nvSpPr>
        <p:spPr>
          <a:xfrm>
            <a:off x="4660914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828B40B-5F28-87DA-4CC0-7871E596614D}"/>
              </a:ext>
            </a:extLst>
          </p:cNvPr>
          <p:cNvSpPr txBox="1"/>
          <p:nvPr/>
        </p:nvSpPr>
        <p:spPr>
          <a:xfrm>
            <a:off x="504580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397AAEED-FCC8-9530-797C-184B12724AE1}"/>
              </a:ext>
            </a:extLst>
          </p:cNvPr>
          <p:cNvSpPr txBox="1"/>
          <p:nvPr/>
        </p:nvSpPr>
        <p:spPr>
          <a:xfrm>
            <a:off x="542448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004B2372-4AAC-93EA-30B3-23DDCE34F15E}"/>
              </a:ext>
            </a:extLst>
          </p:cNvPr>
          <p:cNvSpPr txBox="1"/>
          <p:nvPr/>
        </p:nvSpPr>
        <p:spPr>
          <a:xfrm>
            <a:off x="5799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5F789674-2B58-2B4E-67F6-816468356234}"/>
              </a:ext>
            </a:extLst>
          </p:cNvPr>
          <p:cNvSpPr txBox="1"/>
          <p:nvPr/>
        </p:nvSpPr>
        <p:spPr>
          <a:xfrm>
            <a:off x="6184556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E4038184-5E53-E996-28B4-EFB34F25F316}"/>
              </a:ext>
            </a:extLst>
          </p:cNvPr>
          <p:cNvSpPr txBox="1"/>
          <p:nvPr/>
        </p:nvSpPr>
        <p:spPr>
          <a:xfrm>
            <a:off x="656958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1E1D6B0-77D1-1C6D-8E1A-EA948FC200EE}"/>
              </a:ext>
            </a:extLst>
          </p:cNvPr>
          <p:cNvSpPr txBox="1"/>
          <p:nvPr/>
        </p:nvSpPr>
        <p:spPr>
          <a:xfrm>
            <a:off x="695031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19F2121A-B7AC-B2B5-DFB8-A48C0428CF04}"/>
              </a:ext>
            </a:extLst>
          </p:cNvPr>
          <p:cNvSpPr txBox="1"/>
          <p:nvPr/>
        </p:nvSpPr>
        <p:spPr>
          <a:xfrm>
            <a:off x="7323303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DAA8AFB-B77B-28EF-130A-07DF0A317854}"/>
              </a:ext>
            </a:extLst>
          </p:cNvPr>
          <p:cNvSpPr txBox="1"/>
          <p:nvPr/>
        </p:nvSpPr>
        <p:spPr>
          <a:xfrm>
            <a:off x="770832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CC590DD1-23C4-260F-48F3-48212805DE93}"/>
              </a:ext>
            </a:extLst>
          </p:cNvPr>
          <p:cNvSpPr txBox="1"/>
          <p:nvPr/>
        </p:nvSpPr>
        <p:spPr>
          <a:xfrm>
            <a:off x="808518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8C119711-84DE-2AD5-0237-81F140530F26}"/>
              </a:ext>
            </a:extLst>
          </p:cNvPr>
          <p:cNvSpPr txBox="1"/>
          <p:nvPr/>
        </p:nvSpPr>
        <p:spPr>
          <a:xfrm>
            <a:off x="847021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C75F811B-FAF2-EBD5-CD1F-7DA737B30A9E}"/>
              </a:ext>
            </a:extLst>
          </p:cNvPr>
          <p:cNvSpPr txBox="1"/>
          <p:nvPr/>
        </p:nvSpPr>
        <p:spPr>
          <a:xfrm>
            <a:off x="885524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1CF9B6ED-BF2C-9FE7-8C3B-92B943CF921E}"/>
              </a:ext>
            </a:extLst>
          </p:cNvPr>
          <p:cNvSpPr txBox="1"/>
          <p:nvPr/>
        </p:nvSpPr>
        <p:spPr>
          <a:xfrm>
            <a:off x="9240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9AA3BF6-B355-465B-D299-80CEE063AC7F}"/>
              </a:ext>
            </a:extLst>
          </p:cNvPr>
          <p:cNvSpPr txBox="1"/>
          <p:nvPr/>
        </p:nvSpPr>
        <p:spPr>
          <a:xfrm>
            <a:off x="962529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3C1B98D6-FAC4-3A95-2758-3C305DEC98E9}"/>
              </a:ext>
            </a:extLst>
          </p:cNvPr>
          <p:cNvSpPr txBox="1"/>
          <p:nvPr/>
        </p:nvSpPr>
        <p:spPr>
          <a:xfrm>
            <a:off x="999398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626F899A-83E2-93AD-E1BD-BF9322AC59AB}"/>
              </a:ext>
            </a:extLst>
          </p:cNvPr>
          <p:cNvSpPr txBox="1"/>
          <p:nvPr/>
        </p:nvSpPr>
        <p:spPr>
          <a:xfrm>
            <a:off x="10379012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CBD88B01-CDC2-B4A6-BC95-0E8E3E7A208B}"/>
              </a:ext>
            </a:extLst>
          </p:cNvPr>
          <p:cNvSpPr txBox="1"/>
          <p:nvPr/>
        </p:nvSpPr>
        <p:spPr>
          <a:xfrm>
            <a:off x="10764037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4B7007D5-D45D-1C3D-0E38-DEE3B15CEF79}"/>
              </a:ext>
            </a:extLst>
          </p:cNvPr>
          <p:cNvSpPr txBox="1"/>
          <p:nvPr/>
        </p:nvSpPr>
        <p:spPr>
          <a:xfrm>
            <a:off x="11142503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57661887-C9DE-82A1-D7D5-56C598D240FF}"/>
              </a:ext>
            </a:extLst>
          </p:cNvPr>
          <p:cNvSpPr txBox="1"/>
          <p:nvPr/>
        </p:nvSpPr>
        <p:spPr>
          <a:xfrm>
            <a:off x="3203596" y="359471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C5E36B00-91D4-29F7-92D9-7F0706989CAD}"/>
              </a:ext>
            </a:extLst>
          </p:cNvPr>
          <p:cNvSpPr txBox="1"/>
          <p:nvPr/>
        </p:nvSpPr>
        <p:spPr>
          <a:xfrm>
            <a:off x="3514632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35DB0821-1ECE-3545-90EF-F333F271006D}"/>
              </a:ext>
            </a:extLst>
          </p:cNvPr>
          <p:cNvSpPr txBox="1"/>
          <p:nvPr/>
        </p:nvSpPr>
        <p:spPr>
          <a:xfrm>
            <a:off x="389879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588" name="TextBox 1587">
            <a:extLst>
              <a:ext uri="{FF2B5EF4-FFF2-40B4-BE49-F238E27FC236}">
                <a16:creationId xmlns:a16="http://schemas.microsoft.com/office/drawing/2014/main" id="{4CF91FC2-AE8A-68D9-9491-E0C5E28372F0}"/>
              </a:ext>
            </a:extLst>
          </p:cNvPr>
          <p:cNvSpPr txBox="1"/>
          <p:nvPr/>
        </p:nvSpPr>
        <p:spPr>
          <a:xfrm>
            <a:off x="427708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6AE180D4-5EA7-B333-7F06-BCF16CA2FD20}"/>
              </a:ext>
            </a:extLst>
          </p:cNvPr>
          <p:cNvSpPr txBox="1"/>
          <p:nvPr/>
        </p:nvSpPr>
        <p:spPr>
          <a:xfrm>
            <a:off x="4660914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21D43EE-FB4E-92A9-B959-13F50419A672}"/>
              </a:ext>
            </a:extLst>
          </p:cNvPr>
          <p:cNvSpPr txBox="1"/>
          <p:nvPr/>
        </p:nvSpPr>
        <p:spPr>
          <a:xfrm>
            <a:off x="504580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5B90D68-4283-6BD4-1B92-F05D23645924}"/>
              </a:ext>
            </a:extLst>
          </p:cNvPr>
          <p:cNvSpPr txBox="1"/>
          <p:nvPr/>
        </p:nvSpPr>
        <p:spPr>
          <a:xfrm>
            <a:off x="542448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61E939BE-E593-E538-3E95-A371C0195F60}"/>
              </a:ext>
            </a:extLst>
          </p:cNvPr>
          <p:cNvSpPr txBox="1"/>
          <p:nvPr/>
        </p:nvSpPr>
        <p:spPr>
          <a:xfrm>
            <a:off x="5799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E75730D-F00F-5890-64EC-19E9617C8A9D}"/>
              </a:ext>
            </a:extLst>
          </p:cNvPr>
          <p:cNvSpPr txBox="1"/>
          <p:nvPr/>
        </p:nvSpPr>
        <p:spPr>
          <a:xfrm>
            <a:off x="6184556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1A58B3EF-F2EB-A92B-42C2-EA2C18CE2977}"/>
              </a:ext>
            </a:extLst>
          </p:cNvPr>
          <p:cNvSpPr txBox="1"/>
          <p:nvPr/>
        </p:nvSpPr>
        <p:spPr>
          <a:xfrm>
            <a:off x="656958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C0E6F5B-D9BE-047A-32B2-D1BF1E7A9B84}"/>
              </a:ext>
            </a:extLst>
          </p:cNvPr>
          <p:cNvSpPr txBox="1"/>
          <p:nvPr/>
        </p:nvSpPr>
        <p:spPr>
          <a:xfrm>
            <a:off x="695031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23D6D3D-A478-C04E-0A14-FA49F0B1DA6F}"/>
              </a:ext>
            </a:extLst>
          </p:cNvPr>
          <p:cNvSpPr txBox="1"/>
          <p:nvPr/>
        </p:nvSpPr>
        <p:spPr>
          <a:xfrm>
            <a:off x="7323303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59C26746-DF03-846F-2A6A-BC7A8FFDCF6D}"/>
              </a:ext>
            </a:extLst>
          </p:cNvPr>
          <p:cNvSpPr txBox="1"/>
          <p:nvPr/>
        </p:nvSpPr>
        <p:spPr>
          <a:xfrm>
            <a:off x="770832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6B475E7-E5C6-6C39-FDCC-903B8982B46A}"/>
              </a:ext>
            </a:extLst>
          </p:cNvPr>
          <p:cNvSpPr txBox="1"/>
          <p:nvPr/>
        </p:nvSpPr>
        <p:spPr>
          <a:xfrm>
            <a:off x="808518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Cog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8A0B49A8-5853-C71C-884B-D09E87A0C251}"/>
              </a:ext>
            </a:extLst>
          </p:cNvPr>
          <p:cNvSpPr txBox="1"/>
          <p:nvPr/>
        </p:nvSpPr>
        <p:spPr>
          <a:xfrm>
            <a:off x="847021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 Cross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DCD11A1F-4D5E-6F9B-FFF4-5A71F1213D76}"/>
              </a:ext>
            </a:extLst>
          </p:cNvPr>
          <p:cNvSpPr txBox="1"/>
          <p:nvPr/>
        </p:nvSpPr>
        <p:spPr>
          <a:xfrm>
            <a:off x="885524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FFAED7EA-833A-508D-0B32-85B6E0CB7239}"/>
              </a:ext>
            </a:extLst>
          </p:cNvPr>
          <p:cNvSpPr txBox="1"/>
          <p:nvPr/>
        </p:nvSpPr>
        <p:spPr>
          <a:xfrm>
            <a:off x="9240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A0A38AB4-693E-C6BF-B1B8-6DCCCE5B8871}"/>
              </a:ext>
            </a:extLst>
          </p:cNvPr>
          <p:cNvSpPr txBox="1"/>
          <p:nvPr/>
        </p:nvSpPr>
        <p:spPr>
          <a:xfrm>
            <a:off x="962529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52E425C7-4EB1-B06F-1DF0-9D2B25ED3138}"/>
              </a:ext>
            </a:extLst>
          </p:cNvPr>
          <p:cNvSpPr txBox="1"/>
          <p:nvPr/>
        </p:nvSpPr>
        <p:spPr>
          <a:xfrm>
            <a:off x="999398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7755FC99-B5F5-9ECA-423F-CA5F2A59B001}"/>
              </a:ext>
            </a:extLst>
          </p:cNvPr>
          <p:cNvSpPr txBox="1"/>
          <p:nvPr/>
        </p:nvSpPr>
        <p:spPr>
          <a:xfrm>
            <a:off x="10355844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FA89639A-98A9-4EFD-96B0-7C556266B102}"/>
              </a:ext>
            </a:extLst>
          </p:cNvPr>
          <p:cNvSpPr txBox="1"/>
          <p:nvPr/>
        </p:nvSpPr>
        <p:spPr>
          <a:xfrm>
            <a:off x="10740869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3F8518BB-546E-53A0-41EC-BEF053C9F2D6}"/>
              </a:ext>
            </a:extLst>
          </p:cNvPr>
          <p:cNvSpPr txBox="1"/>
          <p:nvPr/>
        </p:nvSpPr>
        <p:spPr>
          <a:xfrm>
            <a:off x="1114018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6A7026DF-DE2F-4C22-A36B-CC41374B0FE8}"/>
              </a:ext>
            </a:extLst>
          </p:cNvPr>
          <p:cNvSpPr txBox="1"/>
          <p:nvPr/>
        </p:nvSpPr>
        <p:spPr>
          <a:xfrm>
            <a:off x="3203596" y="5758331"/>
            <a:ext cx="23872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88499115-84F1-4E8F-BF46-A0AA7B38A195}"/>
              </a:ext>
            </a:extLst>
          </p:cNvPr>
          <p:cNvSpPr txBox="1"/>
          <p:nvPr/>
        </p:nvSpPr>
        <p:spPr>
          <a:xfrm>
            <a:off x="3514632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7CD909B2-7094-DBDE-055D-78C65CA3214D}"/>
              </a:ext>
            </a:extLst>
          </p:cNvPr>
          <p:cNvSpPr txBox="1"/>
          <p:nvPr/>
        </p:nvSpPr>
        <p:spPr>
          <a:xfrm>
            <a:off x="3898797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F7D77BD-D6F2-771D-8397-6599B29E0B49}"/>
              </a:ext>
            </a:extLst>
          </p:cNvPr>
          <p:cNvSpPr txBox="1"/>
          <p:nvPr/>
        </p:nvSpPr>
        <p:spPr>
          <a:xfrm>
            <a:off x="427708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232F1D5A-D66A-6E3B-0CFC-408CF9D5EAD1}"/>
              </a:ext>
            </a:extLst>
          </p:cNvPr>
          <p:cNvSpPr txBox="1"/>
          <p:nvPr/>
        </p:nvSpPr>
        <p:spPr>
          <a:xfrm>
            <a:off x="4660914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32FF296A-2BB9-89DF-80BA-51E2F6FC2C17}"/>
              </a:ext>
            </a:extLst>
          </p:cNvPr>
          <p:cNvSpPr txBox="1"/>
          <p:nvPr/>
        </p:nvSpPr>
        <p:spPr>
          <a:xfrm>
            <a:off x="504580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3A79934E-F07E-65AD-E00A-5406C83B4E3E}"/>
              </a:ext>
            </a:extLst>
          </p:cNvPr>
          <p:cNvSpPr txBox="1"/>
          <p:nvPr/>
        </p:nvSpPr>
        <p:spPr>
          <a:xfrm>
            <a:off x="542448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7D6174E-6B48-E381-FD40-E08BF913AD21}"/>
              </a:ext>
            </a:extLst>
          </p:cNvPr>
          <p:cNvSpPr txBox="1"/>
          <p:nvPr/>
        </p:nvSpPr>
        <p:spPr>
          <a:xfrm>
            <a:off x="579926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4F6C6DDA-507A-EDB0-DA86-D7FB083E8D02}"/>
              </a:ext>
            </a:extLst>
          </p:cNvPr>
          <p:cNvSpPr txBox="1"/>
          <p:nvPr/>
        </p:nvSpPr>
        <p:spPr>
          <a:xfrm>
            <a:off x="6184556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A27B07A1-26B8-11A7-8554-CA63EA309ECD}"/>
              </a:ext>
            </a:extLst>
          </p:cNvPr>
          <p:cNvSpPr txBox="1"/>
          <p:nvPr/>
        </p:nvSpPr>
        <p:spPr>
          <a:xfrm>
            <a:off x="656958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9692EE85-2437-BC23-91F0-32B32B6E7CA5}"/>
              </a:ext>
            </a:extLst>
          </p:cNvPr>
          <p:cNvSpPr txBox="1"/>
          <p:nvPr/>
        </p:nvSpPr>
        <p:spPr>
          <a:xfrm>
            <a:off x="695031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25B5281D-0256-288D-A93E-FCFBEED5A561}"/>
              </a:ext>
            </a:extLst>
          </p:cNvPr>
          <p:cNvSpPr txBox="1"/>
          <p:nvPr/>
        </p:nvSpPr>
        <p:spPr>
          <a:xfrm>
            <a:off x="7323303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B3BF81B8-7472-C30F-7819-AD653BFB99B1}"/>
              </a:ext>
            </a:extLst>
          </p:cNvPr>
          <p:cNvSpPr txBox="1"/>
          <p:nvPr/>
        </p:nvSpPr>
        <p:spPr>
          <a:xfrm>
            <a:off x="770832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1AA63E92-122C-296A-9F55-CA06EC2C9720}"/>
              </a:ext>
            </a:extLst>
          </p:cNvPr>
          <p:cNvSpPr txBox="1"/>
          <p:nvPr/>
        </p:nvSpPr>
        <p:spPr>
          <a:xfrm>
            <a:off x="808518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C9E34F19-3D69-4835-15DE-D18B12E98DE3}"/>
              </a:ext>
            </a:extLst>
          </p:cNvPr>
          <p:cNvSpPr txBox="1"/>
          <p:nvPr/>
        </p:nvSpPr>
        <p:spPr>
          <a:xfrm>
            <a:off x="847021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41FDEFE-78D8-921C-65FA-460D98757E1B}"/>
              </a:ext>
            </a:extLst>
          </p:cNvPr>
          <p:cNvSpPr txBox="1"/>
          <p:nvPr/>
        </p:nvSpPr>
        <p:spPr>
          <a:xfrm>
            <a:off x="885524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9F4D3B08-0D9F-26B5-3E0F-892E4D5A2B9C}"/>
              </a:ext>
            </a:extLst>
          </p:cNvPr>
          <p:cNvSpPr txBox="1"/>
          <p:nvPr/>
        </p:nvSpPr>
        <p:spPr>
          <a:xfrm>
            <a:off x="1000384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E6C7E35C-8C5D-44EC-2D28-065F65609988}"/>
              </a:ext>
            </a:extLst>
          </p:cNvPr>
          <p:cNvSpPr txBox="1"/>
          <p:nvPr/>
        </p:nvSpPr>
        <p:spPr>
          <a:xfrm>
            <a:off x="1038887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FF87B05D-210F-FEFE-EB28-8833DF448931}"/>
              </a:ext>
            </a:extLst>
          </p:cNvPr>
          <p:cNvSpPr txBox="1"/>
          <p:nvPr/>
        </p:nvSpPr>
        <p:spPr>
          <a:xfrm>
            <a:off x="1076502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1971" name="Graphic 1970">
            <a:extLst>
              <a:ext uri="{FF2B5EF4-FFF2-40B4-BE49-F238E27FC236}">
                <a16:creationId xmlns:a16="http://schemas.microsoft.com/office/drawing/2014/main" id="{BF0B6BA8-56EA-3256-E47E-CCD17DFC77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rcRect/>
          <a:stretch/>
        </p:blipFill>
        <p:spPr>
          <a:xfrm>
            <a:off x="11237841" y="5129253"/>
            <a:ext cx="168950" cy="168950"/>
          </a:xfrm>
          <a:prstGeom prst="rect">
            <a:avLst/>
          </a:prstGeom>
        </p:spPr>
      </p:pic>
      <p:sp>
        <p:nvSpPr>
          <p:cNvPr id="1972" name="TextBox 1971">
            <a:extLst>
              <a:ext uri="{FF2B5EF4-FFF2-40B4-BE49-F238E27FC236}">
                <a16:creationId xmlns:a16="http://schemas.microsoft.com/office/drawing/2014/main" id="{13A305CD-1DB4-07F2-7884-D3533B8D3605}"/>
              </a:ext>
            </a:extLst>
          </p:cNvPr>
          <p:cNvSpPr txBox="1"/>
          <p:nvPr/>
        </p:nvSpPr>
        <p:spPr>
          <a:xfrm>
            <a:off x="1113439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pic>
        <p:nvPicPr>
          <p:cNvPr id="1973" name="Graphic 1972">
            <a:extLst>
              <a:ext uri="{FF2B5EF4-FFF2-40B4-BE49-F238E27FC236}">
                <a16:creationId xmlns:a16="http://schemas.microsoft.com/office/drawing/2014/main" id="{2690DB83-7919-CC4C-1D73-BFFB79B468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6665910" y="2540349"/>
            <a:ext cx="168950" cy="168950"/>
          </a:xfrm>
          <a:prstGeom prst="rect">
            <a:avLst/>
          </a:prstGeom>
        </p:spPr>
      </p:pic>
      <p:pic>
        <p:nvPicPr>
          <p:cNvPr id="1974" name="Graphic 1973">
            <a:extLst>
              <a:ext uri="{FF2B5EF4-FFF2-40B4-BE49-F238E27FC236}">
                <a16:creationId xmlns:a16="http://schemas.microsoft.com/office/drawing/2014/main" id="{EFB247C8-79C3-BA0C-3B12-BF5BA11C77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rcRect/>
          <a:stretch/>
        </p:blipFill>
        <p:spPr>
          <a:xfrm>
            <a:off x="7041584" y="2540349"/>
            <a:ext cx="168950" cy="168950"/>
          </a:xfrm>
          <a:prstGeom prst="rect">
            <a:avLst/>
          </a:prstGeom>
        </p:spPr>
      </p:pic>
      <p:sp>
        <p:nvSpPr>
          <p:cNvPr id="1975" name="TextBox 1974">
            <a:extLst>
              <a:ext uri="{FF2B5EF4-FFF2-40B4-BE49-F238E27FC236}">
                <a16:creationId xmlns:a16="http://schemas.microsoft.com/office/drawing/2014/main" id="{97103F17-1542-1DDC-BB74-803B97F9A2FD}"/>
              </a:ext>
            </a:extLst>
          </p:cNvPr>
          <p:cNvSpPr txBox="1"/>
          <p:nvPr/>
        </p:nvSpPr>
        <p:spPr>
          <a:xfrm>
            <a:off x="6629362" y="2733976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7EFECF46-3BC6-E42F-133F-6512AAEAAD95}"/>
              </a:ext>
            </a:extLst>
          </p:cNvPr>
          <p:cNvSpPr txBox="1"/>
          <p:nvPr/>
        </p:nvSpPr>
        <p:spPr>
          <a:xfrm>
            <a:off x="695313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</p:spTree>
    <p:extLst>
      <p:ext uri="{BB962C8B-B14F-4D97-AF65-F5344CB8AC3E}">
        <p14:creationId xmlns:p14="http://schemas.microsoft.com/office/powerpoint/2010/main" val="24262202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2.xml><?xml version="1.0" encoding="utf-8"?>
<a:theme xmlns:a="http://schemas.openxmlformats.org/drawingml/2006/main" name="Divider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Optus_20260803.potx" id="{1AAA3467-EC13-4D5F-AF17-6D175A52551F}" vid="{5CB1D4E9-2167-42EC-830E-1A12645CADEC}"/>
    </a:ext>
  </a:extLst>
</a:theme>
</file>

<file path=ppt/theme/theme3.xml><?xml version="1.0" encoding="utf-8"?>
<a:theme xmlns:a="http://schemas.openxmlformats.org/drawingml/2006/main" name="Content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D9CA34D1-E0B0-47C1-AF13-F82671B7CD39}"/>
    </a:ext>
  </a:extLst>
</a:theme>
</file>

<file path=ppt/theme/theme4.xml><?xml version="1.0" encoding="utf-8"?>
<a:theme xmlns:a="http://schemas.openxmlformats.org/drawingml/2006/main" name="Image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7CB25C9-CAC3-4EC9-A784-A5C2BA541B29}"/>
    </a:ext>
  </a:extLst>
</a:theme>
</file>

<file path=ppt/theme/theme5.xml><?xml version="1.0" encoding="utf-8"?>
<a:theme xmlns:a="http://schemas.openxmlformats.org/drawingml/2006/main" name="Branded Slide Background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445521DB-15D6-453F-9AEC-8AAC1C8652D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e1654f-f3b0-4303-8d05-5ae19f9d6ab1}" enabled="1" method="Standard" siteId="{17928398-834f-4756-9d9b-525628a13a4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3256</Words>
  <Application>Microsoft Macintosh PowerPoint</Application>
  <PresentationFormat>Widescreen</PresentationFormat>
  <Paragraphs>1102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Calibri</vt:lpstr>
      <vt:lpstr>Yes Sans Text</vt:lpstr>
      <vt:lpstr>Yes Sans Display Medium</vt:lpstr>
      <vt:lpstr>Yes Sans Text Medium</vt:lpstr>
      <vt:lpstr>Yes Sans Text Light</vt:lpstr>
      <vt:lpstr>Arial</vt:lpstr>
      <vt:lpstr>Yes Sans Display</vt:lpstr>
      <vt:lpstr>Cover Pages</vt:lpstr>
      <vt:lpstr>Divider Slides</vt:lpstr>
      <vt:lpstr>Content Slides</vt:lpstr>
      <vt:lpstr>Image Slides</vt:lpstr>
      <vt:lpstr>Branded Slide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Optus Icons</vt:lpstr>
      <vt:lpstr>Optus Icons</vt:lpstr>
      <vt:lpstr>Optus Icons Treatment</vt:lpstr>
      <vt:lpstr>Optus Icons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Eadon</dc:creator>
  <cp:lastModifiedBy>Simon Buzolich</cp:lastModifiedBy>
  <cp:revision>2</cp:revision>
  <dcterms:created xsi:type="dcterms:W3CDTF">2026-08-25T22:57:22Z</dcterms:created>
  <dcterms:modified xsi:type="dcterms:W3CDTF">2026-09-01T05:52:24Z</dcterms:modified>
</cp:coreProperties>
</file>